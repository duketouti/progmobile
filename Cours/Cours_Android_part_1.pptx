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257" r:id="rId3"/>
    <p:sldId id="297" r:id="rId4"/>
    <p:sldId id="258" r:id="rId5"/>
    <p:sldId id="259" r:id="rId6"/>
    <p:sldId id="260" r:id="rId7"/>
    <p:sldId id="261" r:id="rId8"/>
    <p:sldId id="262" r:id="rId9"/>
    <p:sldId id="263" r:id="rId10"/>
    <p:sldId id="264" r:id="rId11"/>
    <p:sldId id="265" r:id="rId12"/>
    <p:sldId id="294" r:id="rId13"/>
    <p:sldId id="295" r:id="rId14"/>
    <p:sldId id="296"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FF"/>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068" autoAdjust="0"/>
  </p:normalViewPr>
  <p:slideViewPr>
    <p:cSldViewPr>
      <p:cViewPr varScale="1">
        <p:scale>
          <a:sx n="100" d="100"/>
          <a:sy n="100" d="100"/>
        </p:scale>
        <p:origin x="87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E879856-F7A3-4F24-B8BE-4573662DCC62}" type="datetimeFigureOut">
              <a:rPr lang="en-US" smtClean="0"/>
              <a:t>1/23/2026</a:t>
            </a:fld>
            <a:endParaRPr lang="en-US"/>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1B9DAC7-E767-492B-9AA9-5BCA279C11D4}" type="slidenum">
              <a:rPr lang="en-US" smtClean="0"/>
              <a:t>‹N°›</a:t>
            </a:fld>
            <a:endParaRPr lang="en-US"/>
          </a:p>
        </p:txBody>
      </p:sp>
    </p:spTree>
    <p:extLst>
      <p:ext uri="{BB962C8B-B14F-4D97-AF65-F5344CB8AC3E}">
        <p14:creationId xmlns:p14="http://schemas.microsoft.com/office/powerpoint/2010/main" val="2487423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Android possède la plus grande base installée de tous les systèmes d'exploitation.</a:t>
            </a:r>
            <a:endParaRPr lang="en-US" dirty="0" smtClean="0"/>
          </a:p>
          <a:p>
            <a:r>
              <a:rPr lang="en-US" dirty="0" smtClean="0"/>
              <a:t>World wide smartphone sales</a:t>
            </a:r>
            <a:endParaRPr lang="en-US" dirty="0"/>
          </a:p>
        </p:txBody>
      </p:sp>
      <p:sp>
        <p:nvSpPr>
          <p:cNvPr id="4" name="Espace réservé du numéro de diapositive 3"/>
          <p:cNvSpPr>
            <a:spLocks noGrp="1"/>
          </p:cNvSpPr>
          <p:nvPr>
            <p:ph type="sldNum" sz="quarter" idx="10"/>
          </p:nvPr>
        </p:nvSpPr>
        <p:spPr/>
        <p:txBody>
          <a:bodyPr/>
          <a:lstStyle/>
          <a:p>
            <a:fld id="{E1B9DAC7-E767-492B-9AA9-5BCA279C11D4}" type="slidenum">
              <a:rPr lang="en-US" smtClean="0"/>
              <a:t>6</a:t>
            </a:fld>
            <a:endParaRPr lang="en-US"/>
          </a:p>
        </p:txBody>
      </p:sp>
    </p:spTree>
    <p:extLst>
      <p:ext uri="{BB962C8B-B14F-4D97-AF65-F5344CB8AC3E}">
        <p14:creationId xmlns:p14="http://schemas.microsoft.com/office/powerpoint/2010/main" val="4150131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E1B9DAC7-E767-492B-9AA9-5BCA279C11D4}" type="slidenum">
              <a:rPr lang="en-US" smtClean="0"/>
              <a:t>9</a:t>
            </a:fld>
            <a:endParaRPr lang="en-US"/>
          </a:p>
        </p:txBody>
      </p:sp>
    </p:spTree>
    <p:extLst>
      <p:ext uri="{BB962C8B-B14F-4D97-AF65-F5344CB8AC3E}">
        <p14:creationId xmlns:p14="http://schemas.microsoft.com/office/powerpoint/2010/main" val="3467963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E1B9DAC7-E767-492B-9AA9-5BCA279C11D4}" type="slidenum">
              <a:rPr lang="en-US" smtClean="0"/>
              <a:t>10</a:t>
            </a:fld>
            <a:endParaRPr lang="en-US"/>
          </a:p>
        </p:txBody>
      </p:sp>
    </p:spTree>
    <p:extLst>
      <p:ext uri="{BB962C8B-B14F-4D97-AF65-F5344CB8AC3E}">
        <p14:creationId xmlns:p14="http://schemas.microsoft.com/office/powerpoint/2010/main" val="587251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E1B9DAC7-E767-492B-9AA9-5BCA279C11D4}" type="slidenum">
              <a:rPr lang="en-US" smtClean="0"/>
              <a:t>12</a:t>
            </a:fld>
            <a:endParaRPr lang="en-US"/>
          </a:p>
        </p:txBody>
      </p:sp>
    </p:spTree>
    <p:extLst>
      <p:ext uri="{BB962C8B-B14F-4D97-AF65-F5344CB8AC3E}">
        <p14:creationId xmlns:p14="http://schemas.microsoft.com/office/powerpoint/2010/main" val="536065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E1B9DAC7-E767-492B-9AA9-5BCA279C11D4}" type="slidenum">
              <a:rPr lang="en-US" smtClean="0"/>
              <a:t>13</a:t>
            </a:fld>
            <a:endParaRPr lang="en-US"/>
          </a:p>
        </p:txBody>
      </p:sp>
    </p:spTree>
    <p:extLst>
      <p:ext uri="{BB962C8B-B14F-4D97-AF65-F5344CB8AC3E}">
        <p14:creationId xmlns:p14="http://schemas.microsoft.com/office/powerpoint/2010/main" val="2158149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E1B9DAC7-E767-492B-9AA9-5BCA279C11D4}" type="slidenum">
              <a:rPr lang="en-US" smtClean="0"/>
              <a:t>14</a:t>
            </a:fld>
            <a:endParaRPr lang="en-US"/>
          </a:p>
        </p:txBody>
      </p:sp>
    </p:spTree>
    <p:extLst>
      <p:ext uri="{BB962C8B-B14F-4D97-AF65-F5344CB8AC3E}">
        <p14:creationId xmlns:p14="http://schemas.microsoft.com/office/powerpoint/2010/main" val="2210796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E1B9DAC7-E767-492B-9AA9-5BCA279C11D4}" type="slidenum">
              <a:rPr lang="en-US" smtClean="0"/>
              <a:t>15</a:t>
            </a:fld>
            <a:endParaRPr lang="en-US"/>
          </a:p>
        </p:txBody>
      </p:sp>
    </p:spTree>
    <p:extLst>
      <p:ext uri="{BB962C8B-B14F-4D97-AF65-F5344CB8AC3E}">
        <p14:creationId xmlns:p14="http://schemas.microsoft.com/office/powerpoint/2010/main" val="3417336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76324" y="521970"/>
            <a:ext cx="9839350" cy="57404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t>‹N°›</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6FC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t>‹N°›</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6FC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7" name="Holder 7"/>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t>‹N°›</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6FC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t>‹N°›</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t>‹N°›</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83C5"/>
          </a:solidFill>
        </p:spPr>
        <p:txBody>
          <a:bodyPr wrap="square" lIns="0" tIns="0" rIns="0" bIns="0" rtlCol="0"/>
          <a:lstStyle/>
          <a:p>
            <a:endParaRPr/>
          </a:p>
        </p:txBody>
      </p:sp>
      <p:sp>
        <p:nvSpPr>
          <p:cNvPr id="17" name="bg object 17"/>
          <p:cNvSpPr/>
          <p:nvPr/>
        </p:nvSpPr>
        <p:spPr>
          <a:xfrm>
            <a:off x="0" y="6333744"/>
            <a:ext cx="12189460" cy="64135"/>
          </a:xfrm>
          <a:custGeom>
            <a:avLst/>
            <a:gdLst/>
            <a:ahLst/>
            <a:cxnLst/>
            <a:rect l="l" t="t" r="r" b="b"/>
            <a:pathLst>
              <a:path w="12189460" h="64135">
                <a:moveTo>
                  <a:pt x="12188952" y="0"/>
                </a:moveTo>
                <a:lnTo>
                  <a:pt x="0" y="0"/>
                </a:lnTo>
                <a:lnTo>
                  <a:pt x="0" y="64007"/>
                </a:lnTo>
                <a:lnTo>
                  <a:pt x="12188952" y="64007"/>
                </a:lnTo>
                <a:lnTo>
                  <a:pt x="12188952" y="0"/>
                </a:lnTo>
                <a:close/>
              </a:path>
            </a:pathLst>
          </a:custGeom>
          <a:solidFill>
            <a:srgbClr val="1CACE3"/>
          </a:solidFill>
        </p:spPr>
        <p:txBody>
          <a:bodyPr wrap="square" lIns="0" tIns="0" rIns="0" bIns="0" rtlCol="0"/>
          <a:lstStyle/>
          <a:p>
            <a:endParaRPr/>
          </a:p>
        </p:txBody>
      </p:sp>
      <p:sp>
        <p:nvSpPr>
          <p:cNvPr id="18" name="bg object 18"/>
          <p:cNvSpPr/>
          <p:nvPr/>
        </p:nvSpPr>
        <p:spPr>
          <a:xfrm>
            <a:off x="1097280" y="1165860"/>
            <a:ext cx="9966960" cy="0"/>
          </a:xfrm>
          <a:custGeom>
            <a:avLst/>
            <a:gdLst/>
            <a:ahLst/>
            <a:cxnLst/>
            <a:rect l="l" t="t" r="r" b="b"/>
            <a:pathLst>
              <a:path w="9966960">
                <a:moveTo>
                  <a:pt x="0" y="0"/>
                </a:moveTo>
                <a:lnTo>
                  <a:pt x="9966960" y="0"/>
                </a:lnTo>
              </a:path>
            </a:pathLst>
          </a:custGeom>
          <a:ln w="6096">
            <a:solidFill>
              <a:srgbClr val="7E7E7E"/>
            </a:solidFill>
          </a:ln>
        </p:spPr>
        <p:txBody>
          <a:bodyPr wrap="square" lIns="0" tIns="0" rIns="0" bIns="0" rtlCol="0"/>
          <a:lstStyle/>
          <a:p>
            <a:endParaRPr/>
          </a:p>
        </p:txBody>
      </p:sp>
      <p:sp>
        <p:nvSpPr>
          <p:cNvPr id="2" name="Holder 2"/>
          <p:cNvSpPr>
            <a:spLocks noGrp="1"/>
          </p:cNvSpPr>
          <p:nvPr>
            <p:ph type="title"/>
          </p:nvPr>
        </p:nvSpPr>
        <p:spPr>
          <a:xfrm>
            <a:off x="1176324" y="521970"/>
            <a:ext cx="7436484" cy="574040"/>
          </a:xfrm>
          <a:prstGeom prst="rect">
            <a:avLst/>
          </a:prstGeom>
        </p:spPr>
        <p:txBody>
          <a:bodyPr wrap="square" lIns="0" tIns="0" rIns="0" bIns="0">
            <a:spAutoFit/>
          </a:bodyPr>
          <a:lstStyle>
            <a:lvl1pPr>
              <a:defRPr sz="3600" b="0" i="0">
                <a:solidFill>
                  <a:srgbClr val="006FC0"/>
                </a:solidFill>
                <a:latin typeface="Times New Roman"/>
                <a:cs typeface="Times New Roman"/>
              </a:defRPr>
            </a:lvl1pPr>
          </a:lstStyle>
          <a:p>
            <a:endParaRPr/>
          </a:p>
        </p:txBody>
      </p:sp>
      <p:sp>
        <p:nvSpPr>
          <p:cNvPr id="3" name="Holder 3"/>
          <p:cNvSpPr>
            <a:spLocks noGrp="1"/>
          </p:cNvSpPr>
          <p:nvPr>
            <p:ph type="body" idx="1"/>
          </p:nvPr>
        </p:nvSpPr>
        <p:spPr>
          <a:xfrm>
            <a:off x="1022984" y="1163192"/>
            <a:ext cx="10146030" cy="4648200"/>
          </a:xfrm>
          <a:prstGeom prst="rect">
            <a:avLst/>
          </a:prstGeom>
        </p:spPr>
        <p:txBody>
          <a:bodyPr wrap="square" lIns="0" tIns="0" rIns="0" bIns="0">
            <a:spAutoFit/>
          </a:bodyPr>
          <a:lstStyle>
            <a:lvl1pPr>
              <a:defRPr sz="22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6" name="Holder 6"/>
          <p:cNvSpPr>
            <a:spLocks noGrp="1"/>
          </p:cNvSpPr>
          <p:nvPr>
            <p:ph type="sldNum" sz="quarter" idx="7"/>
          </p:nvPr>
        </p:nvSpPr>
        <p:spPr>
          <a:xfrm>
            <a:off x="10947145" y="6575552"/>
            <a:ext cx="213359" cy="160020"/>
          </a:xfrm>
          <a:prstGeom prst="rect">
            <a:avLst/>
          </a:prstGeom>
        </p:spPr>
        <p:txBody>
          <a:bodyPr wrap="square" lIns="0" tIns="0" rIns="0" bIns="0">
            <a:spAutoFit/>
          </a:bodyPr>
          <a:lstStyle>
            <a:lvl1pPr>
              <a:defRPr sz="1050" b="0" i="0">
                <a:solidFill>
                  <a:schemeClr val="bg1"/>
                </a:solidFill>
                <a:latin typeface="Calibri"/>
                <a:cs typeface="Calibri"/>
              </a:defRPr>
            </a:lvl1pPr>
          </a:lstStyle>
          <a:p>
            <a:pPr marL="38100">
              <a:lnSpc>
                <a:spcPts val="1100"/>
              </a:lnSpc>
            </a:pPr>
            <a:fld id="{81D60167-4931-47E6-BA6A-407CBD079E47}" type="slidenum">
              <a:rPr dirty="0"/>
              <a:t>‹N°›</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11" Type="http://schemas.openxmlformats.org/officeDocument/2006/relationships/image" Target="../media/image11.png"/><Relationship Id="rId5" Type="http://schemas.openxmlformats.org/officeDocument/2006/relationships/image" Target="../media/image5.jpg"/><Relationship Id="rId10" Type="http://schemas.openxmlformats.org/officeDocument/2006/relationships/image" Target="../media/image10.png"/><Relationship Id="rId4" Type="http://schemas.openxmlformats.org/officeDocument/2006/relationships/image" Target="../media/image4.jp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hyperlink" Target="https://developer.android.com/studio"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33744"/>
            <a:ext cx="12192000" cy="524510"/>
            <a:chOff x="0" y="6333744"/>
            <a:chExt cx="12192000" cy="524510"/>
          </a:xfrm>
        </p:grpSpPr>
        <p:sp>
          <p:nvSpPr>
            <p:cNvPr id="3" name="object 3"/>
            <p:cNvSpPr/>
            <p:nvPr/>
          </p:nvSpPr>
          <p:spPr>
            <a:xfrm>
              <a:off x="0" y="6400799"/>
              <a:ext cx="12192000" cy="457200"/>
            </a:xfrm>
            <a:custGeom>
              <a:avLst/>
              <a:gdLst/>
              <a:ahLst/>
              <a:cxnLst/>
              <a:rect l="l" t="t" r="r" b="b"/>
              <a:pathLst>
                <a:path w="12192000" h="457200">
                  <a:moveTo>
                    <a:pt x="12192000" y="0"/>
                  </a:moveTo>
                  <a:lnTo>
                    <a:pt x="0" y="0"/>
                  </a:lnTo>
                  <a:lnTo>
                    <a:pt x="0" y="457199"/>
                  </a:lnTo>
                  <a:lnTo>
                    <a:pt x="12192000" y="457199"/>
                  </a:lnTo>
                  <a:lnTo>
                    <a:pt x="12192000" y="0"/>
                  </a:lnTo>
                  <a:close/>
                </a:path>
              </a:pathLst>
            </a:custGeom>
            <a:solidFill>
              <a:srgbClr val="2583C5"/>
            </a:solidFill>
          </p:spPr>
          <p:txBody>
            <a:bodyPr wrap="square" lIns="0" tIns="0" rIns="0" bIns="0" rtlCol="0"/>
            <a:lstStyle/>
            <a:p>
              <a:endParaRPr dirty="0"/>
            </a:p>
          </p:txBody>
        </p:sp>
        <p:sp>
          <p:nvSpPr>
            <p:cNvPr id="4" name="object 4"/>
            <p:cNvSpPr/>
            <p:nvPr/>
          </p:nvSpPr>
          <p:spPr>
            <a:xfrm>
              <a:off x="0" y="6333744"/>
              <a:ext cx="12192000" cy="67310"/>
            </a:xfrm>
            <a:custGeom>
              <a:avLst/>
              <a:gdLst/>
              <a:ahLst/>
              <a:cxnLst/>
              <a:rect l="l" t="t" r="r" b="b"/>
              <a:pathLst>
                <a:path w="12192000" h="67310">
                  <a:moveTo>
                    <a:pt x="12192000" y="0"/>
                  </a:moveTo>
                  <a:lnTo>
                    <a:pt x="0" y="0"/>
                  </a:lnTo>
                  <a:lnTo>
                    <a:pt x="0" y="67055"/>
                  </a:lnTo>
                  <a:lnTo>
                    <a:pt x="12192000" y="67055"/>
                  </a:lnTo>
                  <a:lnTo>
                    <a:pt x="12192000" y="0"/>
                  </a:lnTo>
                  <a:close/>
                </a:path>
              </a:pathLst>
            </a:custGeom>
            <a:solidFill>
              <a:srgbClr val="1CACE3"/>
            </a:solidFill>
          </p:spPr>
          <p:txBody>
            <a:bodyPr wrap="square" lIns="0" tIns="0" rIns="0" bIns="0" rtlCol="0"/>
            <a:lstStyle/>
            <a:p>
              <a:endParaRPr dirty="0"/>
            </a:p>
          </p:txBody>
        </p:sp>
      </p:grpSp>
      <p:sp>
        <p:nvSpPr>
          <p:cNvPr id="5" name="object 5"/>
          <p:cNvSpPr/>
          <p:nvPr/>
        </p:nvSpPr>
        <p:spPr>
          <a:xfrm>
            <a:off x="1207008" y="4343400"/>
            <a:ext cx="9875520" cy="0"/>
          </a:xfrm>
          <a:custGeom>
            <a:avLst/>
            <a:gdLst/>
            <a:ahLst/>
            <a:cxnLst/>
            <a:rect l="l" t="t" r="r" b="b"/>
            <a:pathLst>
              <a:path w="9875520">
                <a:moveTo>
                  <a:pt x="0" y="0"/>
                </a:moveTo>
                <a:lnTo>
                  <a:pt x="9875520" y="0"/>
                </a:lnTo>
              </a:path>
            </a:pathLst>
          </a:custGeom>
          <a:ln w="6096">
            <a:solidFill>
              <a:srgbClr val="7E7E7E"/>
            </a:solidFill>
          </a:ln>
        </p:spPr>
        <p:txBody>
          <a:bodyPr wrap="square" lIns="0" tIns="0" rIns="0" bIns="0" rtlCol="0"/>
          <a:lstStyle/>
          <a:p>
            <a:endParaRPr dirty="0"/>
          </a:p>
        </p:txBody>
      </p:sp>
      <p:sp>
        <p:nvSpPr>
          <p:cNvPr id="6" name="object 6"/>
          <p:cNvSpPr txBox="1">
            <a:spLocks noGrp="1"/>
          </p:cNvSpPr>
          <p:nvPr>
            <p:ph type="title"/>
          </p:nvPr>
        </p:nvSpPr>
        <p:spPr>
          <a:xfrm>
            <a:off x="1660525" y="1901317"/>
            <a:ext cx="9049385" cy="1276985"/>
          </a:xfrm>
          <a:prstGeom prst="rect">
            <a:avLst/>
          </a:prstGeom>
          <a:ln w="9144">
            <a:solidFill>
              <a:srgbClr val="1CACE3"/>
            </a:solidFill>
          </a:ln>
        </p:spPr>
        <p:txBody>
          <a:bodyPr vert="horz" wrap="square" lIns="0" tIns="250825" rIns="0" bIns="0" rtlCol="0">
            <a:spAutoFit/>
          </a:bodyPr>
          <a:lstStyle/>
          <a:p>
            <a:pPr marL="173355">
              <a:lnSpc>
                <a:spcPct val="100000"/>
              </a:lnSpc>
              <a:spcBef>
                <a:spcPts val="1975"/>
              </a:spcBef>
            </a:pPr>
            <a:r>
              <a:rPr sz="4650" spc="-710" dirty="0">
                <a:solidFill>
                  <a:srgbClr val="252525"/>
                </a:solidFill>
              </a:rPr>
              <a:t>W</a:t>
            </a:r>
            <a:r>
              <a:rPr sz="4650" spc="-170" dirty="0">
                <a:solidFill>
                  <a:srgbClr val="252525"/>
                </a:solidFill>
              </a:rPr>
              <a:t>e</a:t>
            </a:r>
            <a:r>
              <a:rPr sz="4650" spc="50" dirty="0">
                <a:solidFill>
                  <a:srgbClr val="252525"/>
                </a:solidFill>
              </a:rPr>
              <a:t>b</a:t>
            </a:r>
            <a:r>
              <a:rPr sz="4650" spc="-120" dirty="0">
                <a:solidFill>
                  <a:srgbClr val="252525"/>
                </a:solidFill>
              </a:rPr>
              <a:t> </a:t>
            </a:r>
            <a:r>
              <a:rPr sz="4650" spc="-515" dirty="0">
                <a:solidFill>
                  <a:srgbClr val="252525"/>
                </a:solidFill>
              </a:rPr>
              <a:t>A</a:t>
            </a:r>
            <a:r>
              <a:rPr sz="4650" spc="-275" dirty="0">
                <a:solidFill>
                  <a:srgbClr val="252525"/>
                </a:solidFill>
              </a:rPr>
              <a:t>v</a:t>
            </a:r>
            <a:r>
              <a:rPr sz="4650" spc="-220" dirty="0">
                <a:solidFill>
                  <a:srgbClr val="252525"/>
                </a:solidFill>
              </a:rPr>
              <a:t>a</a:t>
            </a:r>
            <a:r>
              <a:rPr sz="4650" dirty="0">
                <a:solidFill>
                  <a:srgbClr val="252525"/>
                </a:solidFill>
              </a:rPr>
              <a:t>n</a:t>
            </a:r>
            <a:r>
              <a:rPr sz="4650" spc="-170" dirty="0">
                <a:solidFill>
                  <a:srgbClr val="252525"/>
                </a:solidFill>
              </a:rPr>
              <a:t>c</a:t>
            </a:r>
            <a:r>
              <a:rPr sz="4650" spc="-125" dirty="0">
                <a:solidFill>
                  <a:srgbClr val="252525"/>
                </a:solidFill>
              </a:rPr>
              <a:t>é</a:t>
            </a:r>
            <a:r>
              <a:rPr sz="4650" spc="-140" dirty="0">
                <a:solidFill>
                  <a:srgbClr val="252525"/>
                </a:solidFill>
              </a:rPr>
              <a:t> </a:t>
            </a:r>
            <a:r>
              <a:rPr sz="4650" spc="-170" dirty="0">
                <a:solidFill>
                  <a:srgbClr val="252525"/>
                </a:solidFill>
              </a:rPr>
              <a:t>e</a:t>
            </a:r>
            <a:r>
              <a:rPr sz="4650" spc="65" dirty="0">
                <a:solidFill>
                  <a:srgbClr val="252525"/>
                </a:solidFill>
              </a:rPr>
              <a:t>t</a:t>
            </a:r>
            <a:r>
              <a:rPr sz="4650" spc="-120" dirty="0">
                <a:solidFill>
                  <a:srgbClr val="252525"/>
                </a:solidFill>
              </a:rPr>
              <a:t> </a:t>
            </a:r>
            <a:r>
              <a:rPr sz="4650" spc="175" dirty="0">
                <a:solidFill>
                  <a:srgbClr val="252525"/>
                </a:solidFill>
              </a:rPr>
              <a:t>D</a:t>
            </a:r>
            <a:r>
              <a:rPr sz="4650" spc="-170" dirty="0">
                <a:solidFill>
                  <a:srgbClr val="252525"/>
                </a:solidFill>
              </a:rPr>
              <a:t>é</a:t>
            </a:r>
            <a:r>
              <a:rPr sz="4650" spc="-275" dirty="0">
                <a:solidFill>
                  <a:srgbClr val="252525"/>
                </a:solidFill>
              </a:rPr>
              <a:t>v</a:t>
            </a:r>
            <a:r>
              <a:rPr sz="4650" spc="-170" dirty="0">
                <a:solidFill>
                  <a:srgbClr val="252525"/>
                </a:solidFill>
              </a:rPr>
              <a:t>e</a:t>
            </a:r>
            <a:r>
              <a:rPr sz="4650" spc="-295" dirty="0">
                <a:solidFill>
                  <a:srgbClr val="252525"/>
                </a:solidFill>
              </a:rPr>
              <a:t>l</a:t>
            </a:r>
            <a:r>
              <a:rPr sz="4650" dirty="0">
                <a:solidFill>
                  <a:srgbClr val="252525"/>
                </a:solidFill>
              </a:rPr>
              <a:t>opp</a:t>
            </a:r>
            <a:r>
              <a:rPr sz="4650" spc="-180" dirty="0">
                <a:solidFill>
                  <a:srgbClr val="252525"/>
                </a:solidFill>
              </a:rPr>
              <a:t>e</a:t>
            </a:r>
            <a:r>
              <a:rPr sz="4650" spc="-85" dirty="0">
                <a:solidFill>
                  <a:srgbClr val="252525"/>
                </a:solidFill>
              </a:rPr>
              <a:t>m</a:t>
            </a:r>
            <a:r>
              <a:rPr sz="4650" spc="-180" dirty="0">
                <a:solidFill>
                  <a:srgbClr val="252525"/>
                </a:solidFill>
              </a:rPr>
              <a:t>e</a:t>
            </a:r>
            <a:r>
              <a:rPr sz="4650" dirty="0">
                <a:solidFill>
                  <a:srgbClr val="252525"/>
                </a:solidFill>
              </a:rPr>
              <a:t>n</a:t>
            </a:r>
            <a:r>
              <a:rPr sz="4650" spc="65" dirty="0">
                <a:solidFill>
                  <a:srgbClr val="252525"/>
                </a:solidFill>
              </a:rPr>
              <a:t>t</a:t>
            </a:r>
            <a:r>
              <a:rPr sz="4650" spc="-150" dirty="0">
                <a:solidFill>
                  <a:srgbClr val="252525"/>
                </a:solidFill>
              </a:rPr>
              <a:t> </a:t>
            </a:r>
            <a:r>
              <a:rPr sz="4650" spc="-85" dirty="0">
                <a:solidFill>
                  <a:srgbClr val="252525"/>
                </a:solidFill>
              </a:rPr>
              <a:t>m</a:t>
            </a:r>
            <a:r>
              <a:rPr sz="4650" dirty="0">
                <a:solidFill>
                  <a:srgbClr val="252525"/>
                </a:solidFill>
              </a:rPr>
              <a:t>ob</a:t>
            </a:r>
            <a:r>
              <a:rPr sz="4650" spc="-280" dirty="0">
                <a:solidFill>
                  <a:srgbClr val="252525"/>
                </a:solidFill>
              </a:rPr>
              <a:t>il</a:t>
            </a:r>
            <a:r>
              <a:rPr sz="4650" spc="-125" dirty="0">
                <a:solidFill>
                  <a:srgbClr val="252525"/>
                </a:solidFill>
              </a:rPr>
              <a:t>e</a:t>
            </a:r>
            <a:endParaRPr sz="4650" dirty="0"/>
          </a:p>
        </p:txBody>
      </p:sp>
      <p:sp>
        <p:nvSpPr>
          <p:cNvPr id="7" name="object 7"/>
          <p:cNvSpPr/>
          <p:nvPr/>
        </p:nvSpPr>
        <p:spPr>
          <a:xfrm>
            <a:off x="1447800" y="1688592"/>
            <a:ext cx="9474835" cy="1702435"/>
          </a:xfrm>
          <a:custGeom>
            <a:avLst/>
            <a:gdLst/>
            <a:ahLst/>
            <a:cxnLst/>
            <a:rect l="l" t="t" r="r" b="b"/>
            <a:pathLst>
              <a:path w="9474835" h="1702435">
                <a:moveTo>
                  <a:pt x="0" y="0"/>
                </a:moveTo>
                <a:lnTo>
                  <a:pt x="9474708" y="0"/>
                </a:lnTo>
                <a:lnTo>
                  <a:pt x="9474708" y="1702308"/>
                </a:lnTo>
                <a:lnTo>
                  <a:pt x="0" y="1702308"/>
                </a:lnTo>
                <a:lnTo>
                  <a:pt x="0" y="0"/>
                </a:lnTo>
                <a:close/>
              </a:path>
            </a:pathLst>
          </a:custGeom>
          <a:ln w="9144">
            <a:solidFill>
              <a:srgbClr val="1CACE3"/>
            </a:solidFill>
          </a:ln>
        </p:spPr>
        <p:txBody>
          <a:bodyPr wrap="square" lIns="0" tIns="0" rIns="0" bIns="0" rtlCol="0"/>
          <a:lstStyle/>
          <a:p>
            <a:endParaRPr dirty="0"/>
          </a:p>
        </p:txBody>
      </p:sp>
      <p:sp>
        <p:nvSpPr>
          <p:cNvPr id="8" name="object 8"/>
          <p:cNvSpPr txBox="1"/>
          <p:nvPr/>
        </p:nvSpPr>
        <p:spPr>
          <a:xfrm>
            <a:off x="3505200" y="4338494"/>
            <a:ext cx="5257800" cy="747641"/>
          </a:xfrm>
          <a:prstGeom prst="rect">
            <a:avLst/>
          </a:prstGeom>
        </p:spPr>
        <p:txBody>
          <a:bodyPr vert="horz" wrap="square" lIns="0" tIns="115570" rIns="0" bIns="0" rtlCol="0">
            <a:spAutoFit/>
          </a:bodyPr>
          <a:lstStyle/>
          <a:p>
            <a:pPr marL="7620" algn="ctr">
              <a:lnSpc>
                <a:spcPct val="100000"/>
              </a:lnSpc>
              <a:spcBef>
                <a:spcPts val="910"/>
              </a:spcBef>
            </a:pPr>
            <a:r>
              <a:rPr lang="en-US" sz="2000" spc="105" dirty="0" smtClean="0">
                <a:solidFill>
                  <a:srgbClr val="344068"/>
                </a:solidFill>
                <a:latin typeface="Times New Roman"/>
                <a:cs typeface="Times New Roman"/>
              </a:rPr>
              <a:t>PROF. IBRAHIM RAHHAL</a:t>
            </a:r>
          </a:p>
          <a:p>
            <a:pPr algn="ctr">
              <a:lnSpc>
                <a:spcPct val="100000"/>
              </a:lnSpc>
              <a:spcBef>
                <a:spcPts val="640"/>
              </a:spcBef>
            </a:pPr>
            <a:r>
              <a:rPr sz="1600" spc="85" smtClean="0">
                <a:solidFill>
                  <a:srgbClr val="344068"/>
                </a:solidFill>
                <a:latin typeface="Times New Roman"/>
                <a:cs typeface="Times New Roman"/>
              </a:rPr>
              <a:t>EM</a:t>
            </a:r>
            <a:r>
              <a:rPr sz="1600" spc="-200" smtClean="0">
                <a:solidFill>
                  <a:srgbClr val="344068"/>
                </a:solidFill>
                <a:latin typeface="Times New Roman"/>
                <a:cs typeface="Times New Roman"/>
              </a:rPr>
              <a:t> </a:t>
            </a:r>
            <a:r>
              <a:rPr sz="1600" spc="-75" dirty="0">
                <a:solidFill>
                  <a:srgbClr val="344068"/>
                </a:solidFill>
                <a:latin typeface="Times New Roman"/>
                <a:cs typeface="Times New Roman"/>
              </a:rPr>
              <a:t>A</a:t>
            </a:r>
            <a:r>
              <a:rPr sz="1600" spc="-200" dirty="0">
                <a:solidFill>
                  <a:srgbClr val="344068"/>
                </a:solidFill>
                <a:latin typeface="Times New Roman"/>
                <a:cs typeface="Times New Roman"/>
              </a:rPr>
              <a:t> </a:t>
            </a:r>
            <a:r>
              <a:rPr sz="1600" spc="80" dirty="0">
                <a:solidFill>
                  <a:srgbClr val="344068"/>
                </a:solidFill>
                <a:latin typeface="Times New Roman"/>
                <a:cs typeface="Times New Roman"/>
              </a:rPr>
              <a:t>IL</a:t>
            </a:r>
            <a:r>
              <a:rPr sz="1600" spc="-204" dirty="0">
                <a:solidFill>
                  <a:srgbClr val="344068"/>
                </a:solidFill>
                <a:latin typeface="Times New Roman"/>
                <a:cs typeface="Times New Roman"/>
              </a:rPr>
              <a:t> </a:t>
            </a:r>
            <a:r>
              <a:rPr sz="1600" spc="-100" dirty="0">
                <a:solidFill>
                  <a:srgbClr val="344068"/>
                </a:solidFill>
                <a:latin typeface="Times New Roman"/>
                <a:cs typeface="Times New Roman"/>
              </a:rPr>
              <a:t>:</a:t>
            </a:r>
            <a:r>
              <a:rPr sz="1600" spc="400" dirty="0">
                <a:solidFill>
                  <a:srgbClr val="344068"/>
                </a:solidFill>
                <a:latin typeface="Times New Roman"/>
                <a:cs typeface="Times New Roman"/>
              </a:rPr>
              <a:t> </a:t>
            </a:r>
            <a:r>
              <a:rPr lang="en-US" sz="1600" spc="400" dirty="0" smtClean="0">
                <a:solidFill>
                  <a:srgbClr val="344068"/>
                </a:solidFill>
                <a:latin typeface="Times New Roman"/>
                <a:cs typeface="Times New Roman"/>
              </a:rPr>
              <a:t>BRAHIM.RAHHAL@UIR.AC.MA</a:t>
            </a:r>
          </a:p>
        </p:txBody>
      </p:sp>
      <p:sp>
        <p:nvSpPr>
          <p:cNvPr id="9" name="object 9"/>
          <p:cNvSpPr txBox="1"/>
          <p:nvPr/>
        </p:nvSpPr>
        <p:spPr>
          <a:xfrm>
            <a:off x="9174860" y="6469481"/>
            <a:ext cx="2820035" cy="299720"/>
          </a:xfrm>
          <a:prstGeom prst="rect">
            <a:avLst/>
          </a:prstGeom>
        </p:spPr>
        <p:txBody>
          <a:bodyPr vert="horz" wrap="square" lIns="0" tIns="12700" rIns="0" bIns="0" rtlCol="0">
            <a:spAutoFit/>
          </a:bodyPr>
          <a:lstStyle/>
          <a:p>
            <a:pPr marL="12700">
              <a:lnSpc>
                <a:spcPct val="100000"/>
              </a:lnSpc>
              <a:spcBef>
                <a:spcPts val="100"/>
              </a:spcBef>
            </a:pPr>
            <a:r>
              <a:rPr sz="1800" spc="-35" dirty="0">
                <a:latin typeface="Times New Roman"/>
                <a:cs typeface="Times New Roman"/>
              </a:rPr>
              <a:t>Année </a:t>
            </a:r>
            <a:r>
              <a:rPr sz="1800" spc="-55" dirty="0">
                <a:latin typeface="Times New Roman"/>
                <a:cs typeface="Times New Roman"/>
              </a:rPr>
              <a:t>Universitaire:</a:t>
            </a:r>
            <a:r>
              <a:rPr sz="1800" spc="10" dirty="0">
                <a:latin typeface="Times New Roman"/>
                <a:cs typeface="Times New Roman"/>
              </a:rPr>
              <a:t> </a:t>
            </a:r>
            <a:r>
              <a:rPr sz="1800" spc="-55" dirty="0" smtClean="0">
                <a:latin typeface="Times New Roman"/>
                <a:cs typeface="Times New Roman"/>
              </a:rPr>
              <a:t>202</a:t>
            </a:r>
            <a:r>
              <a:rPr lang="en-US" spc="-55" dirty="0">
                <a:latin typeface="Times New Roman"/>
                <a:cs typeface="Times New Roman"/>
              </a:rPr>
              <a:t>5</a:t>
            </a:r>
            <a:r>
              <a:rPr sz="1800" spc="-55" dirty="0" smtClean="0">
                <a:latin typeface="Times New Roman"/>
                <a:cs typeface="Times New Roman"/>
              </a:rPr>
              <a:t>-202</a:t>
            </a:r>
            <a:r>
              <a:rPr lang="en-US" spc="-55" dirty="0">
                <a:latin typeface="Times New Roman"/>
                <a:cs typeface="Times New Roman"/>
              </a:rPr>
              <a:t>6</a:t>
            </a:r>
            <a:endParaRPr sz="1800" dirty="0">
              <a:latin typeface="Times New Roman"/>
              <a:cs typeface="Times New Roman"/>
            </a:endParaRPr>
          </a:p>
        </p:txBody>
      </p:sp>
      <p:pic>
        <p:nvPicPr>
          <p:cNvPr id="10" name="object 10"/>
          <p:cNvPicPr/>
          <p:nvPr/>
        </p:nvPicPr>
        <p:blipFill>
          <a:blip r:embed="rId2" cstate="print"/>
          <a:stretch>
            <a:fillRect/>
          </a:stretch>
        </p:blipFill>
        <p:spPr>
          <a:xfrm>
            <a:off x="4677150" y="485654"/>
            <a:ext cx="2876182" cy="571358"/>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3556000" cy="574040"/>
          </a:xfrm>
          <a:prstGeom prst="rect">
            <a:avLst/>
          </a:prstGeom>
        </p:spPr>
        <p:txBody>
          <a:bodyPr vert="horz" wrap="square" lIns="0" tIns="12700" rIns="0" bIns="0" rtlCol="0">
            <a:spAutoFit/>
          </a:bodyPr>
          <a:lstStyle/>
          <a:p>
            <a:pPr marL="12700">
              <a:lnSpc>
                <a:spcPct val="100000"/>
              </a:lnSpc>
              <a:spcBef>
                <a:spcPts val="100"/>
              </a:spcBef>
            </a:pPr>
            <a:r>
              <a:rPr spc="155" dirty="0" err="1"/>
              <a:t>O</a:t>
            </a:r>
            <a:r>
              <a:rPr spc="-15" dirty="0" err="1"/>
              <a:t>b</a:t>
            </a:r>
            <a:r>
              <a:rPr spc="-225" dirty="0" err="1"/>
              <a:t>j</a:t>
            </a:r>
            <a:r>
              <a:rPr spc="-150" dirty="0" err="1"/>
              <a:t>ec</a:t>
            </a:r>
            <a:r>
              <a:rPr spc="-10" dirty="0" err="1"/>
              <a:t>t</a:t>
            </a:r>
            <a:r>
              <a:rPr spc="-225" dirty="0" err="1"/>
              <a:t>i</a:t>
            </a:r>
            <a:r>
              <a:rPr spc="-90" dirty="0" err="1"/>
              <a:t>fs</a:t>
            </a:r>
            <a:r>
              <a:rPr spc="-114" dirty="0"/>
              <a:t> </a:t>
            </a:r>
            <a:r>
              <a:rPr spc="-50" dirty="0" smtClean="0"/>
              <a:t>d</a:t>
            </a:r>
            <a:r>
              <a:rPr lang="en-US" spc="-50" dirty="0" smtClean="0"/>
              <a:t>e</a:t>
            </a:r>
            <a:r>
              <a:rPr spc="-110" dirty="0" smtClean="0"/>
              <a:t> </a:t>
            </a:r>
            <a:r>
              <a:rPr lang="en-US" spc="-135" dirty="0" err="1" smtClean="0"/>
              <a:t>Cours</a:t>
            </a:r>
            <a:endParaRPr spc="-114"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a:t>
            </a:fld>
            <a:endParaRPr dirty="0"/>
          </a:p>
        </p:txBody>
      </p:sp>
      <p:sp>
        <p:nvSpPr>
          <p:cNvPr id="3" name="object 3"/>
          <p:cNvSpPr txBox="1"/>
          <p:nvPr/>
        </p:nvSpPr>
        <p:spPr>
          <a:xfrm>
            <a:off x="1409827" y="2181605"/>
            <a:ext cx="7940040" cy="264287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404040"/>
                </a:solidFill>
                <a:latin typeface="Times New Roman"/>
                <a:cs typeface="Times New Roman"/>
              </a:rPr>
              <a:t>Développement</a:t>
            </a:r>
            <a:r>
              <a:rPr sz="2400" spc="-5" dirty="0">
                <a:solidFill>
                  <a:srgbClr val="404040"/>
                </a:solidFill>
                <a:latin typeface="Times New Roman"/>
                <a:cs typeface="Times New Roman"/>
              </a:rPr>
              <a:t> </a:t>
            </a:r>
            <a:r>
              <a:rPr sz="2400" spc="-45" dirty="0">
                <a:solidFill>
                  <a:srgbClr val="404040"/>
                </a:solidFill>
                <a:latin typeface="Times New Roman"/>
                <a:cs typeface="Times New Roman"/>
              </a:rPr>
              <a:t>mobile</a:t>
            </a:r>
            <a:r>
              <a:rPr sz="2400" spc="-20" dirty="0">
                <a:solidFill>
                  <a:srgbClr val="404040"/>
                </a:solidFill>
                <a:latin typeface="Times New Roman"/>
                <a:cs typeface="Times New Roman"/>
              </a:rPr>
              <a:t> </a:t>
            </a:r>
            <a:r>
              <a:rPr sz="2400" spc="-30" dirty="0">
                <a:solidFill>
                  <a:srgbClr val="404040"/>
                </a:solidFill>
                <a:latin typeface="Times New Roman"/>
                <a:cs typeface="Times New Roman"/>
              </a:rPr>
              <a:t>sur</a:t>
            </a:r>
            <a:r>
              <a:rPr sz="2400" spc="-10" dirty="0">
                <a:solidFill>
                  <a:srgbClr val="404040"/>
                </a:solidFill>
                <a:latin typeface="Times New Roman"/>
                <a:cs typeface="Times New Roman"/>
              </a:rPr>
              <a:t> </a:t>
            </a:r>
            <a:r>
              <a:rPr sz="2400" spc="-30" dirty="0">
                <a:solidFill>
                  <a:srgbClr val="404040"/>
                </a:solidFill>
                <a:latin typeface="Times New Roman"/>
                <a:cs typeface="Times New Roman"/>
              </a:rPr>
              <a:t>Android</a:t>
            </a:r>
            <a:endParaRPr sz="2400">
              <a:latin typeface="Times New Roman"/>
              <a:cs typeface="Times New Roman"/>
            </a:endParaRPr>
          </a:p>
          <a:p>
            <a:pPr>
              <a:lnSpc>
                <a:spcPct val="100000"/>
              </a:lnSpc>
              <a:spcBef>
                <a:spcPts val="20"/>
              </a:spcBef>
            </a:pPr>
            <a:endParaRPr sz="2100">
              <a:latin typeface="Times New Roman"/>
              <a:cs typeface="Times New Roman"/>
            </a:endParaRPr>
          </a:p>
          <a:p>
            <a:pPr marL="426084" indent="-213360">
              <a:lnSpc>
                <a:spcPct val="100000"/>
              </a:lnSpc>
              <a:buClr>
                <a:srgbClr val="1CACE3"/>
              </a:buClr>
              <a:buSzPct val="95238"/>
              <a:buFont typeface="Wingdings"/>
              <a:buChar char=""/>
              <a:tabLst>
                <a:tab pos="426720" algn="l"/>
              </a:tabLst>
            </a:pPr>
            <a:r>
              <a:rPr sz="2100" spc="-20" dirty="0">
                <a:solidFill>
                  <a:srgbClr val="404040"/>
                </a:solidFill>
                <a:latin typeface="Times New Roman"/>
                <a:cs typeface="Times New Roman"/>
              </a:rPr>
              <a:t>Comprendre</a:t>
            </a:r>
            <a:r>
              <a:rPr sz="2100" spc="20" dirty="0">
                <a:solidFill>
                  <a:srgbClr val="404040"/>
                </a:solidFill>
                <a:latin typeface="Times New Roman"/>
                <a:cs typeface="Times New Roman"/>
              </a:rPr>
              <a:t> </a:t>
            </a:r>
            <a:r>
              <a:rPr sz="2100" spc="-55" dirty="0">
                <a:solidFill>
                  <a:srgbClr val="404040"/>
                </a:solidFill>
                <a:latin typeface="Times New Roman"/>
                <a:cs typeface="Times New Roman"/>
              </a:rPr>
              <a:t>l’architecture</a:t>
            </a:r>
            <a:r>
              <a:rPr sz="2100" spc="-5" dirty="0">
                <a:solidFill>
                  <a:srgbClr val="404040"/>
                </a:solidFill>
                <a:latin typeface="Times New Roman"/>
                <a:cs typeface="Times New Roman"/>
              </a:rPr>
              <a:t> </a:t>
            </a:r>
            <a:r>
              <a:rPr sz="2100" spc="-10" dirty="0">
                <a:solidFill>
                  <a:srgbClr val="404040"/>
                </a:solidFill>
                <a:latin typeface="Times New Roman"/>
                <a:cs typeface="Times New Roman"/>
              </a:rPr>
              <a:t>du</a:t>
            </a:r>
            <a:r>
              <a:rPr sz="2100" spc="-25" dirty="0">
                <a:solidFill>
                  <a:srgbClr val="404040"/>
                </a:solidFill>
                <a:latin typeface="Times New Roman"/>
                <a:cs typeface="Times New Roman"/>
              </a:rPr>
              <a:t> </a:t>
            </a:r>
            <a:r>
              <a:rPr sz="2100" spc="-55" dirty="0">
                <a:solidFill>
                  <a:srgbClr val="404040"/>
                </a:solidFill>
                <a:latin typeface="Times New Roman"/>
                <a:cs typeface="Times New Roman"/>
              </a:rPr>
              <a:t>système</a:t>
            </a:r>
            <a:r>
              <a:rPr sz="2100" spc="-5" dirty="0">
                <a:solidFill>
                  <a:srgbClr val="404040"/>
                </a:solidFill>
                <a:latin typeface="Times New Roman"/>
                <a:cs typeface="Times New Roman"/>
              </a:rPr>
              <a:t> </a:t>
            </a:r>
            <a:r>
              <a:rPr sz="2100" spc="-30" dirty="0">
                <a:solidFill>
                  <a:srgbClr val="404040"/>
                </a:solidFill>
                <a:latin typeface="Times New Roman"/>
                <a:cs typeface="Times New Roman"/>
              </a:rPr>
              <a:t>Android</a:t>
            </a:r>
            <a:endParaRPr sz="2100">
              <a:latin typeface="Times New Roman"/>
              <a:cs typeface="Times New Roman"/>
            </a:endParaRPr>
          </a:p>
          <a:p>
            <a:pPr marL="426084" indent="-213360">
              <a:lnSpc>
                <a:spcPct val="100000"/>
              </a:lnSpc>
              <a:spcBef>
                <a:spcPts val="1490"/>
              </a:spcBef>
              <a:buClr>
                <a:srgbClr val="1CACE3"/>
              </a:buClr>
              <a:buSzPct val="95238"/>
              <a:buFont typeface="Wingdings"/>
              <a:buChar char=""/>
              <a:tabLst>
                <a:tab pos="426720" algn="l"/>
              </a:tabLst>
            </a:pPr>
            <a:r>
              <a:rPr sz="2100" spc="-20" dirty="0">
                <a:solidFill>
                  <a:srgbClr val="404040"/>
                </a:solidFill>
                <a:latin typeface="Times New Roman"/>
                <a:cs typeface="Times New Roman"/>
              </a:rPr>
              <a:t>Comprendre</a:t>
            </a:r>
            <a:r>
              <a:rPr sz="2100" spc="30" dirty="0">
                <a:solidFill>
                  <a:srgbClr val="404040"/>
                </a:solidFill>
                <a:latin typeface="Times New Roman"/>
                <a:cs typeface="Times New Roman"/>
              </a:rPr>
              <a:t> </a:t>
            </a:r>
            <a:r>
              <a:rPr sz="2100" spc="-60" dirty="0">
                <a:solidFill>
                  <a:srgbClr val="404040"/>
                </a:solidFill>
                <a:latin typeface="Times New Roman"/>
                <a:cs typeface="Times New Roman"/>
              </a:rPr>
              <a:t>l’organisation</a:t>
            </a:r>
            <a:r>
              <a:rPr sz="2100" spc="30" dirty="0">
                <a:solidFill>
                  <a:srgbClr val="404040"/>
                </a:solidFill>
                <a:latin typeface="Times New Roman"/>
                <a:cs typeface="Times New Roman"/>
              </a:rPr>
              <a:t> </a:t>
            </a:r>
            <a:r>
              <a:rPr sz="2100" spc="-60" dirty="0">
                <a:solidFill>
                  <a:srgbClr val="404040"/>
                </a:solidFill>
                <a:latin typeface="Times New Roman"/>
                <a:cs typeface="Times New Roman"/>
              </a:rPr>
              <a:t>d’une</a:t>
            </a:r>
            <a:r>
              <a:rPr sz="2100" spc="5" dirty="0">
                <a:solidFill>
                  <a:srgbClr val="404040"/>
                </a:solidFill>
                <a:latin typeface="Times New Roman"/>
                <a:cs typeface="Times New Roman"/>
              </a:rPr>
              <a:t> </a:t>
            </a:r>
            <a:r>
              <a:rPr sz="2100" spc="-40" dirty="0">
                <a:solidFill>
                  <a:srgbClr val="404040"/>
                </a:solidFill>
                <a:latin typeface="Times New Roman"/>
                <a:cs typeface="Times New Roman"/>
              </a:rPr>
              <a:t>application</a:t>
            </a:r>
            <a:r>
              <a:rPr sz="2100" spc="-5" dirty="0">
                <a:solidFill>
                  <a:srgbClr val="404040"/>
                </a:solidFill>
                <a:latin typeface="Times New Roman"/>
                <a:cs typeface="Times New Roman"/>
              </a:rPr>
              <a:t> </a:t>
            </a:r>
            <a:r>
              <a:rPr sz="2100" spc="-30" dirty="0">
                <a:solidFill>
                  <a:srgbClr val="404040"/>
                </a:solidFill>
                <a:latin typeface="Times New Roman"/>
                <a:cs typeface="Times New Roman"/>
              </a:rPr>
              <a:t>Android</a:t>
            </a:r>
            <a:endParaRPr sz="2100">
              <a:latin typeface="Times New Roman"/>
              <a:cs typeface="Times New Roman"/>
            </a:endParaRPr>
          </a:p>
          <a:p>
            <a:pPr marL="426084" indent="-213360">
              <a:lnSpc>
                <a:spcPct val="100000"/>
              </a:lnSpc>
              <a:spcBef>
                <a:spcPts val="1860"/>
              </a:spcBef>
              <a:buClr>
                <a:srgbClr val="1CACE3"/>
              </a:buClr>
              <a:buSzPct val="95238"/>
              <a:buFont typeface="Wingdings"/>
              <a:buChar char=""/>
              <a:tabLst>
                <a:tab pos="426720" algn="l"/>
              </a:tabLst>
            </a:pPr>
            <a:r>
              <a:rPr sz="2100" spc="-25" dirty="0">
                <a:solidFill>
                  <a:srgbClr val="404040"/>
                </a:solidFill>
                <a:latin typeface="Times New Roman"/>
                <a:cs typeface="Times New Roman"/>
              </a:rPr>
              <a:t>Développer</a:t>
            </a:r>
            <a:r>
              <a:rPr sz="2100" spc="25" dirty="0">
                <a:solidFill>
                  <a:srgbClr val="404040"/>
                </a:solidFill>
                <a:latin typeface="Times New Roman"/>
                <a:cs typeface="Times New Roman"/>
              </a:rPr>
              <a:t> </a:t>
            </a:r>
            <a:r>
              <a:rPr sz="2100" spc="-15" dirty="0">
                <a:solidFill>
                  <a:srgbClr val="404040"/>
                </a:solidFill>
                <a:latin typeface="Times New Roman"/>
                <a:cs typeface="Times New Roman"/>
              </a:rPr>
              <a:t>et</a:t>
            </a:r>
            <a:r>
              <a:rPr sz="2100" spc="-5" dirty="0">
                <a:solidFill>
                  <a:srgbClr val="404040"/>
                </a:solidFill>
                <a:latin typeface="Times New Roman"/>
                <a:cs typeface="Times New Roman"/>
              </a:rPr>
              <a:t> </a:t>
            </a:r>
            <a:r>
              <a:rPr sz="2100" spc="-50" dirty="0">
                <a:solidFill>
                  <a:srgbClr val="404040"/>
                </a:solidFill>
                <a:latin typeface="Times New Roman"/>
                <a:cs typeface="Times New Roman"/>
              </a:rPr>
              <a:t>déployer</a:t>
            </a:r>
            <a:r>
              <a:rPr sz="2100" spc="5" dirty="0">
                <a:solidFill>
                  <a:srgbClr val="404040"/>
                </a:solidFill>
                <a:latin typeface="Times New Roman"/>
                <a:cs typeface="Times New Roman"/>
              </a:rPr>
              <a:t> </a:t>
            </a:r>
            <a:r>
              <a:rPr sz="2100" spc="-40" dirty="0">
                <a:solidFill>
                  <a:srgbClr val="404040"/>
                </a:solidFill>
                <a:latin typeface="Times New Roman"/>
                <a:cs typeface="Times New Roman"/>
              </a:rPr>
              <a:t>des</a:t>
            </a:r>
            <a:r>
              <a:rPr sz="2100" spc="5" dirty="0">
                <a:solidFill>
                  <a:srgbClr val="404040"/>
                </a:solidFill>
                <a:latin typeface="Times New Roman"/>
                <a:cs typeface="Times New Roman"/>
              </a:rPr>
              <a:t> </a:t>
            </a:r>
            <a:r>
              <a:rPr sz="2100" spc="-45" dirty="0">
                <a:solidFill>
                  <a:srgbClr val="404040"/>
                </a:solidFill>
                <a:latin typeface="Times New Roman"/>
                <a:cs typeface="Times New Roman"/>
              </a:rPr>
              <a:t>applications</a:t>
            </a:r>
            <a:r>
              <a:rPr sz="2100" spc="15" dirty="0">
                <a:solidFill>
                  <a:srgbClr val="404040"/>
                </a:solidFill>
                <a:latin typeface="Times New Roman"/>
                <a:cs typeface="Times New Roman"/>
              </a:rPr>
              <a:t> </a:t>
            </a:r>
            <a:r>
              <a:rPr sz="2100" spc="-60" dirty="0">
                <a:solidFill>
                  <a:srgbClr val="404040"/>
                </a:solidFill>
                <a:latin typeface="Times New Roman"/>
                <a:cs typeface="Times New Roman"/>
              </a:rPr>
              <a:t>natives</a:t>
            </a:r>
            <a:r>
              <a:rPr sz="2100" spc="-5" dirty="0">
                <a:solidFill>
                  <a:srgbClr val="404040"/>
                </a:solidFill>
                <a:latin typeface="Times New Roman"/>
                <a:cs typeface="Times New Roman"/>
              </a:rPr>
              <a:t> </a:t>
            </a:r>
            <a:r>
              <a:rPr sz="2100" spc="-25" dirty="0">
                <a:solidFill>
                  <a:srgbClr val="404040"/>
                </a:solidFill>
                <a:latin typeface="Times New Roman"/>
                <a:cs typeface="Times New Roman"/>
              </a:rPr>
              <a:t>sous</a:t>
            </a:r>
            <a:r>
              <a:rPr sz="2100" spc="-15" dirty="0">
                <a:solidFill>
                  <a:srgbClr val="404040"/>
                </a:solidFill>
                <a:latin typeface="Times New Roman"/>
                <a:cs typeface="Times New Roman"/>
              </a:rPr>
              <a:t> </a:t>
            </a:r>
            <a:r>
              <a:rPr sz="2100" spc="-30" dirty="0">
                <a:solidFill>
                  <a:srgbClr val="404040"/>
                </a:solidFill>
                <a:latin typeface="Times New Roman"/>
                <a:cs typeface="Times New Roman"/>
              </a:rPr>
              <a:t>Android</a:t>
            </a:r>
            <a:endParaRPr sz="2100">
              <a:latin typeface="Times New Roman"/>
              <a:cs typeface="Times New Roman"/>
            </a:endParaRPr>
          </a:p>
          <a:p>
            <a:pPr marL="426084" indent="-213360">
              <a:lnSpc>
                <a:spcPct val="100000"/>
              </a:lnSpc>
              <a:spcBef>
                <a:spcPts val="1860"/>
              </a:spcBef>
              <a:buClr>
                <a:srgbClr val="1CACE3"/>
              </a:buClr>
              <a:buSzPct val="95238"/>
              <a:buFont typeface="Wingdings"/>
              <a:buChar char=""/>
              <a:tabLst>
                <a:tab pos="426720" algn="l"/>
              </a:tabLst>
            </a:pPr>
            <a:r>
              <a:rPr sz="2100" spc="-30" dirty="0">
                <a:solidFill>
                  <a:srgbClr val="404040"/>
                </a:solidFill>
                <a:latin typeface="Times New Roman"/>
                <a:cs typeface="Times New Roman"/>
              </a:rPr>
              <a:t>Connaitre</a:t>
            </a:r>
            <a:r>
              <a:rPr sz="2100" spc="40" dirty="0">
                <a:solidFill>
                  <a:srgbClr val="404040"/>
                </a:solidFill>
                <a:latin typeface="Times New Roman"/>
                <a:cs typeface="Times New Roman"/>
              </a:rPr>
              <a:t> </a:t>
            </a:r>
            <a:r>
              <a:rPr sz="2100" spc="-75" dirty="0">
                <a:solidFill>
                  <a:srgbClr val="404040"/>
                </a:solidFill>
                <a:latin typeface="Times New Roman"/>
                <a:cs typeface="Times New Roman"/>
              </a:rPr>
              <a:t>les</a:t>
            </a:r>
            <a:r>
              <a:rPr sz="2100" spc="-15" dirty="0">
                <a:solidFill>
                  <a:srgbClr val="404040"/>
                </a:solidFill>
                <a:latin typeface="Times New Roman"/>
                <a:cs typeface="Times New Roman"/>
              </a:rPr>
              <a:t> </a:t>
            </a:r>
            <a:r>
              <a:rPr sz="2100" spc="-10" dirty="0">
                <a:solidFill>
                  <a:srgbClr val="404040"/>
                </a:solidFill>
                <a:latin typeface="Times New Roman"/>
                <a:cs typeface="Times New Roman"/>
              </a:rPr>
              <a:t>bonnes</a:t>
            </a:r>
            <a:r>
              <a:rPr sz="2100" spc="35" dirty="0">
                <a:solidFill>
                  <a:srgbClr val="404040"/>
                </a:solidFill>
                <a:latin typeface="Times New Roman"/>
                <a:cs typeface="Times New Roman"/>
              </a:rPr>
              <a:t> </a:t>
            </a:r>
            <a:r>
              <a:rPr sz="2100" spc="-40" dirty="0">
                <a:solidFill>
                  <a:srgbClr val="404040"/>
                </a:solidFill>
                <a:latin typeface="Times New Roman"/>
                <a:cs typeface="Times New Roman"/>
              </a:rPr>
              <a:t>pratiques</a:t>
            </a:r>
            <a:r>
              <a:rPr sz="2100" dirty="0">
                <a:solidFill>
                  <a:srgbClr val="404040"/>
                </a:solidFill>
                <a:latin typeface="Times New Roman"/>
                <a:cs typeface="Times New Roman"/>
              </a:rPr>
              <a:t> </a:t>
            </a:r>
            <a:r>
              <a:rPr sz="2100" spc="-10" dirty="0">
                <a:solidFill>
                  <a:srgbClr val="404040"/>
                </a:solidFill>
                <a:latin typeface="Times New Roman"/>
                <a:cs typeface="Times New Roman"/>
              </a:rPr>
              <a:t>du</a:t>
            </a:r>
            <a:r>
              <a:rPr sz="2100" dirty="0">
                <a:solidFill>
                  <a:srgbClr val="404040"/>
                </a:solidFill>
                <a:latin typeface="Times New Roman"/>
                <a:cs typeface="Times New Roman"/>
              </a:rPr>
              <a:t> </a:t>
            </a:r>
            <a:r>
              <a:rPr sz="2100" spc="-30" dirty="0">
                <a:solidFill>
                  <a:srgbClr val="404040"/>
                </a:solidFill>
                <a:latin typeface="Times New Roman"/>
                <a:cs typeface="Times New Roman"/>
              </a:rPr>
              <a:t>développement</a:t>
            </a:r>
            <a:r>
              <a:rPr sz="2100" spc="20" dirty="0">
                <a:solidFill>
                  <a:srgbClr val="404040"/>
                </a:solidFill>
                <a:latin typeface="Times New Roman"/>
                <a:cs typeface="Times New Roman"/>
              </a:rPr>
              <a:t> </a:t>
            </a:r>
            <a:r>
              <a:rPr sz="2100" spc="-55" dirty="0">
                <a:solidFill>
                  <a:srgbClr val="404040"/>
                </a:solidFill>
                <a:latin typeface="Times New Roman"/>
                <a:cs typeface="Times New Roman"/>
              </a:rPr>
              <a:t>d’application</a:t>
            </a:r>
            <a:r>
              <a:rPr sz="2100" spc="10" dirty="0">
                <a:solidFill>
                  <a:srgbClr val="404040"/>
                </a:solidFill>
                <a:latin typeface="Times New Roman"/>
                <a:cs typeface="Times New Roman"/>
              </a:rPr>
              <a:t> </a:t>
            </a:r>
            <a:r>
              <a:rPr sz="2100" spc="-30" dirty="0">
                <a:solidFill>
                  <a:srgbClr val="404040"/>
                </a:solidFill>
                <a:latin typeface="Times New Roman"/>
                <a:cs typeface="Times New Roman"/>
              </a:rPr>
              <a:t>Android</a:t>
            </a:r>
            <a:endParaRPr sz="2100">
              <a:latin typeface="Times New Roman"/>
              <a:cs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3556000" cy="574040"/>
          </a:xfrm>
          <a:prstGeom prst="rect">
            <a:avLst/>
          </a:prstGeom>
        </p:spPr>
        <p:txBody>
          <a:bodyPr vert="horz" wrap="square" lIns="0" tIns="12700" rIns="0" bIns="0" rtlCol="0">
            <a:spAutoFit/>
          </a:bodyPr>
          <a:lstStyle/>
          <a:p>
            <a:pPr marL="12700">
              <a:lnSpc>
                <a:spcPct val="100000"/>
              </a:lnSpc>
              <a:spcBef>
                <a:spcPts val="100"/>
              </a:spcBef>
            </a:pPr>
            <a:r>
              <a:rPr lang="en-US" spc="155" dirty="0" err="1"/>
              <a:t>Assements</a:t>
            </a:r>
            <a:endParaRPr spc="-114"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a:t>
            </a:fld>
            <a:endParaRPr dirty="0"/>
          </a:p>
        </p:txBody>
      </p:sp>
      <p:sp>
        <p:nvSpPr>
          <p:cNvPr id="3" name="object 3"/>
          <p:cNvSpPr txBox="1"/>
          <p:nvPr/>
        </p:nvSpPr>
        <p:spPr>
          <a:xfrm>
            <a:off x="1371600" y="1828800"/>
            <a:ext cx="7940040" cy="3244478"/>
          </a:xfrm>
          <a:prstGeom prst="rect">
            <a:avLst/>
          </a:prstGeom>
        </p:spPr>
        <p:txBody>
          <a:bodyPr vert="horz" wrap="square" lIns="0" tIns="12700" rIns="0" bIns="0" rtlCol="0">
            <a:spAutoFit/>
          </a:bodyPr>
          <a:lstStyle/>
          <a:p>
            <a:pPr>
              <a:lnSpc>
                <a:spcPct val="100000"/>
              </a:lnSpc>
              <a:spcBef>
                <a:spcPts val="20"/>
              </a:spcBef>
            </a:pPr>
            <a:endParaRPr sz="2100" dirty="0">
              <a:latin typeface="Times New Roman"/>
              <a:cs typeface="Times New Roman"/>
            </a:endParaRPr>
          </a:p>
          <a:p>
            <a:pPr marL="426084" indent="-213360">
              <a:lnSpc>
                <a:spcPct val="100000"/>
              </a:lnSpc>
              <a:buClr>
                <a:srgbClr val="1CACE3"/>
              </a:buClr>
              <a:buSzPct val="95238"/>
              <a:buFont typeface="Wingdings"/>
              <a:buChar char=""/>
              <a:tabLst>
                <a:tab pos="426720" algn="l"/>
              </a:tabLst>
            </a:pPr>
            <a:r>
              <a:rPr lang="fr-FR" sz="2100" spc="-20" dirty="0" smtClean="0">
                <a:solidFill>
                  <a:srgbClr val="404040"/>
                </a:solidFill>
                <a:latin typeface="Times New Roman"/>
                <a:cs typeface="Times New Roman"/>
              </a:rPr>
              <a:t>Contrôle continu (%)</a:t>
            </a:r>
          </a:p>
          <a:p>
            <a:pPr marL="212724">
              <a:lnSpc>
                <a:spcPct val="100000"/>
              </a:lnSpc>
              <a:buClr>
                <a:srgbClr val="1CACE3"/>
              </a:buClr>
              <a:buSzPct val="95238"/>
              <a:tabLst>
                <a:tab pos="426720" algn="l"/>
              </a:tabLst>
            </a:pPr>
            <a:endParaRPr lang="fr-FR" sz="2100" spc="-20" dirty="0" smtClean="0">
              <a:solidFill>
                <a:srgbClr val="404040"/>
              </a:solidFill>
              <a:latin typeface="Times New Roman"/>
              <a:cs typeface="Times New Roman"/>
            </a:endParaRPr>
          </a:p>
          <a:p>
            <a:pPr marL="426084" indent="-213360">
              <a:lnSpc>
                <a:spcPct val="100000"/>
              </a:lnSpc>
              <a:buClr>
                <a:srgbClr val="1CACE3"/>
              </a:buClr>
              <a:buSzPct val="95238"/>
              <a:buFont typeface="Wingdings"/>
              <a:buChar char=""/>
              <a:tabLst>
                <a:tab pos="426720" algn="l"/>
              </a:tabLst>
            </a:pPr>
            <a:r>
              <a:rPr lang="fr-FR" sz="2100" spc="-20" dirty="0" err="1" smtClean="0">
                <a:solidFill>
                  <a:srgbClr val="404040"/>
                </a:solidFill>
                <a:latin typeface="Times New Roman"/>
                <a:cs typeface="Times New Roman"/>
              </a:rPr>
              <a:t>TPs</a:t>
            </a:r>
            <a:r>
              <a:rPr lang="fr-FR" sz="2100" spc="-20" dirty="0" smtClean="0">
                <a:solidFill>
                  <a:srgbClr val="404040"/>
                </a:solidFill>
                <a:latin typeface="Times New Roman"/>
                <a:cs typeface="Times New Roman"/>
              </a:rPr>
              <a:t> </a:t>
            </a:r>
            <a:r>
              <a:rPr lang="fr-FR" sz="2100" spc="-20" dirty="0">
                <a:solidFill>
                  <a:srgbClr val="404040"/>
                </a:solidFill>
                <a:latin typeface="Times New Roman"/>
                <a:cs typeface="Times New Roman"/>
              </a:rPr>
              <a:t>(%) : Vous disposerez d'une grille d'évaluation pour chaque laboratoire, sur la base de laquelle vous serez évalué.  Il est évident qu'une absence ou une machine non configurée entraînera un </a:t>
            </a:r>
            <a:r>
              <a:rPr lang="fr-FR" sz="2100" spc="-20" dirty="0" smtClean="0">
                <a:solidFill>
                  <a:srgbClr val="404040"/>
                </a:solidFill>
                <a:latin typeface="Times New Roman"/>
                <a:cs typeface="Times New Roman"/>
              </a:rPr>
              <a:t>zéro.</a:t>
            </a:r>
          </a:p>
          <a:p>
            <a:pPr marL="212724">
              <a:lnSpc>
                <a:spcPct val="100000"/>
              </a:lnSpc>
              <a:buClr>
                <a:srgbClr val="1CACE3"/>
              </a:buClr>
              <a:buSzPct val="95238"/>
              <a:tabLst>
                <a:tab pos="426720" algn="l"/>
              </a:tabLst>
            </a:pPr>
            <a:endParaRPr lang="fr-FR" sz="2100" spc="-20" dirty="0">
              <a:solidFill>
                <a:srgbClr val="404040"/>
              </a:solidFill>
              <a:latin typeface="Times New Roman"/>
              <a:cs typeface="Times New Roman"/>
            </a:endParaRPr>
          </a:p>
          <a:p>
            <a:pPr marL="426084" indent="-213360">
              <a:lnSpc>
                <a:spcPct val="100000"/>
              </a:lnSpc>
              <a:buClr>
                <a:srgbClr val="1CACE3"/>
              </a:buClr>
              <a:buSzPct val="95238"/>
              <a:buFont typeface="Wingdings"/>
              <a:buChar char=""/>
              <a:tabLst>
                <a:tab pos="426720" algn="l"/>
              </a:tabLst>
            </a:pPr>
            <a:r>
              <a:rPr lang="fr-FR" sz="2100" spc="-20" dirty="0" smtClean="0">
                <a:solidFill>
                  <a:srgbClr val="404040"/>
                </a:solidFill>
                <a:latin typeface="Times New Roman"/>
                <a:cs typeface="Times New Roman"/>
              </a:rPr>
              <a:t>Quiz durant le </a:t>
            </a:r>
            <a:r>
              <a:rPr lang="fr-FR" sz="2100" spc="-20" dirty="0">
                <a:solidFill>
                  <a:srgbClr val="404040"/>
                </a:solidFill>
                <a:latin typeface="Times New Roman"/>
                <a:cs typeface="Times New Roman"/>
              </a:rPr>
              <a:t>cours (%) </a:t>
            </a:r>
            <a:endParaRPr lang="fr-FR" sz="2100" spc="-20" dirty="0" smtClean="0">
              <a:solidFill>
                <a:srgbClr val="404040"/>
              </a:solidFill>
              <a:latin typeface="Times New Roman"/>
              <a:cs typeface="Times New Roman"/>
            </a:endParaRPr>
          </a:p>
          <a:p>
            <a:pPr marL="212724">
              <a:lnSpc>
                <a:spcPct val="100000"/>
              </a:lnSpc>
              <a:buClr>
                <a:srgbClr val="1CACE3"/>
              </a:buClr>
              <a:buSzPct val="95238"/>
              <a:tabLst>
                <a:tab pos="426720" algn="l"/>
              </a:tabLst>
            </a:pPr>
            <a:endParaRPr lang="fr-FR" sz="2100" spc="-20" dirty="0" smtClean="0">
              <a:solidFill>
                <a:srgbClr val="404040"/>
              </a:solidFill>
              <a:latin typeface="Times New Roman"/>
              <a:cs typeface="Times New Roman"/>
            </a:endParaRPr>
          </a:p>
          <a:p>
            <a:pPr marL="426084" indent="-213360">
              <a:lnSpc>
                <a:spcPct val="100000"/>
              </a:lnSpc>
              <a:buClr>
                <a:srgbClr val="1CACE3"/>
              </a:buClr>
              <a:buSzPct val="95238"/>
              <a:buFont typeface="Wingdings"/>
              <a:buChar char=""/>
              <a:tabLst>
                <a:tab pos="426720" algn="l"/>
              </a:tabLst>
            </a:pPr>
            <a:r>
              <a:rPr lang="fr-FR" sz="2100" spc="-20" dirty="0" smtClean="0">
                <a:solidFill>
                  <a:srgbClr val="404040"/>
                </a:solidFill>
                <a:latin typeface="Times New Roman"/>
                <a:cs typeface="Times New Roman"/>
              </a:rPr>
              <a:t>Examen </a:t>
            </a:r>
            <a:r>
              <a:rPr lang="fr-FR" sz="2100" spc="-20" dirty="0">
                <a:solidFill>
                  <a:srgbClr val="404040"/>
                </a:solidFill>
                <a:latin typeface="Times New Roman"/>
                <a:cs typeface="Times New Roman"/>
              </a:rPr>
              <a:t>final </a:t>
            </a:r>
            <a:r>
              <a:rPr lang="fr-FR" sz="2100" spc="-20" dirty="0" smtClean="0">
                <a:solidFill>
                  <a:srgbClr val="404040"/>
                </a:solidFill>
                <a:latin typeface="Times New Roman"/>
                <a:cs typeface="Times New Roman"/>
              </a:rPr>
              <a:t>(40 </a:t>
            </a:r>
            <a:r>
              <a:rPr lang="fr-FR" sz="2100" spc="-20" dirty="0">
                <a:solidFill>
                  <a:srgbClr val="404040"/>
                </a:solidFill>
                <a:latin typeface="Times New Roman"/>
                <a:cs typeface="Times New Roman"/>
              </a:rPr>
              <a:t>%)</a:t>
            </a:r>
            <a:endParaRPr sz="2100" dirty="0">
              <a:latin typeface="Times New Roman"/>
              <a:cs typeface="Times New Roman"/>
            </a:endParaRPr>
          </a:p>
        </p:txBody>
      </p:sp>
    </p:spTree>
    <p:extLst>
      <p:ext uri="{BB962C8B-B14F-4D97-AF65-F5344CB8AC3E}">
        <p14:creationId xmlns:p14="http://schemas.microsoft.com/office/powerpoint/2010/main" val="3772361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2052" y="2575051"/>
            <a:ext cx="9422765" cy="1276985"/>
          </a:xfrm>
          <a:prstGeom prst="rect">
            <a:avLst/>
          </a:prstGeom>
          <a:ln w="9144">
            <a:solidFill>
              <a:srgbClr val="1CACE3"/>
            </a:solidFill>
          </a:ln>
        </p:spPr>
        <p:txBody>
          <a:bodyPr vert="horz" wrap="square" lIns="0" tIns="297180" rIns="0" bIns="0" rtlCol="0">
            <a:spAutoFit/>
          </a:bodyPr>
          <a:lstStyle/>
          <a:p>
            <a:pPr marL="518795">
              <a:lnSpc>
                <a:spcPct val="100000"/>
              </a:lnSpc>
              <a:spcBef>
                <a:spcPts val="2340"/>
              </a:spcBef>
            </a:pPr>
            <a:r>
              <a:rPr sz="4400" spc="-85" dirty="0">
                <a:solidFill>
                  <a:srgbClr val="404040"/>
                </a:solidFill>
              </a:rPr>
              <a:t>Développement</a:t>
            </a:r>
            <a:r>
              <a:rPr sz="4400" spc="-110" dirty="0">
                <a:solidFill>
                  <a:srgbClr val="404040"/>
                </a:solidFill>
              </a:rPr>
              <a:t> </a:t>
            </a:r>
            <a:r>
              <a:rPr sz="4400" spc="-160" dirty="0">
                <a:solidFill>
                  <a:srgbClr val="404040"/>
                </a:solidFill>
              </a:rPr>
              <a:t>Mobile</a:t>
            </a:r>
            <a:r>
              <a:rPr sz="4400" spc="-95" dirty="0">
                <a:solidFill>
                  <a:srgbClr val="404040"/>
                </a:solidFill>
              </a:rPr>
              <a:t> </a:t>
            </a:r>
            <a:r>
              <a:rPr sz="4400" spc="-90" dirty="0">
                <a:solidFill>
                  <a:srgbClr val="404040"/>
                </a:solidFill>
              </a:rPr>
              <a:t>sous</a:t>
            </a:r>
            <a:r>
              <a:rPr sz="4400" spc="-130" dirty="0">
                <a:solidFill>
                  <a:srgbClr val="404040"/>
                </a:solidFill>
              </a:rPr>
              <a:t> </a:t>
            </a:r>
            <a:r>
              <a:rPr sz="4400" spc="-90" dirty="0">
                <a:solidFill>
                  <a:srgbClr val="404040"/>
                </a:solidFill>
              </a:rPr>
              <a:t>Android</a:t>
            </a:r>
            <a:endParaRPr sz="4400"/>
          </a:p>
        </p:txBody>
      </p:sp>
      <p:sp>
        <p:nvSpPr>
          <p:cNvPr id="3" name="object 3"/>
          <p:cNvSpPr/>
          <p:nvPr/>
        </p:nvSpPr>
        <p:spPr>
          <a:xfrm>
            <a:off x="1219200" y="2362200"/>
            <a:ext cx="9848215" cy="1702435"/>
          </a:xfrm>
          <a:custGeom>
            <a:avLst/>
            <a:gdLst/>
            <a:ahLst/>
            <a:cxnLst/>
            <a:rect l="l" t="t" r="r" b="b"/>
            <a:pathLst>
              <a:path w="9848215" h="1702435">
                <a:moveTo>
                  <a:pt x="0" y="0"/>
                </a:moveTo>
                <a:lnTo>
                  <a:pt x="9848088" y="0"/>
                </a:lnTo>
                <a:lnTo>
                  <a:pt x="9848088" y="1702307"/>
                </a:lnTo>
                <a:lnTo>
                  <a:pt x="0" y="1702307"/>
                </a:lnTo>
                <a:lnTo>
                  <a:pt x="0" y="0"/>
                </a:lnTo>
                <a:close/>
              </a:path>
            </a:pathLst>
          </a:custGeom>
          <a:ln w="9143">
            <a:solidFill>
              <a:srgbClr val="1CACE3"/>
            </a:solidFill>
          </a:ln>
        </p:spPr>
        <p:txBody>
          <a:bodyPr wrap="square" lIns="0" tIns="0" rIns="0" bIns="0" rtlCol="0"/>
          <a:lstStyle/>
          <a:p>
            <a:endParaRPr/>
          </a:p>
        </p:txBody>
      </p:sp>
      <p:sp>
        <p:nvSpPr>
          <p:cNvPr id="4" name="object 4"/>
          <p:cNvSpPr txBox="1">
            <a:spLocks noGrp="1"/>
          </p:cNvSpPr>
          <p:nvPr>
            <p:ph type="sldNum" sz="quarter" idx="7"/>
          </p:nvPr>
        </p:nvSpPr>
        <p:spPr>
          <a:xfrm>
            <a:off x="11023345" y="7750556"/>
            <a:ext cx="213359" cy="160020"/>
          </a:xfrm>
          <a:prstGeom prst="rect">
            <a:avLst/>
          </a:prstGeom>
        </p:spPr>
        <p:txBody>
          <a:bodyPr vert="horz" wrap="square" lIns="0" tIns="0" rIns="0" bIns="0" rtlCol="0">
            <a:spAutoFit/>
          </a:bodyPr>
          <a:lstStyle/>
          <a:p>
            <a:pPr marL="38100">
              <a:lnSpc>
                <a:spcPts val="1100"/>
              </a:lnSpc>
            </a:pPr>
            <a:fld id="{81D60167-4931-47E6-BA6A-407CBD079E47}" type="slidenum">
              <a:rPr dirty="0"/>
              <a:t>4</a:t>
            </a:fld>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219960" cy="574040"/>
          </a:xfrm>
          <a:prstGeom prst="rect">
            <a:avLst/>
          </a:prstGeom>
        </p:spPr>
        <p:txBody>
          <a:bodyPr vert="horz" wrap="square" lIns="0" tIns="12700" rIns="0" bIns="0" rtlCol="0">
            <a:spAutoFit/>
          </a:bodyPr>
          <a:lstStyle/>
          <a:p>
            <a:pPr marL="12700">
              <a:lnSpc>
                <a:spcPct val="100000"/>
              </a:lnSpc>
              <a:spcBef>
                <a:spcPts val="100"/>
              </a:spcBef>
            </a:pPr>
            <a:r>
              <a:rPr spc="-50" dirty="0"/>
              <a:t>Introduction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5</a:t>
            </a:fld>
            <a:endParaRPr dirty="0"/>
          </a:p>
        </p:txBody>
      </p:sp>
      <p:sp>
        <p:nvSpPr>
          <p:cNvPr id="3" name="object 3"/>
          <p:cNvSpPr txBox="1"/>
          <p:nvPr/>
        </p:nvSpPr>
        <p:spPr>
          <a:xfrm>
            <a:off x="1084580" y="1155843"/>
            <a:ext cx="10088245" cy="4451860"/>
          </a:xfrm>
          <a:prstGeom prst="rect">
            <a:avLst/>
          </a:prstGeom>
        </p:spPr>
        <p:txBody>
          <a:bodyPr vert="horz" wrap="square" lIns="0" tIns="29845" rIns="0" bIns="0" rtlCol="0">
            <a:spAutoFit/>
          </a:bodyPr>
          <a:lstStyle/>
          <a:p>
            <a:pPr marL="12700" algn="just">
              <a:lnSpc>
                <a:spcPct val="100000"/>
              </a:lnSpc>
              <a:spcBef>
                <a:spcPts val="235"/>
              </a:spcBef>
            </a:pPr>
            <a:r>
              <a:rPr sz="2200" spc="-55" dirty="0">
                <a:solidFill>
                  <a:srgbClr val="404040"/>
                </a:solidFill>
                <a:latin typeface="Times New Roman"/>
                <a:cs typeface="Times New Roman"/>
              </a:rPr>
              <a:t>Actuellement,</a:t>
            </a:r>
            <a:r>
              <a:rPr sz="2200" spc="10" dirty="0">
                <a:solidFill>
                  <a:srgbClr val="404040"/>
                </a:solidFill>
                <a:latin typeface="Times New Roman"/>
                <a:cs typeface="Times New Roman"/>
              </a:rPr>
              <a:t> </a:t>
            </a:r>
            <a:r>
              <a:rPr sz="2200" spc="-75" dirty="0">
                <a:solidFill>
                  <a:srgbClr val="404040"/>
                </a:solidFill>
                <a:latin typeface="Times New Roman"/>
                <a:cs typeface="Times New Roman"/>
              </a:rPr>
              <a:t>les</a:t>
            </a:r>
            <a:r>
              <a:rPr sz="2200" spc="-15" dirty="0">
                <a:solidFill>
                  <a:srgbClr val="404040"/>
                </a:solidFill>
                <a:latin typeface="Times New Roman"/>
                <a:cs typeface="Times New Roman"/>
              </a:rPr>
              <a:t> </a:t>
            </a:r>
            <a:r>
              <a:rPr sz="2200" spc="-50" dirty="0">
                <a:solidFill>
                  <a:srgbClr val="404040"/>
                </a:solidFill>
                <a:latin typeface="Times New Roman"/>
                <a:cs typeface="Times New Roman"/>
              </a:rPr>
              <a:t>applications</a:t>
            </a:r>
            <a:r>
              <a:rPr sz="2200" spc="60" dirty="0">
                <a:solidFill>
                  <a:srgbClr val="404040"/>
                </a:solidFill>
                <a:latin typeface="Times New Roman"/>
                <a:cs typeface="Times New Roman"/>
              </a:rPr>
              <a:t> </a:t>
            </a:r>
            <a:r>
              <a:rPr sz="2200" dirty="0">
                <a:solidFill>
                  <a:srgbClr val="404040"/>
                </a:solidFill>
                <a:latin typeface="Times New Roman"/>
                <a:cs typeface="Times New Roman"/>
              </a:rPr>
              <a:t>sont</a:t>
            </a:r>
            <a:r>
              <a:rPr sz="2200" spc="5" dirty="0">
                <a:solidFill>
                  <a:srgbClr val="404040"/>
                </a:solidFill>
                <a:latin typeface="Times New Roman"/>
                <a:cs typeface="Times New Roman"/>
              </a:rPr>
              <a:t> </a:t>
            </a:r>
            <a:r>
              <a:rPr sz="2200" spc="-135" dirty="0">
                <a:solidFill>
                  <a:srgbClr val="404040"/>
                </a:solidFill>
                <a:latin typeface="Times New Roman"/>
                <a:cs typeface="Times New Roman"/>
              </a:rPr>
              <a:t>:</a:t>
            </a:r>
            <a:endParaRPr sz="2200" dirty="0">
              <a:latin typeface="Times New Roman"/>
              <a:cs typeface="Times New Roman"/>
            </a:endParaRPr>
          </a:p>
          <a:p>
            <a:pPr marL="762635" marR="5080" indent="-182880" algn="just">
              <a:lnSpc>
                <a:spcPts val="2380"/>
              </a:lnSpc>
              <a:spcBef>
                <a:spcPts val="430"/>
              </a:spcBef>
              <a:buClr>
                <a:srgbClr val="1CACE3"/>
              </a:buClr>
              <a:buFont typeface="Wingdings"/>
              <a:buChar char=""/>
              <a:tabLst>
                <a:tab pos="872490" algn="l"/>
              </a:tabLst>
            </a:pPr>
            <a:r>
              <a:rPr sz="2200" spc="-60" dirty="0">
                <a:solidFill>
                  <a:srgbClr val="404040"/>
                </a:solidFill>
                <a:latin typeface="Times New Roman"/>
                <a:cs typeface="Times New Roman"/>
              </a:rPr>
              <a:t>Natives:</a:t>
            </a:r>
            <a:r>
              <a:rPr sz="2200" spc="-55" dirty="0">
                <a:solidFill>
                  <a:srgbClr val="404040"/>
                </a:solidFill>
                <a:latin typeface="Times New Roman"/>
                <a:cs typeface="Times New Roman"/>
              </a:rPr>
              <a:t> </a:t>
            </a:r>
            <a:r>
              <a:rPr sz="2200" spc="-85" dirty="0">
                <a:solidFill>
                  <a:srgbClr val="404040"/>
                </a:solidFill>
                <a:latin typeface="Times New Roman"/>
                <a:cs typeface="Times New Roman"/>
              </a:rPr>
              <a:t>c’est à </a:t>
            </a:r>
            <a:r>
              <a:rPr sz="2200" spc="-45" dirty="0">
                <a:solidFill>
                  <a:srgbClr val="404040"/>
                </a:solidFill>
                <a:latin typeface="Times New Roman"/>
                <a:cs typeface="Times New Roman"/>
              </a:rPr>
              <a:t>dire </a:t>
            </a:r>
            <a:r>
              <a:rPr sz="2200" spc="-30" dirty="0">
                <a:solidFill>
                  <a:srgbClr val="404040"/>
                </a:solidFill>
                <a:latin typeface="Times New Roman"/>
                <a:cs typeface="Times New Roman"/>
              </a:rPr>
              <a:t>programmées </a:t>
            </a:r>
            <a:r>
              <a:rPr sz="2200" spc="-20" dirty="0">
                <a:solidFill>
                  <a:srgbClr val="404040"/>
                </a:solidFill>
                <a:latin typeface="Times New Roman"/>
                <a:cs typeface="Times New Roman"/>
              </a:rPr>
              <a:t>en </a:t>
            </a:r>
            <a:r>
              <a:rPr sz="2200" spc="-110" dirty="0">
                <a:solidFill>
                  <a:srgbClr val="404040"/>
                </a:solidFill>
                <a:latin typeface="Times New Roman"/>
                <a:cs typeface="Times New Roman"/>
              </a:rPr>
              <a:t>Java, </a:t>
            </a:r>
            <a:r>
              <a:rPr sz="2200" spc="70" dirty="0">
                <a:solidFill>
                  <a:srgbClr val="404040"/>
                </a:solidFill>
                <a:latin typeface="Times New Roman"/>
                <a:cs typeface="Times New Roman"/>
              </a:rPr>
              <a:t>C++, </a:t>
            </a:r>
            <a:r>
              <a:rPr sz="2200" spc="-35" dirty="0">
                <a:solidFill>
                  <a:srgbClr val="404040"/>
                </a:solidFill>
                <a:latin typeface="Times New Roman"/>
                <a:cs typeface="Times New Roman"/>
              </a:rPr>
              <a:t>Kotlin, </a:t>
            </a:r>
            <a:r>
              <a:rPr sz="2200" spc="-55" dirty="0">
                <a:solidFill>
                  <a:srgbClr val="404040"/>
                </a:solidFill>
                <a:latin typeface="Times New Roman"/>
                <a:cs typeface="Times New Roman"/>
              </a:rPr>
              <a:t>compilées </a:t>
            </a:r>
            <a:r>
              <a:rPr sz="2200" spc="-20" dirty="0">
                <a:solidFill>
                  <a:srgbClr val="404040"/>
                </a:solidFill>
                <a:latin typeface="Times New Roman"/>
                <a:cs typeface="Times New Roman"/>
              </a:rPr>
              <a:t>et </a:t>
            </a:r>
            <a:r>
              <a:rPr sz="2200" spc="-30" dirty="0">
                <a:solidFill>
                  <a:srgbClr val="404040"/>
                </a:solidFill>
                <a:latin typeface="Times New Roman"/>
                <a:cs typeface="Times New Roman"/>
              </a:rPr>
              <a:t>fournies </a:t>
            </a:r>
            <a:r>
              <a:rPr sz="2200" spc="-85" dirty="0">
                <a:solidFill>
                  <a:srgbClr val="404040"/>
                </a:solidFill>
                <a:latin typeface="Times New Roman"/>
                <a:cs typeface="Times New Roman"/>
              </a:rPr>
              <a:t>avec </a:t>
            </a:r>
            <a:r>
              <a:rPr sz="2200" spc="-80" dirty="0">
                <a:solidFill>
                  <a:srgbClr val="404040"/>
                </a:solidFill>
                <a:latin typeface="Times New Roman"/>
                <a:cs typeface="Times New Roman"/>
              </a:rPr>
              <a:t> </a:t>
            </a:r>
            <a:r>
              <a:rPr sz="2200" spc="-50" dirty="0">
                <a:solidFill>
                  <a:srgbClr val="404040"/>
                </a:solidFill>
                <a:latin typeface="Times New Roman"/>
                <a:cs typeface="Times New Roman"/>
              </a:rPr>
              <a:t>leurs </a:t>
            </a:r>
            <a:r>
              <a:rPr sz="2200" spc="-20" dirty="0">
                <a:solidFill>
                  <a:srgbClr val="404040"/>
                </a:solidFill>
                <a:latin typeface="Times New Roman"/>
                <a:cs typeface="Times New Roman"/>
              </a:rPr>
              <a:t>données </a:t>
            </a:r>
            <a:r>
              <a:rPr sz="2200" spc="-30" dirty="0">
                <a:solidFill>
                  <a:srgbClr val="404040"/>
                </a:solidFill>
                <a:latin typeface="Times New Roman"/>
                <a:cs typeface="Times New Roman"/>
              </a:rPr>
              <a:t>sous </a:t>
            </a:r>
            <a:r>
              <a:rPr sz="2200" spc="-100" dirty="0">
                <a:solidFill>
                  <a:srgbClr val="404040"/>
                </a:solidFill>
                <a:latin typeface="Times New Roman"/>
                <a:cs typeface="Times New Roman"/>
              </a:rPr>
              <a:t>la</a:t>
            </a:r>
            <a:r>
              <a:rPr sz="2200" spc="350" dirty="0">
                <a:solidFill>
                  <a:srgbClr val="404040"/>
                </a:solidFill>
                <a:latin typeface="Times New Roman"/>
                <a:cs typeface="Times New Roman"/>
              </a:rPr>
              <a:t> </a:t>
            </a:r>
            <a:r>
              <a:rPr sz="2200" spc="-5" dirty="0">
                <a:solidFill>
                  <a:srgbClr val="404040"/>
                </a:solidFill>
                <a:latin typeface="Times New Roman"/>
                <a:cs typeface="Times New Roman"/>
              </a:rPr>
              <a:t>forme </a:t>
            </a:r>
            <a:r>
              <a:rPr sz="2200" spc="-65" dirty="0">
                <a:solidFill>
                  <a:srgbClr val="404040"/>
                </a:solidFill>
                <a:latin typeface="Times New Roman"/>
                <a:cs typeface="Times New Roman"/>
              </a:rPr>
              <a:t>d’une </a:t>
            </a:r>
            <a:r>
              <a:rPr sz="2200" spc="-70" dirty="0">
                <a:solidFill>
                  <a:srgbClr val="404040"/>
                </a:solidFill>
                <a:latin typeface="Times New Roman"/>
                <a:cs typeface="Times New Roman"/>
              </a:rPr>
              <a:t>archive </a:t>
            </a:r>
            <a:r>
              <a:rPr sz="2200" spc="-95" dirty="0">
                <a:solidFill>
                  <a:srgbClr val="404040"/>
                </a:solidFill>
                <a:latin typeface="Times New Roman"/>
                <a:cs typeface="Times New Roman"/>
              </a:rPr>
              <a:t>Jar</a:t>
            </a:r>
            <a:r>
              <a:rPr sz="2200" spc="360" dirty="0">
                <a:solidFill>
                  <a:srgbClr val="404040"/>
                </a:solidFill>
                <a:latin typeface="Times New Roman"/>
                <a:cs typeface="Times New Roman"/>
              </a:rPr>
              <a:t> </a:t>
            </a:r>
            <a:r>
              <a:rPr sz="2200" spc="-65" dirty="0">
                <a:solidFill>
                  <a:srgbClr val="404040"/>
                </a:solidFill>
                <a:latin typeface="Times New Roman"/>
                <a:cs typeface="Times New Roman"/>
              </a:rPr>
              <a:t>(fichier </a:t>
            </a:r>
            <a:r>
              <a:rPr sz="2200" spc="-50" dirty="0">
                <a:solidFill>
                  <a:srgbClr val="404040"/>
                </a:solidFill>
                <a:latin typeface="Times New Roman"/>
                <a:cs typeface="Times New Roman"/>
              </a:rPr>
              <a:t>APK). </a:t>
            </a:r>
            <a:r>
              <a:rPr sz="2200" spc="-90" dirty="0">
                <a:solidFill>
                  <a:srgbClr val="404040"/>
                </a:solidFill>
                <a:latin typeface="Times New Roman"/>
                <a:cs typeface="Times New Roman"/>
              </a:rPr>
              <a:t>C’est</a:t>
            </a:r>
            <a:r>
              <a:rPr sz="2200" spc="370" dirty="0">
                <a:solidFill>
                  <a:srgbClr val="404040"/>
                </a:solidFill>
                <a:latin typeface="Times New Roman"/>
                <a:cs typeface="Times New Roman"/>
              </a:rPr>
              <a:t> </a:t>
            </a:r>
            <a:r>
              <a:rPr sz="2200" spc="-60" dirty="0">
                <a:solidFill>
                  <a:srgbClr val="404040"/>
                </a:solidFill>
                <a:latin typeface="Times New Roman"/>
                <a:cs typeface="Times New Roman"/>
              </a:rPr>
              <a:t>ce </a:t>
            </a:r>
            <a:r>
              <a:rPr sz="2200" spc="-55" dirty="0">
                <a:solidFill>
                  <a:srgbClr val="404040"/>
                </a:solidFill>
                <a:latin typeface="Times New Roman"/>
                <a:cs typeface="Times New Roman"/>
              </a:rPr>
              <a:t>qu’on </a:t>
            </a:r>
            <a:r>
              <a:rPr sz="2200" spc="-40" dirty="0">
                <a:solidFill>
                  <a:srgbClr val="404040"/>
                </a:solidFill>
                <a:latin typeface="Times New Roman"/>
                <a:cs typeface="Times New Roman"/>
              </a:rPr>
              <a:t>étudiera </a:t>
            </a:r>
            <a:r>
              <a:rPr sz="2200" spc="-35" dirty="0">
                <a:solidFill>
                  <a:srgbClr val="404040"/>
                </a:solidFill>
                <a:latin typeface="Times New Roman"/>
                <a:cs typeface="Times New Roman"/>
              </a:rPr>
              <a:t> </a:t>
            </a:r>
            <a:r>
              <a:rPr sz="2200" spc="-90" dirty="0">
                <a:solidFill>
                  <a:srgbClr val="404040"/>
                </a:solidFill>
                <a:latin typeface="Times New Roman"/>
                <a:cs typeface="Times New Roman"/>
              </a:rPr>
              <a:t>ici.</a:t>
            </a:r>
            <a:endParaRPr sz="2200" dirty="0">
              <a:latin typeface="Times New Roman"/>
              <a:cs typeface="Times New Roman"/>
            </a:endParaRPr>
          </a:p>
          <a:p>
            <a:pPr>
              <a:lnSpc>
                <a:spcPct val="100000"/>
              </a:lnSpc>
              <a:spcBef>
                <a:spcPts val="5"/>
              </a:spcBef>
              <a:buClr>
                <a:srgbClr val="1CACE3"/>
              </a:buClr>
              <a:buFont typeface="Wingdings"/>
              <a:buChar char=""/>
            </a:pPr>
            <a:endParaRPr sz="3100" dirty="0">
              <a:latin typeface="Times New Roman"/>
              <a:cs typeface="Times New Roman"/>
            </a:endParaRPr>
          </a:p>
          <a:p>
            <a:pPr marL="762635" marR="8890" indent="-182880" algn="just">
              <a:lnSpc>
                <a:spcPts val="2380"/>
              </a:lnSpc>
              <a:buClr>
                <a:srgbClr val="1CACE3"/>
              </a:buClr>
              <a:buFont typeface="Wingdings"/>
              <a:buChar char=""/>
              <a:tabLst>
                <a:tab pos="872490" algn="l"/>
              </a:tabLst>
            </a:pPr>
            <a:r>
              <a:rPr sz="2200" spc="-120" dirty="0">
                <a:solidFill>
                  <a:srgbClr val="404040"/>
                </a:solidFill>
                <a:latin typeface="Times New Roman"/>
                <a:cs typeface="Times New Roman"/>
              </a:rPr>
              <a:t>Web</a:t>
            </a:r>
            <a:r>
              <a:rPr sz="2200" spc="-114" dirty="0">
                <a:solidFill>
                  <a:srgbClr val="404040"/>
                </a:solidFill>
                <a:latin typeface="Times New Roman"/>
                <a:cs typeface="Times New Roman"/>
              </a:rPr>
              <a:t> </a:t>
            </a:r>
            <a:r>
              <a:rPr sz="2200" spc="-20" dirty="0">
                <a:solidFill>
                  <a:srgbClr val="404040"/>
                </a:solidFill>
                <a:latin typeface="Times New Roman"/>
                <a:cs typeface="Times New Roman"/>
              </a:rPr>
              <a:t>app </a:t>
            </a:r>
            <a:r>
              <a:rPr sz="2200" spc="-135" dirty="0">
                <a:solidFill>
                  <a:srgbClr val="404040"/>
                </a:solidFill>
                <a:latin typeface="Times New Roman"/>
                <a:cs typeface="Times New Roman"/>
              </a:rPr>
              <a:t>:</a:t>
            </a:r>
            <a:r>
              <a:rPr sz="2200" spc="-130" dirty="0">
                <a:solidFill>
                  <a:srgbClr val="404040"/>
                </a:solidFill>
                <a:latin typeface="Times New Roman"/>
                <a:cs typeface="Times New Roman"/>
              </a:rPr>
              <a:t> </a:t>
            </a:r>
            <a:r>
              <a:rPr sz="2200" spc="-80" dirty="0">
                <a:solidFill>
                  <a:srgbClr val="404040"/>
                </a:solidFill>
                <a:latin typeface="Times New Roman"/>
                <a:cs typeface="Times New Roman"/>
              </a:rPr>
              <a:t>c’est </a:t>
            </a:r>
            <a:r>
              <a:rPr sz="2200" spc="-25" dirty="0">
                <a:solidFill>
                  <a:srgbClr val="404040"/>
                </a:solidFill>
                <a:latin typeface="Times New Roman"/>
                <a:cs typeface="Times New Roman"/>
              </a:rPr>
              <a:t>une </a:t>
            </a:r>
            <a:r>
              <a:rPr sz="2200" spc="-45" dirty="0">
                <a:solidFill>
                  <a:srgbClr val="404040"/>
                </a:solidFill>
                <a:latin typeface="Times New Roman"/>
                <a:cs typeface="Times New Roman"/>
              </a:rPr>
              <a:t>application </a:t>
            </a:r>
            <a:r>
              <a:rPr sz="2200" dirty="0">
                <a:solidFill>
                  <a:srgbClr val="404040"/>
                </a:solidFill>
                <a:latin typeface="Times New Roman"/>
                <a:cs typeface="Times New Roman"/>
              </a:rPr>
              <a:t>pour </a:t>
            </a:r>
            <a:r>
              <a:rPr sz="2200" spc="-55" dirty="0">
                <a:solidFill>
                  <a:srgbClr val="404040"/>
                </a:solidFill>
                <a:latin typeface="Times New Roman"/>
                <a:cs typeface="Times New Roman"/>
              </a:rPr>
              <a:t>navigateur </a:t>
            </a:r>
            <a:r>
              <a:rPr sz="2200" spc="-20" dirty="0">
                <a:solidFill>
                  <a:srgbClr val="404040"/>
                </a:solidFill>
                <a:latin typeface="Times New Roman"/>
                <a:cs typeface="Times New Roman"/>
              </a:rPr>
              <a:t>internet, </a:t>
            </a:r>
            <a:r>
              <a:rPr sz="2200" spc="-40" dirty="0">
                <a:solidFill>
                  <a:srgbClr val="404040"/>
                </a:solidFill>
                <a:latin typeface="Times New Roman"/>
                <a:cs typeface="Times New Roman"/>
              </a:rPr>
              <a:t>développée </a:t>
            </a:r>
            <a:r>
              <a:rPr sz="2200" spc="-25" dirty="0">
                <a:solidFill>
                  <a:srgbClr val="404040"/>
                </a:solidFill>
                <a:latin typeface="Times New Roman"/>
                <a:cs typeface="Times New Roman"/>
              </a:rPr>
              <a:t>en </a:t>
            </a:r>
            <a:r>
              <a:rPr sz="2200" spc="-45" dirty="0">
                <a:solidFill>
                  <a:srgbClr val="404040"/>
                </a:solidFill>
                <a:latin typeface="Times New Roman"/>
                <a:cs typeface="Times New Roman"/>
              </a:rPr>
              <a:t>HTML5, </a:t>
            </a:r>
            <a:r>
              <a:rPr sz="2200" spc="-40" dirty="0">
                <a:solidFill>
                  <a:srgbClr val="404040"/>
                </a:solidFill>
                <a:latin typeface="Times New Roman"/>
                <a:cs typeface="Times New Roman"/>
              </a:rPr>
              <a:t> </a:t>
            </a:r>
            <a:r>
              <a:rPr sz="2200" spc="-114" dirty="0">
                <a:solidFill>
                  <a:srgbClr val="404040"/>
                </a:solidFill>
                <a:latin typeface="Times New Roman"/>
                <a:cs typeface="Times New Roman"/>
              </a:rPr>
              <a:t>CSS3,</a:t>
            </a:r>
            <a:r>
              <a:rPr sz="2200" spc="-110" dirty="0">
                <a:solidFill>
                  <a:srgbClr val="404040"/>
                </a:solidFill>
                <a:latin typeface="Times New Roman"/>
                <a:cs typeface="Times New Roman"/>
              </a:rPr>
              <a:t> </a:t>
            </a:r>
            <a:r>
              <a:rPr sz="2200" spc="-80" dirty="0">
                <a:solidFill>
                  <a:srgbClr val="404040"/>
                </a:solidFill>
                <a:latin typeface="Times New Roman"/>
                <a:cs typeface="Times New Roman"/>
              </a:rPr>
              <a:t>JavaScript,</a:t>
            </a:r>
            <a:r>
              <a:rPr sz="2200" spc="-75" dirty="0">
                <a:solidFill>
                  <a:srgbClr val="404040"/>
                </a:solidFill>
                <a:latin typeface="Times New Roman"/>
                <a:cs typeface="Times New Roman"/>
              </a:rPr>
              <a:t> </a:t>
            </a:r>
            <a:r>
              <a:rPr sz="2200" spc="-30" dirty="0">
                <a:solidFill>
                  <a:srgbClr val="404040"/>
                </a:solidFill>
                <a:latin typeface="Times New Roman"/>
                <a:cs typeface="Times New Roman"/>
              </a:rPr>
              <a:t>dans</a:t>
            </a:r>
            <a:r>
              <a:rPr sz="2200" spc="-25" dirty="0">
                <a:solidFill>
                  <a:srgbClr val="404040"/>
                </a:solidFill>
                <a:latin typeface="Times New Roman"/>
                <a:cs typeface="Times New Roman"/>
              </a:rPr>
              <a:t> </a:t>
            </a:r>
            <a:r>
              <a:rPr sz="2200" spc="-5" dirty="0">
                <a:solidFill>
                  <a:srgbClr val="404040"/>
                </a:solidFill>
                <a:latin typeface="Times New Roman"/>
                <a:cs typeface="Times New Roman"/>
              </a:rPr>
              <a:t>un </a:t>
            </a:r>
            <a:r>
              <a:rPr sz="2200" spc="-45" dirty="0">
                <a:solidFill>
                  <a:srgbClr val="404040"/>
                </a:solidFill>
                <a:latin typeface="Times New Roman"/>
                <a:cs typeface="Times New Roman"/>
              </a:rPr>
              <a:t>cadre</a:t>
            </a:r>
            <a:r>
              <a:rPr sz="2200" spc="-40" dirty="0">
                <a:solidFill>
                  <a:srgbClr val="404040"/>
                </a:solidFill>
                <a:latin typeface="Times New Roman"/>
                <a:cs typeface="Times New Roman"/>
              </a:rPr>
              <a:t> </a:t>
            </a:r>
            <a:r>
              <a:rPr sz="2200" spc="-85" dirty="0">
                <a:solidFill>
                  <a:srgbClr val="404040"/>
                </a:solidFill>
                <a:latin typeface="Times New Roman"/>
                <a:cs typeface="Times New Roman"/>
              </a:rPr>
              <a:t>logiciel</a:t>
            </a:r>
            <a:r>
              <a:rPr sz="2200" spc="-80" dirty="0">
                <a:solidFill>
                  <a:srgbClr val="404040"/>
                </a:solidFill>
                <a:latin typeface="Times New Roman"/>
                <a:cs typeface="Times New Roman"/>
              </a:rPr>
              <a:t> </a:t>
            </a:r>
            <a:r>
              <a:rPr sz="2200" spc="-55" dirty="0">
                <a:solidFill>
                  <a:srgbClr val="404040"/>
                </a:solidFill>
                <a:latin typeface="Times New Roman"/>
                <a:cs typeface="Times New Roman"/>
              </a:rPr>
              <a:t>(framework)</a:t>
            </a:r>
            <a:r>
              <a:rPr sz="2200" spc="-50" dirty="0">
                <a:solidFill>
                  <a:srgbClr val="404040"/>
                </a:solidFill>
                <a:latin typeface="Times New Roman"/>
                <a:cs typeface="Times New Roman"/>
              </a:rPr>
              <a:t> </a:t>
            </a:r>
            <a:r>
              <a:rPr sz="2200" spc="-55" dirty="0">
                <a:solidFill>
                  <a:srgbClr val="404040"/>
                </a:solidFill>
                <a:latin typeface="Times New Roman"/>
                <a:cs typeface="Times New Roman"/>
              </a:rPr>
              <a:t>tel</a:t>
            </a:r>
            <a:r>
              <a:rPr sz="2200" spc="-50" dirty="0">
                <a:solidFill>
                  <a:srgbClr val="404040"/>
                </a:solidFill>
                <a:latin typeface="Times New Roman"/>
                <a:cs typeface="Times New Roman"/>
              </a:rPr>
              <a:t> </a:t>
            </a:r>
            <a:r>
              <a:rPr sz="2200" spc="-40" dirty="0">
                <a:solidFill>
                  <a:srgbClr val="404040"/>
                </a:solidFill>
                <a:latin typeface="Times New Roman"/>
                <a:cs typeface="Times New Roman"/>
              </a:rPr>
              <a:t>que</a:t>
            </a:r>
            <a:r>
              <a:rPr sz="2200" spc="-35" dirty="0">
                <a:solidFill>
                  <a:srgbClr val="404040"/>
                </a:solidFill>
                <a:latin typeface="Times New Roman"/>
                <a:cs typeface="Times New Roman"/>
              </a:rPr>
              <a:t> </a:t>
            </a:r>
            <a:r>
              <a:rPr sz="2200" spc="-45" dirty="0">
                <a:solidFill>
                  <a:srgbClr val="404040"/>
                </a:solidFill>
                <a:latin typeface="Times New Roman"/>
                <a:cs typeface="Times New Roman"/>
              </a:rPr>
              <a:t>Node.js,</a:t>
            </a:r>
            <a:r>
              <a:rPr sz="2200" spc="459" dirty="0">
                <a:solidFill>
                  <a:srgbClr val="404040"/>
                </a:solidFill>
                <a:latin typeface="Times New Roman"/>
                <a:cs typeface="Times New Roman"/>
              </a:rPr>
              <a:t> </a:t>
            </a:r>
            <a:r>
              <a:rPr sz="2200" spc="-65" dirty="0">
                <a:solidFill>
                  <a:srgbClr val="404040"/>
                </a:solidFill>
                <a:latin typeface="Times New Roman"/>
                <a:cs typeface="Times New Roman"/>
              </a:rPr>
              <a:t>Angular</a:t>
            </a:r>
            <a:r>
              <a:rPr sz="2200" spc="420" dirty="0">
                <a:solidFill>
                  <a:srgbClr val="404040"/>
                </a:solidFill>
                <a:latin typeface="Times New Roman"/>
                <a:cs typeface="Times New Roman"/>
              </a:rPr>
              <a:t> </a:t>
            </a:r>
            <a:r>
              <a:rPr sz="2200" spc="-10" dirty="0">
                <a:solidFill>
                  <a:srgbClr val="404040"/>
                </a:solidFill>
                <a:latin typeface="Times New Roman"/>
                <a:cs typeface="Times New Roman"/>
              </a:rPr>
              <a:t>ou </a:t>
            </a:r>
            <a:r>
              <a:rPr sz="2200" spc="-5" dirty="0">
                <a:solidFill>
                  <a:srgbClr val="404040"/>
                </a:solidFill>
                <a:latin typeface="Times New Roman"/>
                <a:cs typeface="Times New Roman"/>
              </a:rPr>
              <a:t> </a:t>
            </a:r>
            <a:r>
              <a:rPr sz="2200" spc="-75" dirty="0">
                <a:solidFill>
                  <a:srgbClr val="404040"/>
                </a:solidFill>
                <a:latin typeface="Times New Roman"/>
                <a:cs typeface="Times New Roman"/>
              </a:rPr>
              <a:t>React.</a:t>
            </a:r>
            <a:endParaRPr sz="2200" dirty="0">
              <a:latin typeface="Times New Roman"/>
              <a:cs typeface="Times New Roman"/>
            </a:endParaRPr>
          </a:p>
          <a:p>
            <a:pPr>
              <a:lnSpc>
                <a:spcPct val="100000"/>
              </a:lnSpc>
              <a:buClr>
                <a:srgbClr val="1CACE3"/>
              </a:buClr>
              <a:buFont typeface="Wingdings"/>
              <a:buChar char=""/>
            </a:pPr>
            <a:endParaRPr sz="3100" dirty="0">
              <a:latin typeface="Times New Roman"/>
              <a:cs typeface="Times New Roman"/>
            </a:endParaRPr>
          </a:p>
          <a:p>
            <a:pPr marL="762635" marR="8255" indent="-182880" algn="just">
              <a:lnSpc>
                <a:spcPts val="2380"/>
              </a:lnSpc>
              <a:buClr>
                <a:srgbClr val="1CACE3"/>
              </a:buClr>
              <a:buFont typeface="Wingdings"/>
              <a:buChar char=""/>
              <a:tabLst>
                <a:tab pos="872490" algn="l"/>
              </a:tabLst>
            </a:pPr>
            <a:r>
              <a:rPr sz="2200" spc="-45" dirty="0">
                <a:solidFill>
                  <a:srgbClr val="404040"/>
                </a:solidFill>
                <a:latin typeface="Times New Roman"/>
                <a:cs typeface="Times New Roman"/>
              </a:rPr>
              <a:t>Hybrides</a:t>
            </a:r>
            <a:r>
              <a:rPr sz="2200" spc="-40"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30" dirty="0">
                <a:solidFill>
                  <a:srgbClr val="404040"/>
                </a:solidFill>
                <a:latin typeface="Times New Roman"/>
                <a:cs typeface="Times New Roman"/>
              </a:rPr>
              <a:t> </a:t>
            </a:r>
            <a:r>
              <a:rPr sz="2200" spc="-80" dirty="0">
                <a:solidFill>
                  <a:srgbClr val="404040"/>
                </a:solidFill>
                <a:latin typeface="Times New Roman"/>
                <a:cs typeface="Times New Roman"/>
              </a:rPr>
              <a:t>elles</a:t>
            </a:r>
            <a:r>
              <a:rPr sz="2200" spc="-75" dirty="0">
                <a:solidFill>
                  <a:srgbClr val="404040"/>
                </a:solidFill>
                <a:latin typeface="Times New Roman"/>
                <a:cs typeface="Times New Roman"/>
              </a:rPr>
              <a:t> </a:t>
            </a:r>
            <a:r>
              <a:rPr sz="2200" dirty="0">
                <a:solidFill>
                  <a:srgbClr val="404040"/>
                </a:solidFill>
                <a:latin typeface="Times New Roman"/>
                <a:cs typeface="Times New Roman"/>
              </a:rPr>
              <a:t>sont </a:t>
            </a:r>
            <a:r>
              <a:rPr sz="2200" spc="-45" dirty="0">
                <a:solidFill>
                  <a:srgbClr val="404040"/>
                </a:solidFill>
                <a:latin typeface="Times New Roman"/>
                <a:cs typeface="Times New Roman"/>
              </a:rPr>
              <a:t>développées</a:t>
            </a:r>
            <a:r>
              <a:rPr sz="2200" spc="-40" dirty="0">
                <a:solidFill>
                  <a:srgbClr val="404040"/>
                </a:solidFill>
                <a:latin typeface="Times New Roman"/>
                <a:cs typeface="Times New Roman"/>
              </a:rPr>
              <a:t> </a:t>
            </a:r>
            <a:r>
              <a:rPr sz="2200" spc="-85" dirty="0">
                <a:solidFill>
                  <a:srgbClr val="404040"/>
                </a:solidFill>
                <a:latin typeface="Times New Roman"/>
                <a:cs typeface="Times New Roman"/>
              </a:rPr>
              <a:t>à</a:t>
            </a:r>
            <a:r>
              <a:rPr sz="2200" spc="-80" dirty="0">
                <a:solidFill>
                  <a:srgbClr val="404040"/>
                </a:solidFill>
                <a:latin typeface="Times New Roman"/>
                <a:cs typeface="Times New Roman"/>
              </a:rPr>
              <a:t> </a:t>
            </a:r>
            <a:r>
              <a:rPr sz="2200" spc="-105" dirty="0">
                <a:solidFill>
                  <a:srgbClr val="404040"/>
                </a:solidFill>
                <a:latin typeface="Times New Roman"/>
                <a:cs typeface="Times New Roman"/>
              </a:rPr>
              <a:t>l’aide</a:t>
            </a:r>
            <a:r>
              <a:rPr sz="2200" spc="-100" dirty="0">
                <a:solidFill>
                  <a:srgbClr val="404040"/>
                </a:solidFill>
                <a:latin typeface="Times New Roman"/>
                <a:cs typeface="Times New Roman"/>
              </a:rPr>
              <a:t> </a:t>
            </a:r>
            <a:r>
              <a:rPr sz="2200" spc="-65" dirty="0">
                <a:solidFill>
                  <a:srgbClr val="404040"/>
                </a:solidFill>
                <a:latin typeface="Times New Roman"/>
                <a:cs typeface="Times New Roman"/>
              </a:rPr>
              <a:t>d’un</a:t>
            </a:r>
            <a:r>
              <a:rPr sz="2200" spc="420" dirty="0">
                <a:solidFill>
                  <a:srgbClr val="404040"/>
                </a:solidFill>
                <a:latin typeface="Times New Roman"/>
                <a:cs typeface="Times New Roman"/>
              </a:rPr>
              <a:t> </a:t>
            </a:r>
            <a:r>
              <a:rPr sz="2200" spc="-50" dirty="0">
                <a:solidFill>
                  <a:srgbClr val="404040"/>
                </a:solidFill>
                <a:latin typeface="Times New Roman"/>
                <a:cs typeface="Times New Roman"/>
              </a:rPr>
              <a:t>framework</a:t>
            </a:r>
            <a:r>
              <a:rPr sz="2200" spc="450" dirty="0">
                <a:solidFill>
                  <a:srgbClr val="404040"/>
                </a:solidFill>
                <a:latin typeface="Times New Roman"/>
                <a:cs typeface="Times New Roman"/>
              </a:rPr>
              <a:t> </a:t>
            </a:r>
            <a:r>
              <a:rPr sz="2200" spc="-25" dirty="0">
                <a:solidFill>
                  <a:srgbClr val="404040"/>
                </a:solidFill>
                <a:latin typeface="Times New Roman"/>
                <a:cs typeface="Times New Roman"/>
              </a:rPr>
              <a:t>comme </a:t>
            </a:r>
            <a:r>
              <a:rPr sz="2200" spc="-40" dirty="0">
                <a:solidFill>
                  <a:srgbClr val="404040"/>
                </a:solidFill>
                <a:latin typeface="Times New Roman"/>
                <a:cs typeface="Times New Roman"/>
              </a:rPr>
              <a:t>Ionic, </a:t>
            </a:r>
            <a:r>
              <a:rPr sz="2200" spc="-30" dirty="0">
                <a:solidFill>
                  <a:srgbClr val="404040"/>
                </a:solidFill>
                <a:latin typeface="Times New Roman"/>
                <a:cs typeface="Times New Roman"/>
              </a:rPr>
              <a:t>Flutter, </a:t>
            </a:r>
            <a:r>
              <a:rPr sz="2200" spc="-25" dirty="0">
                <a:solidFill>
                  <a:srgbClr val="404040"/>
                </a:solidFill>
                <a:latin typeface="Times New Roman"/>
                <a:cs typeface="Times New Roman"/>
              </a:rPr>
              <a:t> </a:t>
            </a:r>
            <a:r>
              <a:rPr sz="2200" spc="-70" dirty="0">
                <a:solidFill>
                  <a:srgbClr val="404040"/>
                </a:solidFill>
                <a:latin typeface="Times New Roman"/>
                <a:cs typeface="Times New Roman"/>
              </a:rPr>
              <a:t>React </a:t>
            </a:r>
            <a:r>
              <a:rPr sz="2200" spc="-55" dirty="0">
                <a:solidFill>
                  <a:srgbClr val="404040"/>
                </a:solidFill>
                <a:latin typeface="Times New Roman"/>
                <a:cs typeface="Times New Roman"/>
              </a:rPr>
              <a:t>Native. </a:t>
            </a:r>
            <a:r>
              <a:rPr sz="2200" spc="-70" dirty="0">
                <a:solidFill>
                  <a:srgbClr val="404040"/>
                </a:solidFill>
                <a:latin typeface="Times New Roman"/>
                <a:cs typeface="Times New Roman"/>
              </a:rPr>
              <a:t>. . Ces </a:t>
            </a:r>
            <a:r>
              <a:rPr sz="2200" spc="-50" dirty="0">
                <a:solidFill>
                  <a:srgbClr val="404040"/>
                </a:solidFill>
                <a:latin typeface="Times New Roman"/>
                <a:cs typeface="Times New Roman"/>
              </a:rPr>
              <a:t>frameworks </a:t>
            </a:r>
            <a:r>
              <a:rPr sz="2200" spc="10" dirty="0">
                <a:solidFill>
                  <a:srgbClr val="404040"/>
                </a:solidFill>
                <a:latin typeface="Times New Roman"/>
                <a:cs typeface="Times New Roman"/>
              </a:rPr>
              <a:t>font </a:t>
            </a:r>
            <a:r>
              <a:rPr sz="2200" spc="-30" dirty="0">
                <a:solidFill>
                  <a:srgbClr val="404040"/>
                </a:solidFill>
                <a:latin typeface="Times New Roman"/>
                <a:cs typeface="Times New Roman"/>
              </a:rPr>
              <a:t>abstraction </a:t>
            </a:r>
            <a:r>
              <a:rPr sz="2200" spc="-40" dirty="0">
                <a:solidFill>
                  <a:srgbClr val="404040"/>
                </a:solidFill>
                <a:latin typeface="Times New Roman"/>
                <a:cs typeface="Times New Roman"/>
              </a:rPr>
              <a:t>des </a:t>
            </a:r>
            <a:r>
              <a:rPr sz="2200" spc="-45" dirty="0">
                <a:solidFill>
                  <a:srgbClr val="404040"/>
                </a:solidFill>
                <a:latin typeface="Times New Roman"/>
                <a:cs typeface="Times New Roman"/>
              </a:rPr>
              <a:t>particularités </a:t>
            </a:r>
            <a:r>
              <a:rPr sz="2200" spc="-15" dirty="0">
                <a:solidFill>
                  <a:srgbClr val="404040"/>
                </a:solidFill>
                <a:latin typeface="Times New Roman"/>
                <a:cs typeface="Times New Roman"/>
              </a:rPr>
              <a:t>du </a:t>
            </a:r>
            <a:r>
              <a:rPr sz="2200" spc="-60" dirty="0">
                <a:solidFill>
                  <a:srgbClr val="404040"/>
                </a:solidFill>
                <a:latin typeface="Times New Roman"/>
                <a:cs typeface="Times New Roman"/>
              </a:rPr>
              <a:t>système </a:t>
            </a:r>
            <a:r>
              <a:rPr sz="2200" spc="-135" dirty="0">
                <a:solidFill>
                  <a:srgbClr val="404040"/>
                </a:solidFill>
                <a:latin typeface="Times New Roman"/>
                <a:cs typeface="Times New Roman"/>
              </a:rPr>
              <a:t>:</a:t>
            </a:r>
            <a:r>
              <a:rPr sz="2200" spc="-130" dirty="0">
                <a:solidFill>
                  <a:srgbClr val="404040"/>
                </a:solidFill>
                <a:latin typeface="Times New Roman"/>
                <a:cs typeface="Times New Roman"/>
              </a:rPr>
              <a:t> </a:t>
            </a:r>
            <a:r>
              <a:rPr sz="2200" spc="-100" dirty="0">
                <a:solidFill>
                  <a:srgbClr val="404040"/>
                </a:solidFill>
                <a:latin typeface="Times New Roman"/>
                <a:cs typeface="Times New Roman"/>
              </a:rPr>
              <a:t>la </a:t>
            </a:r>
            <a:r>
              <a:rPr sz="2200" spc="-95" dirty="0">
                <a:solidFill>
                  <a:srgbClr val="404040"/>
                </a:solidFill>
                <a:latin typeface="Times New Roman"/>
                <a:cs typeface="Times New Roman"/>
              </a:rPr>
              <a:t> </a:t>
            </a:r>
            <a:r>
              <a:rPr sz="2200" spc="-40" dirty="0">
                <a:solidFill>
                  <a:srgbClr val="404040"/>
                </a:solidFill>
                <a:latin typeface="Times New Roman"/>
                <a:cs typeface="Times New Roman"/>
              </a:rPr>
              <a:t>même </a:t>
            </a:r>
            <a:r>
              <a:rPr sz="2200" spc="-45" dirty="0">
                <a:solidFill>
                  <a:srgbClr val="404040"/>
                </a:solidFill>
                <a:latin typeface="Times New Roman"/>
                <a:cs typeface="Times New Roman"/>
              </a:rPr>
              <a:t>application</a:t>
            </a:r>
            <a:r>
              <a:rPr sz="2200" spc="-40" dirty="0">
                <a:solidFill>
                  <a:srgbClr val="404040"/>
                </a:solidFill>
                <a:latin typeface="Times New Roman"/>
                <a:cs typeface="Times New Roman"/>
              </a:rPr>
              <a:t> </a:t>
            </a:r>
            <a:r>
              <a:rPr sz="2200" spc="-15" dirty="0">
                <a:solidFill>
                  <a:srgbClr val="404040"/>
                </a:solidFill>
                <a:latin typeface="Times New Roman"/>
                <a:cs typeface="Times New Roman"/>
              </a:rPr>
              <a:t>peut </a:t>
            </a:r>
            <a:r>
              <a:rPr sz="2200" dirty="0">
                <a:solidFill>
                  <a:srgbClr val="404040"/>
                </a:solidFill>
                <a:latin typeface="Times New Roman"/>
                <a:cs typeface="Times New Roman"/>
              </a:rPr>
              <a:t>tourner </a:t>
            </a:r>
            <a:r>
              <a:rPr sz="2200" spc="-85" dirty="0">
                <a:solidFill>
                  <a:srgbClr val="404040"/>
                </a:solidFill>
                <a:latin typeface="Times New Roman"/>
                <a:cs typeface="Times New Roman"/>
              </a:rPr>
              <a:t>à</a:t>
            </a:r>
            <a:r>
              <a:rPr sz="2200" spc="380" dirty="0">
                <a:solidFill>
                  <a:srgbClr val="404040"/>
                </a:solidFill>
                <a:latin typeface="Times New Roman"/>
                <a:cs typeface="Times New Roman"/>
              </a:rPr>
              <a:t> </a:t>
            </a:r>
            <a:r>
              <a:rPr sz="2200" spc="-65" dirty="0">
                <a:solidFill>
                  <a:srgbClr val="404040"/>
                </a:solidFill>
                <a:latin typeface="Times New Roman"/>
                <a:cs typeface="Times New Roman"/>
              </a:rPr>
              <a:t>l’identique</a:t>
            </a:r>
            <a:r>
              <a:rPr sz="2200" spc="420" dirty="0">
                <a:solidFill>
                  <a:srgbClr val="404040"/>
                </a:solidFill>
                <a:latin typeface="Times New Roman"/>
                <a:cs typeface="Times New Roman"/>
              </a:rPr>
              <a:t> </a:t>
            </a:r>
            <a:r>
              <a:rPr sz="2200" spc="-30" dirty="0">
                <a:solidFill>
                  <a:srgbClr val="404040"/>
                </a:solidFill>
                <a:latin typeface="Times New Roman"/>
                <a:cs typeface="Times New Roman"/>
              </a:rPr>
              <a:t>sur </a:t>
            </a:r>
            <a:r>
              <a:rPr sz="2200" spc="-35" dirty="0">
                <a:solidFill>
                  <a:srgbClr val="404040"/>
                </a:solidFill>
                <a:latin typeface="Times New Roman"/>
                <a:cs typeface="Times New Roman"/>
              </a:rPr>
              <a:t>différentes </a:t>
            </a:r>
            <a:r>
              <a:rPr sz="2200" spc="-30" dirty="0">
                <a:solidFill>
                  <a:srgbClr val="404040"/>
                </a:solidFill>
                <a:latin typeface="Times New Roman"/>
                <a:cs typeface="Times New Roman"/>
              </a:rPr>
              <a:t>plateformes </a:t>
            </a:r>
            <a:r>
              <a:rPr sz="2200" spc="-40" dirty="0">
                <a:solidFill>
                  <a:srgbClr val="404040"/>
                </a:solidFill>
                <a:latin typeface="Times New Roman"/>
                <a:cs typeface="Times New Roman"/>
              </a:rPr>
              <a:t>(Android, </a:t>
            </a:r>
            <a:r>
              <a:rPr sz="2200" spc="-35" dirty="0">
                <a:solidFill>
                  <a:srgbClr val="404040"/>
                </a:solidFill>
                <a:latin typeface="Times New Roman"/>
                <a:cs typeface="Times New Roman"/>
              </a:rPr>
              <a:t> </a:t>
            </a:r>
            <a:r>
              <a:rPr sz="2200" spc="-80" dirty="0">
                <a:solidFill>
                  <a:srgbClr val="404040"/>
                </a:solidFill>
                <a:latin typeface="Times New Roman"/>
                <a:cs typeface="Times New Roman"/>
              </a:rPr>
              <a:t>iOS,</a:t>
            </a:r>
            <a:r>
              <a:rPr sz="2200" spc="-5" dirty="0">
                <a:solidFill>
                  <a:srgbClr val="404040"/>
                </a:solidFill>
                <a:latin typeface="Times New Roman"/>
                <a:cs typeface="Times New Roman"/>
              </a:rPr>
              <a:t> </a:t>
            </a:r>
            <a:r>
              <a:rPr sz="2200" spc="-75" dirty="0">
                <a:solidFill>
                  <a:srgbClr val="404040"/>
                </a:solidFill>
                <a:latin typeface="Times New Roman"/>
                <a:cs typeface="Times New Roman"/>
              </a:rPr>
              <a:t>Windows,</a:t>
            </a:r>
            <a:r>
              <a:rPr sz="2200" spc="25" dirty="0">
                <a:solidFill>
                  <a:srgbClr val="404040"/>
                </a:solidFill>
                <a:latin typeface="Times New Roman"/>
                <a:cs typeface="Times New Roman"/>
              </a:rPr>
              <a:t> </a:t>
            </a:r>
            <a:r>
              <a:rPr sz="2200" spc="-65" dirty="0">
                <a:solidFill>
                  <a:srgbClr val="404040"/>
                </a:solidFill>
                <a:latin typeface="Times New Roman"/>
                <a:cs typeface="Times New Roman"/>
              </a:rPr>
              <a:t>Linux.</a:t>
            </a:r>
            <a:r>
              <a:rPr sz="2200" dirty="0">
                <a:solidFill>
                  <a:srgbClr val="404040"/>
                </a:solidFill>
                <a:latin typeface="Times New Roman"/>
                <a:cs typeface="Times New Roman"/>
              </a:rPr>
              <a:t> </a:t>
            </a:r>
            <a:r>
              <a:rPr sz="2200" spc="-70" dirty="0">
                <a:solidFill>
                  <a:srgbClr val="404040"/>
                </a:solidFill>
                <a:latin typeface="Times New Roman"/>
                <a:cs typeface="Times New Roman"/>
              </a:rPr>
              <a:t>.</a:t>
            </a:r>
            <a:r>
              <a:rPr sz="2200" spc="10" dirty="0">
                <a:solidFill>
                  <a:srgbClr val="404040"/>
                </a:solidFill>
                <a:latin typeface="Times New Roman"/>
                <a:cs typeface="Times New Roman"/>
              </a:rPr>
              <a:t> </a:t>
            </a:r>
            <a:r>
              <a:rPr sz="2200" spc="-70" dirty="0">
                <a:solidFill>
                  <a:srgbClr val="404040"/>
                </a:solidFill>
                <a:latin typeface="Times New Roman"/>
                <a:cs typeface="Times New Roman"/>
              </a:rPr>
              <a:t>.</a:t>
            </a:r>
            <a:r>
              <a:rPr sz="2200" dirty="0">
                <a:solidFill>
                  <a:srgbClr val="404040"/>
                </a:solidFill>
                <a:latin typeface="Times New Roman"/>
                <a:cs typeface="Times New Roman"/>
              </a:rPr>
              <a:t> </a:t>
            </a:r>
            <a:r>
              <a:rPr sz="2200" spc="-85" dirty="0" smtClean="0">
                <a:solidFill>
                  <a:srgbClr val="404040"/>
                </a:solidFill>
                <a:latin typeface="Times New Roman"/>
                <a:cs typeface="Times New Roman"/>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219960" cy="574040"/>
          </a:xfrm>
          <a:prstGeom prst="rect">
            <a:avLst/>
          </a:prstGeom>
        </p:spPr>
        <p:txBody>
          <a:bodyPr vert="horz" wrap="square" lIns="0" tIns="12700" rIns="0" bIns="0" rtlCol="0">
            <a:spAutoFit/>
          </a:bodyPr>
          <a:lstStyle/>
          <a:p>
            <a:pPr marL="12700">
              <a:lnSpc>
                <a:spcPct val="100000"/>
              </a:lnSpc>
              <a:spcBef>
                <a:spcPts val="100"/>
              </a:spcBef>
            </a:pPr>
            <a:r>
              <a:rPr spc="-50" dirty="0"/>
              <a:t>Introduction</a:t>
            </a:r>
          </a:p>
        </p:txBody>
      </p:sp>
      <p:sp>
        <p:nvSpPr>
          <p:cNvPr id="3" name="object 3"/>
          <p:cNvSpPr txBox="1"/>
          <p:nvPr/>
        </p:nvSpPr>
        <p:spPr>
          <a:xfrm>
            <a:off x="1084580" y="1173556"/>
            <a:ext cx="6172200" cy="5193030"/>
          </a:xfrm>
          <a:prstGeom prst="rect">
            <a:avLst/>
          </a:prstGeom>
        </p:spPr>
        <p:txBody>
          <a:bodyPr vert="horz" wrap="square" lIns="0" tIns="45719" rIns="0" bIns="0" rtlCol="0">
            <a:spAutoFit/>
          </a:bodyPr>
          <a:lstStyle/>
          <a:p>
            <a:pPr marL="12700" marR="8255" algn="just">
              <a:lnSpc>
                <a:spcPct val="90100"/>
              </a:lnSpc>
              <a:spcBef>
                <a:spcPts val="359"/>
              </a:spcBef>
            </a:pPr>
            <a:r>
              <a:rPr sz="2200" spc="-70" dirty="0">
                <a:solidFill>
                  <a:srgbClr val="404040"/>
                </a:solidFill>
                <a:latin typeface="Times New Roman"/>
                <a:cs typeface="Times New Roman"/>
              </a:rPr>
              <a:t>Les </a:t>
            </a:r>
            <a:r>
              <a:rPr sz="2200" spc="-45" dirty="0">
                <a:solidFill>
                  <a:srgbClr val="404040"/>
                </a:solidFill>
                <a:latin typeface="Times New Roman"/>
                <a:cs typeface="Times New Roman"/>
              </a:rPr>
              <a:t>applications </a:t>
            </a:r>
            <a:r>
              <a:rPr sz="2200" spc="-50" dirty="0">
                <a:solidFill>
                  <a:srgbClr val="404040"/>
                </a:solidFill>
                <a:latin typeface="Times New Roman"/>
                <a:cs typeface="Times New Roman"/>
              </a:rPr>
              <a:t>mobiles </a:t>
            </a:r>
            <a:r>
              <a:rPr sz="2200" spc="-60" dirty="0">
                <a:solidFill>
                  <a:srgbClr val="404040"/>
                </a:solidFill>
                <a:latin typeface="Times New Roman"/>
                <a:cs typeface="Times New Roman"/>
              </a:rPr>
              <a:t>natives </a:t>
            </a:r>
            <a:r>
              <a:rPr sz="2200" dirty="0">
                <a:solidFill>
                  <a:srgbClr val="404040"/>
                </a:solidFill>
                <a:latin typeface="Times New Roman"/>
                <a:cs typeface="Times New Roman"/>
              </a:rPr>
              <a:t>sont </a:t>
            </a:r>
            <a:r>
              <a:rPr sz="2200" spc="-40" dirty="0">
                <a:solidFill>
                  <a:srgbClr val="404040"/>
                </a:solidFill>
                <a:latin typeface="Times New Roman"/>
                <a:cs typeface="Times New Roman"/>
              </a:rPr>
              <a:t>des </a:t>
            </a:r>
            <a:r>
              <a:rPr sz="2200" spc="-30" dirty="0">
                <a:solidFill>
                  <a:srgbClr val="404040"/>
                </a:solidFill>
                <a:latin typeface="Times New Roman"/>
                <a:cs typeface="Times New Roman"/>
              </a:rPr>
              <a:t>programmes </a:t>
            </a:r>
            <a:r>
              <a:rPr sz="2200" spc="-25" dirty="0">
                <a:solidFill>
                  <a:srgbClr val="404040"/>
                </a:solidFill>
                <a:latin typeface="Times New Roman"/>
                <a:cs typeface="Times New Roman"/>
              </a:rPr>
              <a:t> </a:t>
            </a:r>
            <a:r>
              <a:rPr sz="2200" spc="-40" dirty="0">
                <a:solidFill>
                  <a:srgbClr val="404040"/>
                </a:solidFill>
                <a:latin typeface="Times New Roman"/>
                <a:cs typeface="Times New Roman"/>
              </a:rPr>
              <a:t>développés</a:t>
            </a:r>
            <a:r>
              <a:rPr sz="2200" spc="-35" dirty="0">
                <a:solidFill>
                  <a:srgbClr val="404040"/>
                </a:solidFill>
                <a:latin typeface="Times New Roman"/>
                <a:cs typeface="Times New Roman"/>
              </a:rPr>
              <a:t> </a:t>
            </a:r>
            <a:r>
              <a:rPr sz="2200" dirty="0">
                <a:solidFill>
                  <a:srgbClr val="404040"/>
                </a:solidFill>
                <a:latin typeface="Times New Roman"/>
                <a:cs typeface="Times New Roman"/>
              </a:rPr>
              <a:t>pour</a:t>
            </a:r>
            <a:r>
              <a:rPr sz="2200" spc="5" dirty="0">
                <a:solidFill>
                  <a:srgbClr val="404040"/>
                </a:solidFill>
                <a:latin typeface="Times New Roman"/>
                <a:cs typeface="Times New Roman"/>
              </a:rPr>
              <a:t> </a:t>
            </a:r>
            <a:r>
              <a:rPr sz="2200" spc="-15" dirty="0">
                <a:solidFill>
                  <a:srgbClr val="404040"/>
                </a:solidFill>
                <a:latin typeface="Times New Roman"/>
                <a:cs typeface="Times New Roman"/>
              </a:rPr>
              <a:t>fonctionner</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sur</a:t>
            </a:r>
            <a:r>
              <a:rPr sz="2200" spc="-25"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spc="-75" dirty="0">
                <a:solidFill>
                  <a:srgbClr val="404040"/>
                </a:solidFill>
                <a:latin typeface="Times New Roman"/>
                <a:cs typeface="Times New Roman"/>
              </a:rPr>
              <a:t> </a:t>
            </a:r>
            <a:r>
              <a:rPr sz="2200" spc="-65" dirty="0">
                <a:solidFill>
                  <a:srgbClr val="404040"/>
                </a:solidFill>
                <a:latin typeface="Times New Roman"/>
                <a:cs typeface="Times New Roman"/>
              </a:rPr>
              <a:t>systèmes </a:t>
            </a:r>
            <a:r>
              <a:rPr sz="2200" spc="-60" dirty="0">
                <a:solidFill>
                  <a:srgbClr val="404040"/>
                </a:solidFill>
                <a:latin typeface="Times New Roman"/>
                <a:cs typeface="Times New Roman"/>
              </a:rPr>
              <a:t> </a:t>
            </a:r>
            <a:r>
              <a:rPr sz="2200" spc="-35" dirty="0">
                <a:solidFill>
                  <a:srgbClr val="404040"/>
                </a:solidFill>
                <a:latin typeface="Times New Roman"/>
                <a:cs typeface="Times New Roman"/>
              </a:rPr>
              <a:t>d'exploitation</a:t>
            </a:r>
            <a:r>
              <a:rPr sz="2200" spc="10" dirty="0">
                <a:solidFill>
                  <a:srgbClr val="404040"/>
                </a:solidFill>
                <a:latin typeface="Times New Roman"/>
                <a:cs typeface="Times New Roman"/>
              </a:rPr>
              <a:t> </a:t>
            </a:r>
            <a:r>
              <a:rPr sz="2200" spc="-65" dirty="0">
                <a:solidFill>
                  <a:srgbClr val="404040"/>
                </a:solidFill>
                <a:latin typeface="Times New Roman"/>
                <a:cs typeface="Times New Roman"/>
              </a:rPr>
              <a:t>utilisés</a:t>
            </a:r>
            <a:r>
              <a:rPr sz="2200" spc="-20" dirty="0">
                <a:solidFill>
                  <a:srgbClr val="404040"/>
                </a:solidFill>
                <a:latin typeface="Times New Roman"/>
                <a:cs typeface="Times New Roman"/>
              </a:rPr>
              <a:t> </a:t>
            </a:r>
            <a:r>
              <a:rPr sz="2200" spc="-25" dirty="0">
                <a:solidFill>
                  <a:srgbClr val="404040"/>
                </a:solidFill>
                <a:latin typeface="Times New Roman"/>
                <a:cs typeface="Times New Roman"/>
              </a:rPr>
              <a:t>par</a:t>
            </a:r>
            <a:r>
              <a:rPr sz="2200" spc="25"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dirty="0">
                <a:solidFill>
                  <a:srgbClr val="404040"/>
                </a:solidFill>
                <a:latin typeface="Times New Roman"/>
                <a:cs typeface="Times New Roman"/>
              </a:rPr>
              <a:t> </a:t>
            </a:r>
            <a:r>
              <a:rPr sz="2200" spc="-15" dirty="0">
                <a:solidFill>
                  <a:srgbClr val="404040"/>
                </a:solidFill>
                <a:latin typeface="Times New Roman"/>
                <a:cs typeface="Times New Roman"/>
              </a:rPr>
              <a:t>smartphones</a:t>
            </a:r>
            <a:r>
              <a:rPr sz="2200" spc="45" dirty="0">
                <a:solidFill>
                  <a:srgbClr val="404040"/>
                </a:solidFill>
                <a:latin typeface="Times New Roman"/>
                <a:cs typeface="Times New Roman"/>
              </a:rPr>
              <a:t> </a:t>
            </a:r>
            <a:r>
              <a:rPr sz="2200" spc="-20" dirty="0">
                <a:solidFill>
                  <a:srgbClr val="404040"/>
                </a:solidFill>
                <a:latin typeface="Times New Roman"/>
                <a:cs typeface="Times New Roman"/>
              </a:rPr>
              <a:t>et</a:t>
            </a:r>
            <a:r>
              <a:rPr sz="2200" spc="-5" dirty="0">
                <a:solidFill>
                  <a:srgbClr val="404040"/>
                </a:solidFill>
                <a:latin typeface="Times New Roman"/>
                <a:cs typeface="Times New Roman"/>
              </a:rPr>
              <a:t> </a:t>
            </a:r>
            <a:r>
              <a:rPr sz="2200" spc="-50" dirty="0">
                <a:solidFill>
                  <a:srgbClr val="404040"/>
                </a:solidFill>
                <a:latin typeface="Times New Roman"/>
                <a:cs typeface="Times New Roman"/>
              </a:rPr>
              <a:t>tablettes.</a:t>
            </a:r>
            <a:endParaRPr sz="2200">
              <a:latin typeface="Times New Roman"/>
              <a:cs typeface="Times New Roman"/>
            </a:endParaRPr>
          </a:p>
          <a:p>
            <a:pPr marL="12700" marR="5715" algn="just">
              <a:lnSpc>
                <a:spcPct val="90000"/>
              </a:lnSpc>
              <a:spcBef>
                <a:spcPts val="1390"/>
              </a:spcBef>
            </a:pPr>
            <a:r>
              <a:rPr sz="2200" spc="-70" dirty="0">
                <a:solidFill>
                  <a:srgbClr val="404040"/>
                </a:solidFill>
                <a:latin typeface="Times New Roman"/>
                <a:cs typeface="Times New Roman"/>
              </a:rPr>
              <a:t>Ces </a:t>
            </a:r>
            <a:r>
              <a:rPr sz="2200" spc="-40" dirty="0">
                <a:solidFill>
                  <a:srgbClr val="404040"/>
                </a:solidFill>
                <a:latin typeface="Times New Roman"/>
                <a:cs typeface="Times New Roman"/>
              </a:rPr>
              <a:t>programmes, </a:t>
            </a:r>
            <a:r>
              <a:rPr sz="2200" spc="-60" dirty="0">
                <a:solidFill>
                  <a:srgbClr val="404040"/>
                </a:solidFill>
                <a:latin typeface="Times New Roman"/>
                <a:cs typeface="Times New Roman"/>
              </a:rPr>
              <a:t>installées </a:t>
            </a:r>
            <a:r>
              <a:rPr sz="2200" spc="-50" dirty="0">
                <a:solidFill>
                  <a:srgbClr val="404040"/>
                </a:solidFill>
                <a:latin typeface="Times New Roman"/>
                <a:cs typeface="Times New Roman"/>
              </a:rPr>
              <a:t>localement </a:t>
            </a:r>
            <a:r>
              <a:rPr sz="2200" spc="-25" dirty="0">
                <a:solidFill>
                  <a:srgbClr val="404040"/>
                </a:solidFill>
                <a:latin typeface="Times New Roman"/>
                <a:cs typeface="Times New Roman"/>
              </a:rPr>
              <a:t>sur </a:t>
            </a:r>
            <a:r>
              <a:rPr sz="2200" spc="-80" dirty="0">
                <a:solidFill>
                  <a:srgbClr val="404040"/>
                </a:solidFill>
                <a:latin typeface="Times New Roman"/>
                <a:cs typeface="Times New Roman"/>
              </a:rPr>
              <a:t>les </a:t>
            </a:r>
            <a:r>
              <a:rPr sz="2200" spc="-300" dirty="0">
                <a:solidFill>
                  <a:srgbClr val="404040"/>
                </a:solidFill>
                <a:latin typeface="Times New Roman"/>
                <a:cs typeface="Times New Roman"/>
              </a:rPr>
              <a:t>«</a:t>
            </a:r>
            <a:r>
              <a:rPr sz="2200" spc="-295" dirty="0">
                <a:solidFill>
                  <a:srgbClr val="404040"/>
                </a:solidFill>
                <a:latin typeface="Times New Roman"/>
                <a:cs typeface="Times New Roman"/>
              </a:rPr>
              <a:t> </a:t>
            </a:r>
            <a:r>
              <a:rPr sz="2200" spc="-65" dirty="0">
                <a:solidFill>
                  <a:srgbClr val="404040"/>
                </a:solidFill>
                <a:latin typeface="Times New Roman"/>
                <a:cs typeface="Times New Roman"/>
              </a:rPr>
              <a:t>device </a:t>
            </a:r>
            <a:r>
              <a:rPr sz="2200" spc="-185" dirty="0">
                <a:solidFill>
                  <a:srgbClr val="404040"/>
                </a:solidFill>
                <a:latin typeface="Times New Roman"/>
                <a:cs typeface="Times New Roman"/>
              </a:rPr>
              <a:t>», </a:t>
            </a:r>
            <a:r>
              <a:rPr sz="2200" spc="-180" dirty="0">
                <a:solidFill>
                  <a:srgbClr val="404040"/>
                </a:solidFill>
                <a:latin typeface="Times New Roman"/>
                <a:cs typeface="Times New Roman"/>
              </a:rPr>
              <a:t> </a:t>
            </a:r>
            <a:r>
              <a:rPr sz="2200" spc="-45" dirty="0">
                <a:solidFill>
                  <a:srgbClr val="404040"/>
                </a:solidFill>
                <a:latin typeface="Times New Roman"/>
                <a:cs typeface="Times New Roman"/>
              </a:rPr>
              <a:t>utilisent </a:t>
            </a:r>
            <a:r>
              <a:rPr sz="2200" spc="-75" dirty="0">
                <a:solidFill>
                  <a:srgbClr val="404040"/>
                </a:solidFill>
                <a:latin typeface="Times New Roman"/>
                <a:cs typeface="Times New Roman"/>
              </a:rPr>
              <a:t>les </a:t>
            </a:r>
            <a:r>
              <a:rPr sz="2200" spc="-55" dirty="0">
                <a:solidFill>
                  <a:srgbClr val="404040"/>
                </a:solidFill>
                <a:latin typeface="Times New Roman"/>
                <a:cs typeface="Times New Roman"/>
              </a:rPr>
              <a:t>capacités </a:t>
            </a:r>
            <a:r>
              <a:rPr sz="2200" spc="-35" dirty="0">
                <a:solidFill>
                  <a:srgbClr val="404040"/>
                </a:solidFill>
                <a:latin typeface="Times New Roman"/>
                <a:cs typeface="Times New Roman"/>
              </a:rPr>
              <a:t>de </a:t>
            </a:r>
            <a:r>
              <a:rPr sz="2200" spc="-65" dirty="0">
                <a:solidFill>
                  <a:srgbClr val="404040"/>
                </a:solidFill>
                <a:latin typeface="Times New Roman"/>
                <a:cs typeface="Times New Roman"/>
              </a:rPr>
              <a:t>ce </a:t>
            </a:r>
            <a:r>
              <a:rPr sz="2200" spc="-40" dirty="0">
                <a:solidFill>
                  <a:srgbClr val="404040"/>
                </a:solidFill>
                <a:latin typeface="Times New Roman"/>
                <a:cs typeface="Times New Roman"/>
              </a:rPr>
              <a:t>dernier, </a:t>
            </a:r>
            <a:r>
              <a:rPr sz="2200" spc="-45" dirty="0">
                <a:solidFill>
                  <a:srgbClr val="404040"/>
                </a:solidFill>
                <a:latin typeface="Times New Roman"/>
                <a:cs typeface="Times New Roman"/>
              </a:rPr>
              <a:t>couplées </a:t>
            </a:r>
            <a:r>
              <a:rPr sz="2200" spc="-85" dirty="0">
                <a:solidFill>
                  <a:srgbClr val="404040"/>
                </a:solidFill>
                <a:latin typeface="Times New Roman"/>
                <a:cs typeface="Times New Roman"/>
              </a:rPr>
              <a:t>à</a:t>
            </a:r>
            <a:r>
              <a:rPr sz="2200" spc="380" dirty="0">
                <a:solidFill>
                  <a:srgbClr val="404040"/>
                </a:solidFill>
                <a:latin typeface="Times New Roman"/>
                <a:cs typeface="Times New Roman"/>
              </a:rPr>
              <a:t> </a:t>
            </a:r>
            <a:r>
              <a:rPr sz="2200" spc="-75" dirty="0">
                <a:solidFill>
                  <a:srgbClr val="404040"/>
                </a:solidFill>
                <a:latin typeface="Times New Roman"/>
                <a:cs typeface="Times New Roman"/>
              </a:rPr>
              <a:t>celui </a:t>
            </a:r>
            <a:r>
              <a:rPr sz="2200" spc="-35" dirty="0">
                <a:solidFill>
                  <a:srgbClr val="404040"/>
                </a:solidFill>
                <a:latin typeface="Times New Roman"/>
                <a:cs typeface="Times New Roman"/>
              </a:rPr>
              <a:t>de </a:t>
            </a:r>
            <a:r>
              <a:rPr sz="2200" spc="-30" dirty="0">
                <a:solidFill>
                  <a:srgbClr val="404040"/>
                </a:solidFill>
                <a:latin typeface="Times New Roman"/>
                <a:cs typeface="Times New Roman"/>
              </a:rPr>
              <a:t> </a:t>
            </a:r>
            <a:r>
              <a:rPr sz="2200" spc="-5" dirty="0">
                <a:solidFill>
                  <a:srgbClr val="404040"/>
                </a:solidFill>
                <a:latin typeface="Times New Roman"/>
                <a:cs typeface="Times New Roman"/>
              </a:rPr>
              <a:t>son</a:t>
            </a:r>
            <a:r>
              <a:rPr sz="2200" dirty="0">
                <a:solidFill>
                  <a:srgbClr val="404040"/>
                </a:solidFill>
                <a:latin typeface="Times New Roman"/>
                <a:cs typeface="Times New Roman"/>
              </a:rPr>
              <a:t> </a:t>
            </a:r>
            <a:r>
              <a:rPr sz="2200" spc="-65" dirty="0">
                <a:solidFill>
                  <a:srgbClr val="404040"/>
                </a:solidFill>
                <a:latin typeface="Times New Roman"/>
                <a:cs typeface="Times New Roman"/>
              </a:rPr>
              <a:t>OS,</a:t>
            </a:r>
            <a:r>
              <a:rPr sz="2200" spc="-60" dirty="0">
                <a:solidFill>
                  <a:srgbClr val="404040"/>
                </a:solidFill>
                <a:latin typeface="Times New Roman"/>
                <a:cs typeface="Times New Roman"/>
              </a:rPr>
              <a:t> </a:t>
            </a:r>
            <a:r>
              <a:rPr sz="2200" dirty="0">
                <a:solidFill>
                  <a:srgbClr val="404040"/>
                </a:solidFill>
                <a:latin typeface="Times New Roman"/>
                <a:cs typeface="Times New Roman"/>
              </a:rPr>
              <a:t>pour</a:t>
            </a:r>
            <a:r>
              <a:rPr sz="2200" spc="5" dirty="0">
                <a:solidFill>
                  <a:srgbClr val="404040"/>
                </a:solidFill>
                <a:latin typeface="Times New Roman"/>
                <a:cs typeface="Times New Roman"/>
              </a:rPr>
              <a:t> </a:t>
            </a:r>
            <a:r>
              <a:rPr sz="2200" spc="-30" dirty="0">
                <a:solidFill>
                  <a:srgbClr val="404040"/>
                </a:solidFill>
                <a:latin typeface="Times New Roman"/>
                <a:cs typeface="Times New Roman"/>
              </a:rPr>
              <a:t>pouvoir</a:t>
            </a:r>
            <a:r>
              <a:rPr sz="2200" spc="-25" dirty="0">
                <a:solidFill>
                  <a:srgbClr val="404040"/>
                </a:solidFill>
                <a:latin typeface="Times New Roman"/>
                <a:cs typeface="Times New Roman"/>
              </a:rPr>
              <a:t> </a:t>
            </a:r>
            <a:r>
              <a:rPr sz="2200" spc="-15" dirty="0">
                <a:solidFill>
                  <a:srgbClr val="404040"/>
                </a:solidFill>
                <a:latin typeface="Times New Roman"/>
                <a:cs typeface="Times New Roman"/>
              </a:rPr>
              <a:t>fonctionner</a:t>
            </a:r>
            <a:r>
              <a:rPr sz="2200" spc="-10" dirty="0">
                <a:solidFill>
                  <a:srgbClr val="404040"/>
                </a:solidFill>
                <a:latin typeface="Times New Roman"/>
                <a:cs typeface="Times New Roman"/>
              </a:rPr>
              <a:t> </a:t>
            </a:r>
            <a:r>
              <a:rPr sz="2200" spc="-25" dirty="0">
                <a:solidFill>
                  <a:srgbClr val="404040"/>
                </a:solidFill>
                <a:latin typeface="Times New Roman"/>
                <a:cs typeface="Times New Roman"/>
              </a:rPr>
              <a:t>normalement.</a:t>
            </a:r>
            <a:r>
              <a:rPr sz="2200" spc="-20" dirty="0">
                <a:solidFill>
                  <a:srgbClr val="404040"/>
                </a:solidFill>
                <a:latin typeface="Times New Roman"/>
                <a:cs typeface="Times New Roman"/>
              </a:rPr>
              <a:t> </a:t>
            </a:r>
            <a:r>
              <a:rPr sz="2200" spc="-65" dirty="0">
                <a:solidFill>
                  <a:srgbClr val="404040"/>
                </a:solidFill>
                <a:latin typeface="Times New Roman"/>
                <a:cs typeface="Times New Roman"/>
              </a:rPr>
              <a:t>Les </a:t>
            </a:r>
            <a:r>
              <a:rPr sz="2200" spc="-535" dirty="0">
                <a:solidFill>
                  <a:srgbClr val="404040"/>
                </a:solidFill>
                <a:latin typeface="Times New Roman"/>
                <a:cs typeface="Times New Roman"/>
              </a:rPr>
              <a:t> </a:t>
            </a:r>
            <a:r>
              <a:rPr sz="2200" spc="-45" dirty="0">
                <a:solidFill>
                  <a:srgbClr val="404040"/>
                </a:solidFill>
                <a:latin typeface="Times New Roman"/>
                <a:cs typeface="Times New Roman"/>
              </a:rPr>
              <a:t>deux</a:t>
            </a:r>
            <a:r>
              <a:rPr sz="2200" spc="-40" dirty="0">
                <a:solidFill>
                  <a:srgbClr val="404040"/>
                </a:solidFill>
                <a:latin typeface="Times New Roman"/>
                <a:cs typeface="Times New Roman"/>
              </a:rPr>
              <a:t> </a:t>
            </a:r>
            <a:r>
              <a:rPr sz="2200" spc="-45" dirty="0">
                <a:solidFill>
                  <a:srgbClr val="404040"/>
                </a:solidFill>
                <a:latin typeface="Times New Roman"/>
                <a:cs typeface="Times New Roman"/>
              </a:rPr>
              <a:t>principaux</a:t>
            </a:r>
            <a:r>
              <a:rPr sz="2200" spc="-40" dirty="0">
                <a:solidFill>
                  <a:srgbClr val="404040"/>
                </a:solidFill>
                <a:latin typeface="Times New Roman"/>
                <a:cs typeface="Times New Roman"/>
              </a:rPr>
              <a:t> </a:t>
            </a:r>
            <a:r>
              <a:rPr sz="2200" spc="-60" dirty="0">
                <a:solidFill>
                  <a:srgbClr val="404040"/>
                </a:solidFill>
                <a:latin typeface="Times New Roman"/>
                <a:cs typeface="Times New Roman"/>
              </a:rPr>
              <a:t>systèmes</a:t>
            </a:r>
            <a:r>
              <a:rPr sz="2200" spc="-55" dirty="0">
                <a:solidFill>
                  <a:srgbClr val="404040"/>
                </a:solidFill>
                <a:latin typeface="Times New Roman"/>
                <a:cs typeface="Times New Roman"/>
              </a:rPr>
              <a:t> </a:t>
            </a:r>
            <a:r>
              <a:rPr sz="2200" spc="-35" dirty="0">
                <a:solidFill>
                  <a:srgbClr val="404040"/>
                </a:solidFill>
                <a:latin typeface="Times New Roman"/>
                <a:cs typeface="Times New Roman"/>
              </a:rPr>
              <a:t>d'exploitation</a:t>
            </a:r>
            <a:r>
              <a:rPr sz="2200" spc="-30" dirty="0">
                <a:solidFill>
                  <a:srgbClr val="404040"/>
                </a:solidFill>
                <a:latin typeface="Times New Roman"/>
                <a:cs typeface="Times New Roman"/>
              </a:rPr>
              <a:t> </a:t>
            </a:r>
            <a:r>
              <a:rPr sz="2200" spc="-60" dirty="0">
                <a:solidFill>
                  <a:srgbClr val="404040"/>
                </a:solidFill>
                <a:latin typeface="Times New Roman"/>
                <a:cs typeface="Times New Roman"/>
              </a:rPr>
              <a:t>(OS)</a:t>
            </a:r>
            <a:r>
              <a:rPr sz="2200" spc="-55" dirty="0">
                <a:solidFill>
                  <a:srgbClr val="404040"/>
                </a:solidFill>
                <a:latin typeface="Times New Roman"/>
                <a:cs typeface="Times New Roman"/>
              </a:rPr>
              <a:t> </a:t>
            </a:r>
            <a:r>
              <a:rPr sz="2200" spc="-50" dirty="0">
                <a:solidFill>
                  <a:srgbClr val="404040"/>
                </a:solidFill>
                <a:latin typeface="Times New Roman"/>
                <a:cs typeface="Times New Roman"/>
              </a:rPr>
              <a:t>mobiles </a:t>
            </a:r>
            <a:r>
              <a:rPr sz="2200" spc="-45" dirty="0">
                <a:solidFill>
                  <a:srgbClr val="404040"/>
                </a:solidFill>
                <a:latin typeface="Times New Roman"/>
                <a:cs typeface="Times New Roman"/>
              </a:rPr>
              <a:t> </a:t>
            </a:r>
            <a:r>
              <a:rPr sz="2200" dirty="0">
                <a:solidFill>
                  <a:srgbClr val="404040"/>
                </a:solidFill>
                <a:latin typeface="Times New Roman"/>
                <a:cs typeface="Times New Roman"/>
              </a:rPr>
              <a:t>sont</a:t>
            </a:r>
            <a:r>
              <a:rPr sz="2200" spc="-5" dirty="0">
                <a:solidFill>
                  <a:srgbClr val="404040"/>
                </a:solidFill>
                <a:latin typeface="Times New Roman"/>
                <a:cs typeface="Times New Roman"/>
              </a:rPr>
              <a:t> </a:t>
            </a:r>
            <a:r>
              <a:rPr sz="2200" spc="-35" dirty="0">
                <a:solidFill>
                  <a:srgbClr val="404040"/>
                </a:solidFill>
                <a:latin typeface="Times New Roman"/>
                <a:cs typeface="Times New Roman"/>
              </a:rPr>
              <a:t>aujourd'hui</a:t>
            </a:r>
            <a:r>
              <a:rPr sz="2200" spc="20" dirty="0">
                <a:solidFill>
                  <a:srgbClr val="404040"/>
                </a:solidFill>
                <a:latin typeface="Times New Roman"/>
                <a:cs typeface="Times New Roman"/>
              </a:rPr>
              <a:t> </a:t>
            </a:r>
            <a:r>
              <a:rPr sz="2200" spc="-135" dirty="0">
                <a:solidFill>
                  <a:srgbClr val="404040"/>
                </a:solidFill>
                <a:latin typeface="Times New Roman"/>
                <a:cs typeface="Times New Roman"/>
              </a:rPr>
              <a:t>:</a:t>
            </a:r>
            <a:endParaRPr sz="2200">
              <a:latin typeface="Times New Roman"/>
              <a:cs typeface="Times New Roman"/>
            </a:endParaRPr>
          </a:p>
          <a:p>
            <a:pPr marL="762635" marR="6350" indent="-182880" algn="just">
              <a:lnSpc>
                <a:spcPct val="90000"/>
              </a:lnSpc>
              <a:spcBef>
                <a:spcPts val="409"/>
              </a:spcBef>
              <a:buClr>
                <a:srgbClr val="1CACE3"/>
              </a:buClr>
              <a:buSzPct val="95454"/>
              <a:buFont typeface="Wingdings"/>
              <a:buChar char=""/>
              <a:tabLst>
                <a:tab pos="802640" algn="l"/>
              </a:tabLst>
            </a:pPr>
            <a:r>
              <a:rPr sz="2200" spc="-30" dirty="0">
                <a:solidFill>
                  <a:srgbClr val="404040"/>
                </a:solidFill>
                <a:latin typeface="Times New Roman"/>
                <a:cs typeface="Times New Roman"/>
              </a:rPr>
              <a:t>Android</a:t>
            </a:r>
            <a:r>
              <a:rPr sz="2200" spc="-2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30" dirty="0">
                <a:solidFill>
                  <a:srgbClr val="404040"/>
                </a:solidFill>
                <a:latin typeface="Times New Roman"/>
                <a:cs typeface="Times New Roman"/>
              </a:rPr>
              <a:t> </a:t>
            </a:r>
            <a:r>
              <a:rPr sz="2200" spc="-20" dirty="0">
                <a:solidFill>
                  <a:srgbClr val="404040"/>
                </a:solidFill>
                <a:latin typeface="Times New Roman"/>
                <a:cs typeface="Times New Roman"/>
              </a:rPr>
              <a:t>présent</a:t>
            </a:r>
            <a:r>
              <a:rPr sz="2200" spc="-15" dirty="0">
                <a:solidFill>
                  <a:srgbClr val="404040"/>
                </a:solidFill>
                <a:latin typeface="Times New Roman"/>
                <a:cs typeface="Times New Roman"/>
              </a:rPr>
              <a:t> </a:t>
            </a:r>
            <a:r>
              <a:rPr sz="2200" spc="-25" dirty="0">
                <a:solidFill>
                  <a:srgbClr val="404040"/>
                </a:solidFill>
                <a:latin typeface="Times New Roman"/>
                <a:cs typeface="Times New Roman"/>
              </a:rPr>
              <a:t>sur</a:t>
            </a:r>
            <a:r>
              <a:rPr sz="2200" spc="505"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spc="355" dirty="0">
                <a:solidFill>
                  <a:srgbClr val="404040"/>
                </a:solidFill>
                <a:latin typeface="Times New Roman"/>
                <a:cs typeface="Times New Roman"/>
              </a:rPr>
              <a:t> </a:t>
            </a:r>
            <a:r>
              <a:rPr sz="2200" spc="-20" dirty="0">
                <a:solidFill>
                  <a:srgbClr val="404040"/>
                </a:solidFill>
                <a:latin typeface="Times New Roman"/>
                <a:cs typeface="Times New Roman"/>
              </a:rPr>
              <a:t>plupart</a:t>
            </a:r>
            <a:r>
              <a:rPr sz="2200" spc="515" dirty="0">
                <a:solidFill>
                  <a:srgbClr val="404040"/>
                </a:solidFill>
                <a:latin typeface="Times New Roman"/>
                <a:cs typeface="Times New Roman"/>
              </a:rPr>
              <a:t> </a:t>
            </a:r>
            <a:r>
              <a:rPr sz="2200" spc="-40" dirty="0">
                <a:solidFill>
                  <a:srgbClr val="404040"/>
                </a:solidFill>
                <a:latin typeface="Times New Roman"/>
                <a:cs typeface="Times New Roman"/>
              </a:rPr>
              <a:t>des </a:t>
            </a:r>
            <a:r>
              <a:rPr sz="2200" spc="-35" dirty="0">
                <a:solidFill>
                  <a:srgbClr val="404040"/>
                </a:solidFill>
                <a:latin typeface="Times New Roman"/>
                <a:cs typeface="Times New Roman"/>
              </a:rPr>
              <a:t> </a:t>
            </a:r>
            <a:r>
              <a:rPr sz="2200" spc="-25" dirty="0">
                <a:solidFill>
                  <a:srgbClr val="404040"/>
                </a:solidFill>
                <a:latin typeface="Times New Roman"/>
                <a:cs typeface="Times New Roman"/>
              </a:rPr>
              <a:t>smartphones.</a:t>
            </a:r>
            <a:r>
              <a:rPr sz="2200" spc="-20" dirty="0">
                <a:solidFill>
                  <a:srgbClr val="404040"/>
                </a:solidFill>
                <a:latin typeface="Times New Roman"/>
                <a:cs typeface="Times New Roman"/>
              </a:rPr>
              <a:t> </a:t>
            </a:r>
            <a:r>
              <a:rPr sz="2200" spc="-70" dirty="0">
                <a:solidFill>
                  <a:srgbClr val="404040"/>
                </a:solidFill>
                <a:latin typeface="Times New Roman"/>
                <a:cs typeface="Times New Roman"/>
              </a:rPr>
              <a:t>Les</a:t>
            </a:r>
            <a:r>
              <a:rPr sz="2200" spc="-65" dirty="0">
                <a:solidFill>
                  <a:srgbClr val="404040"/>
                </a:solidFill>
                <a:latin typeface="Times New Roman"/>
                <a:cs typeface="Times New Roman"/>
              </a:rPr>
              <a:t> </a:t>
            </a:r>
            <a:r>
              <a:rPr sz="2200" spc="-50" dirty="0">
                <a:solidFill>
                  <a:srgbClr val="404040"/>
                </a:solidFill>
                <a:latin typeface="Times New Roman"/>
                <a:cs typeface="Times New Roman"/>
              </a:rPr>
              <a:t>applications</a:t>
            </a:r>
            <a:r>
              <a:rPr sz="2200" spc="-45" dirty="0">
                <a:solidFill>
                  <a:srgbClr val="404040"/>
                </a:solidFill>
                <a:latin typeface="Times New Roman"/>
                <a:cs typeface="Times New Roman"/>
              </a:rPr>
              <a:t> </a:t>
            </a:r>
            <a:r>
              <a:rPr sz="2200" spc="-30" dirty="0">
                <a:solidFill>
                  <a:srgbClr val="404040"/>
                </a:solidFill>
                <a:latin typeface="Times New Roman"/>
                <a:cs typeface="Times New Roman"/>
              </a:rPr>
              <a:t>Android</a:t>
            </a:r>
            <a:r>
              <a:rPr sz="2200" spc="-25" dirty="0">
                <a:solidFill>
                  <a:srgbClr val="404040"/>
                </a:solidFill>
                <a:latin typeface="Times New Roman"/>
                <a:cs typeface="Times New Roman"/>
              </a:rPr>
              <a:t> </a:t>
            </a:r>
            <a:r>
              <a:rPr sz="2200" dirty="0">
                <a:solidFill>
                  <a:srgbClr val="404040"/>
                </a:solidFill>
                <a:latin typeface="Times New Roman"/>
                <a:cs typeface="Times New Roman"/>
              </a:rPr>
              <a:t>sont </a:t>
            </a:r>
            <a:r>
              <a:rPr sz="2200" spc="5" dirty="0">
                <a:solidFill>
                  <a:srgbClr val="404040"/>
                </a:solidFill>
                <a:latin typeface="Times New Roman"/>
                <a:cs typeface="Times New Roman"/>
              </a:rPr>
              <a:t> </a:t>
            </a:r>
            <a:r>
              <a:rPr sz="2200" spc="-45" dirty="0">
                <a:solidFill>
                  <a:srgbClr val="404040"/>
                </a:solidFill>
                <a:latin typeface="Times New Roman"/>
                <a:cs typeface="Times New Roman"/>
              </a:rPr>
              <a:t>développées</a:t>
            </a:r>
            <a:r>
              <a:rPr sz="2200" spc="-40" dirty="0">
                <a:solidFill>
                  <a:srgbClr val="404040"/>
                </a:solidFill>
                <a:latin typeface="Times New Roman"/>
                <a:cs typeface="Times New Roman"/>
              </a:rPr>
              <a:t> </a:t>
            </a:r>
            <a:r>
              <a:rPr sz="2200" spc="-25" dirty="0">
                <a:solidFill>
                  <a:srgbClr val="404040"/>
                </a:solidFill>
                <a:latin typeface="Times New Roman"/>
                <a:cs typeface="Times New Roman"/>
              </a:rPr>
              <a:t>en </a:t>
            </a:r>
            <a:r>
              <a:rPr sz="2200" spc="-70" dirty="0">
                <a:solidFill>
                  <a:srgbClr val="404040"/>
                </a:solidFill>
                <a:latin typeface="Times New Roman"/>
                <a:cs typeface="Times New Roman"/>
              </a:rPr>
              <a:t>langage</a:t>
            </a:r>
            <a:r>
              <a:rPr sz="2200" spc="409" dirty="0">
                <a:solidFill>
                  <a:srgbClr val="404040"/>
                </a:solidFill>
                <a:latin typeface="Times New Roman"/>
                <a:cs typeface="Times New Roman"/>
              </a:rPr>
              <a:t> </a:t>
            </a:r>
            <a:r>
              <a:rPr sz="2200" spc="-25" dirty="0">
                <a:solidFill>
                  <a:srgbClr val="404040"/>
                </a:solidFill>
                <a:latin typeface="Times New Roman"/>
                <a:cs typeface="Times New Roman"/>
              </a:rPr>
              <a:t>de programmation </a:t>
            </a:r>
            <a:r>
              <a:rPr sz="2200" spc="-125" dirty="0">
                <a:solidFill>
                  <a:srgbClr val="404040"/>
                </a:solidFill>
                <a:latin typeface="Times New Roman"/>
                <a:cs typeface="Times New Roman"/>
              </a:rPr>
              <a:t>Java </a:t>
            </a:r>
            <a:r>
              <a:rPr sz="2200" spc="-120" dirty="0">
                <a:solidFill>
                  <a:srgbClr val="404040"/>
                </a:solidFill>
                <a:latin typeface="Times New Roman"/>
                <a:cs typeface="Times New Roman"/>
              </a:rPr>
              <a:t> </a:t>
            </a:r>
            <a:r>
              <a:rPr sz="2200" spc="-5" dirty="0">
                <a:solidFill>
                  <a:srgbClr val="404040"/>
                </a:solidFill>
                <a:latin typeface="Times New Roman"/>
                <a:cs typeface="Times New Roman"/>
              </a:rPr>
              <a:t>ou</a:t>
            </a:r>
            <a:r>
              <a:rPr sz="2200" dirty="0">
                <a:solidFill>
                  <a:srgbClr val="404040"/>
                </a:solidFill>
                <a:latin typeface="Times New Roman"/>
                <a:cs typeface="Times New Roman"/>
              </a:rPr>
              <a:t> </a:t>
            </a:r>
            <a:r>
              <a:rPr sz="2200" spc="-40" dirty="0">
                <a:solidFill>
                  <a:srgbClr val="404040"/>
                </a:solidFill>
                <a:latin typeface="Times New Roman"/>
                <a:cs typeface="Times New Roman"/>
              </a:rPr>
              <a:t>Kotlin.</a:t>
            </a:r>
            <a:endParaRPr sz="2200">
              <a:latin typeface="Times New Roman"/>
              <a:cs typeface="Times New Roman"/>
            </a:endParaRPr>
          </a:p>
          <a:p>
            <a:pPr marL="762635" marR="5080" indent="-182880" algn="just">
              <a:lnSpc>
                <a:spcPct val="90000"/>
              </a:lnSpc>
              <a:spcBef>
                <a:spcPts val="600"/>
              </a:spcBef>
              <a:buClr>
                <a:srgbClr val="1CACE3"/>
              </a:buClr>
              <a:buSzPct val="95454"/>
              <a:buFont typeface="Wingdings"/>
              <a:buChar char=""/>
              <a:tabLst>
                <a:tab pos="802640" algn="l"/>
              </a:tabLst>
            </a:pPr>
            <a:r>
              <a:rPr sz="2200" spc="-55" dirty="0">
                <a:solidFill>
                  <a:srgbClr val="404040"/>
                </a:solidFill>
                <a:latin typeface="Times New Roman"/>
                <a:cs typeface="Times New Roman"/>
              </a:rPr>
              <a:t>iOS </a:t>
            </a:r>
            <a:r>
              <a:rPr sz="2200" spc="-135" dirty="0">
                <a:solidFill>
                  <a:srgbClr val="404040"/>
                </a:solidFill>
                <a:latin typeface="Times New Roman"/>
                <a:cs typeface="Times New Roman"/>
              </a:rPr>
              <a:t>:</a:t>
            </a:r>
            <a:r>
              <a:rPr sz="2200" spc="-130" dirty="0">
                <a:solidFill>
                  <a:srgbClr val="404040"/>
                </a:solidFill>
                <a:latin typeface="Times New Roman"/>
                <a:cs typeface="Times New Roman"/>
              </a:rPr>
              <a:t> </a:t>
            </a:r>
            <a:r>
              <a:rPr sz="2200" spc="-20" dirty="0">
                <a:solidFill>
                  <a:srgbClr val="404040"/>
                </a:solidFill>
                <a:latin typeface="Times New Roman"/>
                <a:cs typeface="Times New Roman"/>
              </a:rPr>
              <a:t>présent </a:t>
            </a:r>
            <a:r>
              <a:rPr sz="2200" spc="-30" dirty="0">
                <a:solidFill>
                  <a:srgbClr val="404040"/>
                </a:solidFill>
                <a:latin typeface="Times New Roman"/>
                <a:cs typeface="Times New Roman"/>
              </a:rPr>
              <a:t>uniquement sur </a:t>
            </a:r>
            <a:r>
              <a:rPr sz="2200" spc="-85" dirty="0">
                <a:solidFill>
                  <a:srgbClr val="404040"/>
                </a:solidFill>
                <a:latin typeface="Times New Roman"/>
                <a:cs typeface="Times New Roman"/>
              </a:rPr>
              <a:t>les </a:t>
            </a:r>
            <a:r>
              <a:rPr sz="2200" spc="-25" dirty="0">
                <a:solidFill>
                  <a:srgbClr val="404040"/>
                </a:solidFill>
                <a:latin typeface="Times New Roman"/>
                <a:cs typeface="Times New Roman"/>
              </a:rPr>
              <a:t>iPhones </a:t>
            </a:r>
            <a:r>
              <a:rPr sz="2200" spc="-30" dirty="0">
                <a:solidFill>
                  <a:srgbClr val="404040"/>
                </a:solidFill>
                <a:latin typeface="Times New Roman"/>
                <a:cs typeface="Times New Roman"/>
              </a:rPr>
              <a:t>de </a:t>
            </a:r>
            <a:r>
              <a:rPr sz="2200" spc="-100" dirty="0">
                <a:solidFill>
                  <a:srgbClr val="404040"/>
                </a:solidFill>
                <a:latin typeface="Times New Roman"/>
                <a:cs typeface="Times New Roman"/>
              </a:rPr>
              <a:t>la </a:t>
            </a:r>
            <a:r>
              <a:rPr sz="2200" spc="-95" dirty="0">
                <a:solidFill>
                  <a:srgbClr val="404040"/>
                </a:solidFill>
                <a:latin typeface="Times New Roman"/>
                <a:cs typeface="Times New Roman"/>
              </a:rPr>
              <a:t> </a:t>
            </a:r>
            <a:r>
              <a:rPr sz="2200" spc="-40" dirty="0">
                <a:solidFill>
                  <a:srgbClr val="404040"/>
                </a:solidFill>
                <a:latin typeface="Times New Roman"/>
                <a:cs typeface="Times New Roman"/>
              </a:rPr>
              <a:t>marque</a:t>
            </a:r>
            <a:r>
              <a:rPr sz="2200" spc="-35" dirty="0">
                <a:solidFill>
                  <a:srgbClr val="404040"/>
                </a:solidFill>
                <a:latin typeface="Times New Roman"/>
                <a:cs typeface="Times New Roman"/>
              </a:rPr>
              <a:t> </a:t>
            </a:r>
            <a:r>
              <a:rPr sz="2200" spc="-60" dirty="0">
                <a:solidFill>
                  <a:srgbClr val="404040"/>
                </a:solidFill>
                <a:latin typeface="Times New Roman"/>
                <a:cs typeface="Times New Roman"/>
              </a:rPr>
              <a:t>Apple.</a:t>
            </a:r>
            <a:r>
              <a:rPr sz="2200" spc="-55" dirty="0">
                <a:solidFill>
                  <a:srgbClr val="404040"/>
                </a:solidFill>
                <a:latin typeface="Times New Roman"/>
                <a:cs typeface="Times New Roman"/>
              </a:rPr>
              <a:t> </a:t>
            </a:r>
            <a:r>
              <a:rPr sz="2200" spc="-70" dirty="0">
                <a:solidFill>
                  <a:srgbClr val="404040"/>
                </a:solidFill>
                <a:latin typeface="Times New Roman"/>
                <a:cs typeface="Times New Roman"/>
              </a:rPr>
              <a:t>Les</a:t>
            </a:r>
            <a:r>
              <a:rPr sz="2200" spc="-65" dirty="0">
                <a:solidFill>
                  <a:srgbClr val="404040"/>
                </a:solidFill>
                <a:latin typeface="Times New Roman"/>
                <a:cs typeface="Times New Roman"/>
              </a:rPr>
              <a:t> </a:t>
            </a:r>
            <a:r>
              <a:rPr sz="2200" spc="-45" dirty="0">
                <a:solidFill>
                  <a:srgbClr val="404040"/>
                </a:solidFill>
                <a:latin typeface="Times New Roman"/>
                <a:cs typeface="Times New Roman"/>
              </a:rPr>
              <a:t>applications</a:t>
            </a:r>
            <a:r>
              <a:rPr sz="2200" spc="-40" dirty="0">
                <a:solidFill>
                  <a:srgbClr val="404040"/>
                </a:solidFill>
                <a:latin typeface="Times New Roman"/>
                <a:cs typeface="Times New Roman"/>
              </a:rPr>
              <a:t> </a:t>
            </a:r>
            <a:r>
              <a:rPr sz="2200" spc="-50" dirty="0">
                <a:solidFill>
                  <a:srgbClr val="404040"/>
                </a:solidFill>
                <a:latin typeface="Times New Roman"/>
                <a:cs typeface="Times New Roman"/>
              </a:rPr>
              <a:t>iOS</a:t>
            </a:r>
            <a:r>
              <a:rPr sz="2200" spc="-45" dirty="0">
                <a:solidFill>
                  <a:srgbClr val="404040"/>
                </a:solidFill>
                <a:latin typeface="Times New Roman"/>
                <a:cs typeface="Times New Roman"/>
              </a:rPr>
              <a:t> </a:t>
            </a:r>
            <a:r>
              <a:rPr sz="2200" dirty="0">
                <a:solidFill>
                  <a:srgbClr val="404040"/>
                </a:solidFill>
                <a:latin typeface="Times New Roman"/>
                <a:cs typeface="Times New Roman"/>
              </a:rPr>
              <a:t>sont </a:t>
            </a:r>
            <a:r>
              <a:rPr sz="2200" spc="-535" dirty="0">
                <a:solidFill>
                  <a:srgbClr val="404040"/>
                </a:solidFill>
                <a:latin typeface="Times New Roman"/>
                <a:cs typeface="Times New Roman"/>
              </a:rPr>
              <a:t> </a:t>
            </a:r>
            <a:r>
              <a:rPr sz="2200" spc="-45" dirty="0">
                <a:solidFill>
                  <a:srgbClr val="404040"/>
                </a:solidFill>
                <a:latin typeface="Times New Roman"/>
                <a:cs typeface="Times New Roman"/>
              </a:rPr>
              <a:t>développées</a:t>
            </a:r>
            <a:r>
              <a:rPr sz="2200" spc="-40" dirty="0">
                <a:solidFill>
                  <a:srgbClr val="404040"/>
                </a:solidFill>
                <a:latin typeface="Times New Roman"/>
                <a:cs typeface="Times New Roman"/>
              </a:rPr>
              <a:t> </a:t>
            </a:r>
            <a:r>
              <a:rPr sz="2200" spc="-25" dirty="0">
                <a:solidFill>
                  <a:srgbClr val="404040"/>
                </a:solidFill>
                <a:latin typeface="Times New Roman"/>
                <a:cs typeface="Times New Roman"/>
              </a:rPr>
              <a:t>en</a:t>
            </a:r>
            <a:r>
              <a:rPr sz="2200" spc="-20" dirty="0">
                <a:solidFill>
                  <a:srgbClr val="404040"/>
                </a:solidFill>
                <a:latin typeface="Times New Roman"/>
                <a:cs typeface="Times New Roman"/>
              </a:rPr>
              <a:t> </a:t>
            </a:r>
            <a:r>
              <a:rPr sz="2200" spc="-70" dirty="0">
                <a:solidFill>
                  <a:srgbClr val="404040"/>
                </a:solidFill>
                <a:latin typeface="Times New Roman"/>
                <a:cs typeface="Times New Roman"/>
              </a:rPr>
              <a:t>langage</a:t>
            </a:r>
            <a:r>
              <a:rPr sz="2200" spc="-65" dirty="0">
                <a:solidFill>
                  <a:srgbClr val="404040"/>
                </a:solidFill>
                <a:latin typeface="Times New Roman"/>
                <a:cs typeface="Times New Roman"/>
              </a:rPr>
              <a:t> </a:t>
            </a:r>
            <a:r>
              <a:rPr sz="2200" spc="-80" dirty="0">
                <a:solidFill>
                  <a:srgbClr val="404040"/>
                </a:solidFill>
                <a:latin typeface="Times New Roman"/>
                <a:cs typeface="Times New Roman"/>
              </a:rPr>
              <a:t>Swift</a:t>
            </a:r>
            <a:r>
              <a:rPr sz="2200" spc="-75" dirty="0">
                <a:solidFill>
                  <a:srgbClr val="404040"/>
                </a:solidFill>
                <a:latin typeface="Times New Roman"/>
                <a:cs typeface="Times New Roman"/>
              </a:rPr>
              <a:t> </a:t>
            </a:r>
            <a:r>
              <a:rPr sz="2200" spc="-50" dirty="0">
                <a:solidFill>
                  <a:srgbClr val="404040"/>
                </a:solidFill>
                <a:latin typeface="Times New Roman"/>
                <a:cs typeface="Times New Roman"/>
              </a:rPr>
              <a:t>(auparavant </a:t>
            </a:r>
            <a:r>
              <a:rPr sz="2200" spc="-45" dirty="0">
                <a:solidFill>
                  <a:srgbClr val="404040"/>
                </a:solidFill>
                <a:latin typeface="Times New Roman"/>
                <a:cs typeface="Times New Roman"/>
              </a:rPr>
              <a:t> </a:t>
            </a:r>
            <a:r>
              <a:rPr sz="2200" spc="-55" dirty="0">
                <a:solidFill>
                  <a:srgbClr val="404040"/>
                </a:solidFill>
                <a:latin typeface="Times New Roman"/>
                <a:cs typeface="Times New Roman"/>
              </a:rPr>
              <a:t>Objective-C).</a:t>
            </a:r>
            <a:endParaRPr sz="2200">
              <a:latin typeface="Times New Roman"/>
              <a:cs typeface="Times New Roman"/>
            </a:endParaRPr>
          </a:p>
        </p:txBody>
      </p:sp>
      <p:pic>
        <p:nvPicPr>
          <p:cNvPr id="4" name="object 4"/>
          <p:cNvPicPr/>
          <p:nvPr/>
        </p:nvPicPr>
        <p:blipFill>
          <a:blip r:embed="rId3" cstate="print"/>
          <a:stretch>
            <a:fillRect/>
          </a:stretch>
        </p:blipFill>
        <p:spPr>
          <a:xfrm>
            <a:off x="7321679" y="1752600"/>
            <a:ext cx="4870321" cy="3176016"/>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6</a:t>
            </a:fld>
            <a:endParaRP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219960" cy="574040"/>
          </a:xfrm>
          <a:prstGeom prst="rect">
            <a:avLst/>
          </a:prstGeom>
        </p:spPr>
        <p:txBody>
          <a:bodyPr vert="horz" wrap="square" lIns="0" tIns="12700" rIns="0" bIns="0" rtlCol="0">
            <a:spAutoFit/>
          </a:bodyPr>
          <a:lstStyle/>
          <a:p>
            <a:pPr marL="12700">
              <a:lnSpc>
                <a:spcPct val="100000"/>
              </a:lnSpc>
              <a:spcBef>
                <a:spcPts val="100"/>
              </a:spcBef>
            </a:pPr>
            <a:r>
              <a:rPr spc="-50" dirty="0"/>
              <a:t>Introduction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7</a:t>
            </a:fld>
            <a:endParaRPr dirty="0"/>
          </a:p>
        </p:txBody>
      </p:sp>
      <p:sp>
        <p:nvSpPr>
          <p:cNvPr id="3" name="object 3"/>
          <p:cNvSpPr txBox="1"/>
          <p:nvPr/>
        </p:nvSpPr>
        <p:spPr>
          <a:xfrm>
            <a:off x="1084580" y="1155843"/>
            <a:ext cx="10085705" cy="4285615"/>
          </a:xfrm>
          <a:prstGeom prst="rect">
            <a:avLst/>
          </a:prstGeom>
        </p:spPr>
        <p:txBody>
          <a:bodyPr vert="horz" wrap="square" lIns="0" tIns="29845" rIns="0" bIns="0" rtlCol="0">
            <a:spAutoFit/>
          </a:bodyPr>
          <a:lstStyle/>
          <a:p>
            <a:pPr marL="12700">
              <a:lnSpc>
                <a:spcPct val="100000"/>
              </a:lnSpc>
              <a:spcBef>
                <a:spcPts val="235"/>
              </a:spcBef>
            </a:pPr>
            <a:r>
              <a:rPr sz="2200" spc="-70" dirty="0">
                <a:solidFill>
                  <a:srgbClr val="404040"/>
                </a:solidFill>
                <a:latin typeface="Times New Roman"/>
                <a:cs typeface="Times New Roman"/>
              </a:rPr>
              <a:t>Les</a:t>
            </a:r>
            <a:r>
              <a:rPr sz="2200" dirty="0">
                <a:solidFill>
                  <a:srgbClr val="404040"/>
                </a:solidFill>
                <a:latin typeface="Times New Roman"/>
                <a:cs typeface="Times New Roman"/>
              </a:rPr>
              <a:t> </a:t>
            </a:r>
            <a:r>
              <a:rPr sz="2200" spc="-50" dirty="0">
                <a:solidFill>
                  <a:srgbClr val="404040"/>
                </a:solidFill>
                <a:latin typeface="Times New Roman"/>
                <a:cs typeface="Times New Roman"/>
              </a:rPr>
              <a:t>applications</a:t>
            </a:r>
            <a:r>
              <a:rPr sz="2200" spc="45" dirty="0">
                <a:solidFill>
                  <a:srgbClr val="404040"/>
                </a:solidFill>
                <a:latin typeface="Times New Roman"/>
                <a:cs typeface="Times New Roman"/>
              </a:rPr>
              <a:t> </a:t>
            </a:r>
            <a:r>
              <a:rPr sz="2200" spc="-50" dirty="0">
                <a:solidFill>
                  <a:srgbClr val="404040"/>
                </a:solidFill>
                <a:latin typeface="Times New Roman"/>
                <a:cs typeface="Times New Roman"/>
              </a:rPr>
              <a:t>mobiles</a:t>
            </a:r>
            <a:r>
              <a:rPr sz="2200" spc="25" dirty="0">
                <a:solidFill>
                  <a:srgbClr val="404040"/>
                </a:solidFill>
                <a:latin typeface="Times New Roman"/>
                <a:cs typeface="Times New Roman"/>
              </a:rPr>
              <a:t> </a:t>
            </a:r>
            <a:r>
              <a:rPr sz="2200" spc="-60" dirty="0">
                <a:solidFill>
                  <a:srgbClr val="404040"/>
                </a:solidFill>
                <a:latin typeface="Times New Roman"/>
                <a:cs typeface="Times New Roman"/>
              </a:rPr>
              <a:t>natives</a:t>
            </a:r>
            <a:r>
              <a:rPr sz="2200" spc="5" dirty="0">
                <a:solidFill>
                  <a:srgbClr val="404040"/>
                </a:solidFill>
                <a:latin typeface="Times New Roman"/>
                <a:cs typeface="Times New Roman"/>
              </a:rPr>
              <a:t> </a:t>
            </a:r>
            <a:r>
              <a:rPr sz="2200" spc="15" dirty="0">
                <a:solidFill>
                  <a:srgbClr val="404040"/>
                </a:solidFill>
                <a:latin typeface="Times New Roman"/>
                <a:cs typeface="Times New Roman"/>
              </a:rPr>
              <a:t>ont</a:t>
            </a:r>
            <a:r>
              <a:rPr sz="2200" spc="25" dirty="0">
                <a:solidFill>
                  <a:srgbClr val="404040"/>
                </a:solidFill>
                <a:latin typeface="Times New Roman"/>
                <a:cs typeface="Times New Roman"/>
              </a:rPr>
              <a:t> </a:t>
            </a:r>
            <a:r>
              <a:rPr sz="2200" spc="-40" dirty="0">
                <a:solidFill>
                  <a:srgbClr val="404040"/>
                </a:solidFill>
                <a:latin typeface="Times New Roman"/>
                <a:cs typeface="Times New Roman"/>
              </a:rPr>
              <a:t>des</a:t>
            </a:r>
            <a:r>
              <a:rPr sz="2200" spc="-5" dirty="0">
                <a:solidFill>
                  <a:srgbClr val="404040"/>
                </a:solidFill>
                <a:latin typeface="Times New Roman"/>
                <a:cs typeface="Times New Roman"/>
              </a:rPr>
              <a:t> </a:t>
            </a:r>
            <a:r>
              <a:rPr sz="2200" spc="-60" dirty="0">
                <a:solidFill>
                  <a:srgbClr val="404040"/>
                </a:solidFill>
                <a:latin typeface="Times New Roman"/>
                <a:cs typeface="Times New Roman"/>
              </a:rPr>
              <a:t>finalités</a:t>
            </a:r>
            <a:r>
              <a:rPr sz="2200" spc="10" dirty="0">
                <a:solidFill>
                  <a:srgbClr val="404040"/>
                </a:solidFill>
                <a:latin typeface="Times New Roman"/>
                <a:cs typeface="Times New Roman"/>
              </a:rPr>
              <a:t> </a:t>
            </a:r>
            <a:r>
              <a:rPr sz="2200" spc="-25" dirty="0">
                <a:solidFill>
                  <a:srgbClr val="404040"/>
                </a:solidFill>
                <a:latin typeface="Times New Roman"/>
                <a:cs typeface="Times New Roman"/>
              </a:rPr>
              <a:t>très</a:t>
            </a:r>
            <a:r>
              <a:rPr sz="2200" spc="5" dirty="0">
                <a:solidFill>
                  <a:srgbClr val="404040"/>
                </a:solidFill>
                <a:latin typeface="Times New Roman"/>
                <a:cs typeface="Times New Roman"/>
              </a:rPr>
              <a:t> </a:t>
            </a:r>
            <a:r>
              <a:rPr sz="2200" spc="-70" dirty="0">
                <a:solidFill>
                  <a:srgbClr val="404040"/>
                </a:solidFill>
                <a:latin typeface="Times New Roman"/>
                <a:cs typeface="Times New Roman"/>
              </a:rPr>
              <a:t>larges</a:t>
            </a:r>
            <a:r>
              <a:rPr sz="2200" spc="5" dirty="0">
                <a:solidFill>
                  <a:srgbClr val="404040"/>
                </a:solidFill>
                <a:latin typeface="Times New Roman"/>
                <a:cs typeface="Times New Roman"/>
              </a:rPr>
              <a:t> </a:t>
            </a:r>
            <a:r>
              <a:rPr sz="2200" spc="-135" dirty="0">
                <a:solidFill>
                  <a:srgbClr val="404040"/>
                </a:solidFill>
                <a:latin typeface="Times New Roman"/>
                <a:cs typeface="Times New Roman"/>
              </a:rPr>
              <a:t>:</a:t>
            </a:r>
            <a:endParaRPr sz="2200" dirty="0">
              <a:latin typeface="Times New Roman"/>
              <a:cs typeface="Times New Roman"/>
            </a:endParaRPr>
          </a:p>
          <a:p>
            <a:pPr marL="802005" indent="-222885">
              <a:lnSpc>
                <a:spcPct val="100000"/>
              </a:lnSpc>
              <a:spcBef>
                <a:spcPts val="135"/>
              </a:spcBef>
              <a:buClr>
                <a:srgbClr val="1CACE3"/>
              </a:buClr>
              <a:buSzPct val="95454"/>
              <a:buFont typeface="Wingdings"/>
              <a:buChar char=""/>
              <a:tabLst>
                <a:tab pos="802640" algn="l"/>
              </a:tabLst>
            </a:pPr>
            <a:r>
              <a:rPr lang="en-US" sz="2200" spc="-85" dirty="0" smtClean="0">
                <a:solidFill>
                  <a:srgbClr val="404040"/>
                </a:solidFill>
                <a:latin typeface="Times New Roman"/>
                <a:cs typeface="Times New Roman"/>
              </a:rPr>
              <a:t> A</a:t>
            </a:r>
            <a:r>
              <a:rPr sz="2200" spc="-60" dirty="0" smtClean="0">
                <a:solidFill>
                  <a:srgbClr val="404040"/>
                </a:solidFill>
                <a:latin typeface="Times New Roman"/>
                <a:cs typeface="Times New Roman"/>
              </a:rPr>
              <a:t>ider</a:t>
            </a:r>
            <a:r>
              <a:rPr sz="2200" spc="-5" dirty="0" smtClean="0">
                <a:solidFill>
                  <a:srgbClr val="404040"/>
                </a:solidFill>
                <a:latin typeface="Times New Roman"/>
                <a:cs typeface="Times New Roman"/>
              </a:rPr>
              <a:t> </a:t>
            </a:r>
            <a:r>
              <a:rPr sz="2200" spc="-50" dirty="0">
                <a:solidFill>
                  <a:srgbClr val="404040"/>
                </a:solidFill>
                <a:latin typeface="Times New Roman"/>
                <a:cs typeface="Times New Roman"/>
              </a:rPr>
              <a:t>l'utilisateur</a:t>
            </a:r>
            <a:r>
              <a:rPr sz="2200" dirty="0">
                <a:solidFill>
                  <a:srgbClr val="404040"/>
                </a:solidFill>
                <a:latin typeface="Times New Roman"/>
                <a:cs typeface="Times New Roman"/>
              </a:rPr>
              <a:t> </a:t>
            </a:r>
            <a:r>
              <a:rPr sz="2200" spc="-85" dirty="0">
                <a:solidFill>
                  <a:srgbClr val="404040"/>
                </a:solidFill>
                <a:latin typeface="Times New Roman"/>
                <a:cs typeface="Times New Roman"/>
              </a:rPr>
              <a:t>à</a:t>
            </a:r>
            <a:r>
              <a:rPr sz="2200" dirty="0">
                <a:solidFill>
                  <a:srgbClr val="404040"/>
                </a:solidFill>
                <a:latin typeface="Times New Roman"/>
                <a:cs typeface="Times New Roman"/>
              </a:rPr>
              <a:t> </a:t>
            </a:r>
            <a:r>
              <a:rPr sz="2200" spc="-50" dirty="0">
                <a:solidFill>
                  <a:srgbClr val="404040"/>
                </a:solidFill>
                <a:latin typeface="Times New Roman"/>
                <a:cs typeface="Times New Roman"/>
              </a:rPr>
              <a:t>s'organiser;</a:t>
            </a:r>
            <a:endParaRPr sz="2200" dirty="0">
              <a:latin typeface="Times New Roman"/>
              <a:cs typeface="Times New Roman"/>
            </a:endParaRPr>
          </a:p>
          <a:p>
            <a:pPr marL="802005" indent="-222885">
              <a:lnSpc>
                <a:spcPct val="100000"/>
              </a:lnSpc>
              <a:spcBef>
                <a:spcPts val="335"/>
              </a:spcBef>
              <a:buClr>
                <a:srgbClr val="1CACE3"/>
              </a:buClr>
              <a:buSzPct val="95454"/>
              <a:buFont typeface="Wingdings"/>
              <a:buChar char=""/>
              <a:tabLst>
                <a:tab pos="802640" algn="l"/>
              </a:tabLst>
            </a:pPr>
            <a:r>
              <a:rPr lang="en-US" sz="2200" spc="-85" dirty="0" smtClean="0">
                <a:solidFill>
                  <a:srgbClr val="404040"/>
                </a:solidFill>
                <a:latin typeface="Times New Roman"/>
                <a:cs typeface="Times New Roman"/>
              </a:rPr>
              <a:t> </a:t>
            </a:r>
            <a:r>
              <a:rPr lang="en-US" sz="2200" spc="-85" dirty="0" err="1" smtClean="0">
                <a:solidFill>
                  <a:srgbClr val="404040"/>
                </a:solidFill>
                <a:latin typeface="Times New Roman"/>
                <a:cs typeface="Times New Roman"/>
              </a:rPr>
              <a:t>C</a:t>
            </a:r>
            <a:r>
              <a:rPr sz="2200" spc="-35" dirty="0" err="1" smtClean="0">
                <a:solidFill>
                  <a:srgbClr val="404040"/>
                </a:solidFill>
                <a:latin typeface="Times New Roman"/>
                <a:cs typeface="Times New Roman"/>
              </a:rPr>
              <a:t>ommuniquer</a:t>
            </a:r>
            <a:endParaRPr sz="2200" dirty="0">
              <a:latin typeface="Times New Roman"/>
              <a:cs typeface="Times New Roman"/>
            </a:endParaRPr>
          </a:p>
          <a:p>
            <a:pPr marL="802005" indent="-222885">
              <a:lnSpc>
                <a:spcPct val="100000"/>
              </a:lnSpc>
              <a:spcBef>
                <a:spcPts val="340"/>
              </a:spcBef>
              <a:buClr>
                <a:srgbClr val="1CACE3"/>
              </a:buClr>
              <a:buSzPct val="95454"/>
              <a:buFont typeface="Wingdings"/>
              <a:buChar char=""/>
              <a:tabLst>
                <a:tab pos="802640" algn="l"/>
              </a:tabLst>
            </a:pPr>
            <a:r>
              <a:rPr lang="en-US" sz="2200" spc="-85" dirty="0">
                <a:solidFill>
                  <a:srgbClr val="404040"/>
                </a:solidFill>
                <a:latin typeface="Times New Roman"/>
                <a:cs typeface="Times New Roman"/>
              </a:rPr>
              <a:t> </a:t>
            </a:r>
            <a:r>
              <a:rPr lang="en-US" sz="2200" spc="-85" dirty="0" err="1" smtClean="0">
                <a:solidFill>
                  <a:srgbClr val="404040"/>
                </a:solidFill>
                <a:latin typeface="Times New Roman"/>
                <a:cs typeface="Times New Roman"/>
              </a:rPr>
              <a:t>U</a:t>
            </a:r>
            <a:r>
              <a:rPr sz="2200" spc="-55" dirty="0" err="1" smtClean="0">
                <a:solidFill>
                  <a:srgbClr val="404040"/>
                </a:solidFill>
                <a:latin typeface="Times New Roman"/>
                <a:cs typeface="Times New Roman"/>
              </a:rPr>
              <a:t>tiliser</a:t>
            </a:r>
            <a:r>
              <a:rPr sz="2200" spc="-35" dirty="0" smtClean="0">
                <a:solidFill>
                  <a:srgbClr val="404040"/>
                </a:solidFill>
                <a:latin typeface="Times New Roman"/>
                <a:cs typeface="Times New Roman"/>
              </a:rPr>
              <a:t> </a:t>
            </a:r>
            <a:r>
              <a:rPr sz="2200" spc="-40" dirty="0">
                <a:solidFill>
                  <a:srgbClr val="404040"/>
                </a:solidFill>
                <a:latin typeface="Times New Roman"/>
                <a:cs typeface="Times New Roman"/>
              </a:rPr>
              <a:t>des</a:t>
            </a:r>
            <a:r>
              <a:rPr sz="2200" spc="-25" dirty="0">
                <a:solidFill>
                  <a:srgbClr val="404040"/>
                </a:solidFill>
                <a:latin typeface="Times New Roman"/>
                <a:cs typeface="Times New Roman"/>
              </a:rPr>
              <a:t> </a:t>
            </a:r>
            <a:r>
              <a:rPr sz="2200" spc="-60" dirty="0">
                <a:solidFill>
                  <a:srgbClr val="404040"/>
                </a:solidFill>
                <a:latin typeface="Times New Roman"/>
                <a:cs typeface="Times New Roman"/>
              </a:rPr>
              <a:t>services;</a:t>
            </a:r>
            <a:endParaRPr sz="2200" dirty="0">
              <a:latin typeface="Times New Roman"/>
              <a:cs typeface="Times New Roman"/>
            </a:endParaRPr>
          </a:p>
          <a:p>
            <a:pPr marL="802005" indent="-222885">
              <a:lnSpc>
                <a:spcPct val="100000"/>
              </a:lnSpc>
              <a:spcBef>
                <a:spcPts val="335"/>
              </a:spcBef>
              <a:buClr>
                <a:srgbClr val="1CACE3"/>
              </a:buClr>
              <a:buSzPct val="95454"/>
              <a:buFont typeface="Wingdings"/>
              <a:buChar char=""/>
              <a:tabLst>
                <a:tab pos="802640" algn="l"/>
              </a:tabLst>
            </a:pPr>
            <a:r>
              <a:rPr lang="en-US" sz="2200" spc="-85" dirty="0">
                <a:solidFill>
                  <a:srgbClr val="404040"/>
                </a:solidFill>
                <a:latin typeface="Times New Roman"/>
                <a:cs typeface="Times New Roman"/>
              </a:rPr>
              <a:t> </a:t>
            </a:r>
            <a:r>
              <a:rPr lang="en-US" sz="2200" spc="-85" dirty="0" err="1" smtClean="0">
                <a:solidFill>
                  <a:srgbClr val="404040"/>
                </a:solidFill>
                <a:latin typeface="Times New Roman"/>
                <a:cs typeface="Times New Roman"/>
              </a:rPr>
              <a:t>A</a:t>
            </a:r>
            <a:r>
              <a:rPr sz="2200" spc="-45" dirty="0" err="1" smtClean="0">
                <a:solidFill>
                  <a:srgbClr val="404040"/>
                </a:solidFill>
                <a:latin typeface="Times New Roman"/>
                <a:cs typeface="Times New Roman"/>
              </a:rPr>
              <a:t>cheter</a:t>
            </a:r>
            <a:r>
              <a:rPr sz="2200" spc="15" dirty="0" smtClean="0">
                <a:solidFill>
                  <a:srgbClr val="404040"/>
                </a:solidFill>
                <a:latin typeface="Times New Roman"/>
                <a:cs typeface="Times New Roman"/>
              </a:rPr>
              <a:t> </a:t>
            </a:r>
            <a:r>
              <a:rPr sz="2200" spc="-40" dirty="0">
                <a:solidFill>
                  <a:srgbClr val="404040"/>
                </a:solidFill>
                <a:latin typeface="Times New Roman"/>
                <a:cs typeface="Times New Roman"/>
              </a:rPr>
              <a:t>des</a:t>
            </a:r>
            <a:r>
              <a:rPr sz="2200" spc="-20" dirty="0">
                <a:solidFill>
                  <a:srgbClr val="404040"/>
                </a:solidFill>
                <a:latin typeface="Times New Roman"/>
                <a:cs typeface="Times New Roman"/>
              </a:rPr>
              <a:t> </a:t>
            </a:r>
            <a:r>
              <a:rPr sz="2200" spc="-60" dirty="0">
                <a:solidFill>
                  <a:srgbClr val="404040"/>
                </a:solidFill>
                <a:latin typeface="Times New Roman"/>
                <a:cs typeface="Times New Roman"/>
              </a:rPr>
              <a:t>biens;</a:t>
            </a:r>
            <a:endParaRPr sz="2200" dirty="0">
              <a:latin typeface="Times New Roman"/>
              <a:cs typeface="Times New Roman"/>
            </a:endParaRPr>
          </a:p>
          <a:p>
            <a:pPr marL="802005" indent="-222885">
              <a:lnSpc>
                <a:spcPct val="100000"/>
              </a:lnSpc>
              <a:spcBef>
                <a:spcPts val="335"/>
              </a:spcBef>
              <a:buClr>
                <a:srgbClr val="1CACE3"/>
              </a:buClr>
              <a:buSzPct val="95454"/>
              <a:buFont typeface="Wingdings"/>
              <a:buChar char=""/>
              <a:tabLst>
                <a:tab pos="802640" algn="l"/>
              </a:tabLst>
            </a:pPr>
            <a:r>
              <a:rPr lang="en-US" sz="2200" spc="-85" dirty="0">
                <a:solidFill>
                  <a:srgbClr val="404040"/>
                </a:solidFill>
                <a:latin typeface="Times New Roman"/>
                <a:cs typeface="Times New Roman"/>
              </a:rPr>
              <a:t> </a:t>
            </a:r>
            <a:r>
              <a:rPr lang="en-US" sz="2200" spc="-85" dirty="0" err="1" smtClean="0">
                <a:solidFill>
                  <a:srgbClr val="404040"/>
                </a:solidFill>
                <a:latin typeface="Times New Roman"/>
                <a:cs typeface="Times New Roman"/>
              </a:rPr>
              <a:t>I</a:t>
            </a:r>
            <a:r>
              <a:rPr sz="2200" spc="-50" dirty="0" err="1" smtClean="0">
                <a:solidFill>
                  <a:srgbClr val="404040"/>
                </a:solidFill>
                <a:latin typeface="Times New Roman"/>
                <a:cs typeface="Times New Roman"/>
              </a:rPr>
              <a:t>nteragir</a:t>
            </a:r>
            <a:r>
              <a:rPr sz="2200" spc="5" dirty="0" smtClean="0">
                <a:solidFill>
                  <a:srgbClr val="404040"/>
                </a:solidFill>
                <a:latin typeface="Times New Roman"/>
                <a:cs typeface="Times New Roman"/>
              </a:rPr>
              <a:t> </a:t>
            </a:r>
            <a:r>
              <a:rPr sz="2200" spc="-90" dirty="0">
                <a:solidFill>
                  <a:srgbClr val="404040"/>
                </a:solidFill>
                <a:latin typeface="Times New Roman"/>
                <a:cs typeface="Times New Roman"/>
              </a:rPr>
              <a:t>avec</a:t>
            </a:r>
            <a:r>
              <a:rPr sz="2200" dirty="0">
                <a:solidFill>
                  <a:srgbClr val="404040"/>
                </a:solidFill>
                <a:latin typeface="Times New Roman"/>
                <a:cs typeface="Times New Roman"/>
              </a:rPr>
              <a:t> </a:t>
            </a:r>
            <a:r>
              <a:rPr sz="2200" spc="-5" dirty="0">
                <a:solidFill>
                  <a:srgbClr val="404040"/>
                </a:solidFill>
                <a:latin typeface="Times New Roman"/>
                <a:cs typeface="Times New Roman"/>
              </a:rPr>
              <a:t>son</a:t>
            </a:r>
            <a:r>
              <a:rPr sz="2200" dirty="0">
                <a:solidFill>
                  <a:srgbClr val="404040"/>
                </a:solidFill>
                <a:latin typeface="Times New Roman"/>
                <a:cs typeface="Times New Roman"/>
              </a:rPr>
              <a:t> </a:t>
            </a:r>
            <a:r>
              <a:rPr sz="2200" spc="-35" dirty="0">
                <a:solidFill>
                  <a:srgbClr val="404040"/>
                </a:solidFill>
                <a:latin typeface="Times New Roman"/>
                <a:cs typeface="Times New Roman"/>
              </a:rPr>
              <a:t>environnement;</a:t>
            </a:r>
            <a:endParaRPr sz="2200" dirty="0">
              <a:latin typeface="Times New Roman"/>
              <a:cs typeface="Times New Roman"/>
            </a:endParaRPr>
          </a:p>
          <a:p>
            <a:pPr marL="802005" indent="-222885">
              <a:lnSpc>
                <a:spcPct val="100000"/>
              </a:lnSpc>
              <a:spcBef>
                <a:spcPts val="340"/>
              </a:spcBef>
              <a:buClr>
                <a:srgbClr val="1CACE3"/>
              </a:buClr>
              <a:buSzPct val="95454"/>
              <a:buFont typeface="Wingdings"/>
              <a:buChar char=""/>
              <a:tabLst>
                <a:tab pos="802640" algn="l"/>
              </a:tabLst>
            </a:pPr>
            <a:r>
              <a:rPr lang="en-US" sz="2200" spc="-85" dirty="0">
                <a:solidFill>
                  <a:srgbClr val="404040"/>
                </a:solidFill>
                <a:latin typeface="Times New Roman"/>
                <a:cs typeface="Times New Roman"/>
              </a:rPr>
              <a:t> </a:t>
            </a:r>
            <a:r>
              <a:rPr lang="en-US" sz="2200" spc="-85" dirty="0" err="1" smtClean="0">
                <a:solidFill>
                  <a:srgbClr val="404040"/>
                </a:solidFill>
                <a:latin typeface="Times New Roman"/>
                <a:cs typeface="Times New Roman"/>
              </a:rPr>
              <a:t>C</a:t>
            </a:r>
            <a:r>
              <a:rPr sz="2200" spc="-40" dirty="0" err="1" smtClean="0">
                <a:solidFill>
                  <a:srgbClr val="404040"/>
                </a:solidFill>
                <a:latin typeface="Times New Roman"/>
                <a:cs typeface="Times New Roman"/>
              </a:rPr>
              <a:t>réer</a:t>
            </a:r>
            <a:r>
              <a:rPr sz="2200" spc="-10" dirty="0" smtClean="0">
                <a:solidFill>
                  <a:srgbClr val="404040"/>
                </a:solidFill>
                <a:latin typeface="Times New Roman"/>
                <a:cs typeface="Times New Roman"/>
              </a:rPr>
              <a:t> </a:t>
            </a:r>
            <a:r>
              <a:rPr sz="2200" spc="-50" dirty="0">
                <a:solidFill>
                  <a:srgbClr val="404040"/>
                </a:solidFill>
                <a:latin typeface="Times New Roman"/>
                <a:cs typeface="Times New Roman"/>
              </a:rPr>
              <a:t>quelque</a:t>
            </a:r>
            <a:r>
              <a:rPr sz="2200" spc="-40" dirty="0">
                <a:solidFill>
                  <a:srgbClr val="404040"/>
                </a:solidFill>
                <a:latin typeface="Times New Roman"/>
                <a:cs typeface="Times New Roman"/>
              </a:rPr>
              <a:t> </a:t>
            </a:r>
            <a:r>
              <a:rPr sz="2200" spc="-55" dirty="0">
                <a:solidFill>
                  <a:srgbClr val="404040"/>
                </a:solidFill>
                <a:latin typeface="Times New Roman"/>
                <a:cs typeface="Times New Roman"/>
              </a:rPr>
              <a:t>chose;</a:t>
            </a:r>
            <a:endParaRPr sz="2200" dirty="0">
              <a:latin typeface="Times New Roman"/>
              <a:cs typeface="Times New Roman"/>
            </a:endParaRPr>
          </a:p>
          <a:p>
            <a:pPr marL="802005" indent="-222885">
              <a:lnSpc>
                <a:spcPct val="100000"/>
              </a:lnSpc>
              <a:spcBef>
                <a:spcPts val="335"/>
              </a:spcBef>
              <a:buClr>
                <a:srgbClr val="1CACE3"/>
              </a:buClr>
              <a:buSzPct val="95454"/>
              <a:buFont typeface="Wingdings"/>
              <a:buChar char=""/>
              <a:tabLst>
                <a:tab pos="802640" algn="l"/>
              </a:tabLst>
            </a:pPr>
            <a:r>
              <a:rPr lang="en-US" sz="2200" spc="-85" dirty="0">
                <a:solidFill>
                  <a:srgbClr val="404040"/>
                </a:solidFill>
                <a:latin typeface="Times New Roman"/>
                <a:cs typeface="Times New Roman"/>
              </a:rPr>
              <a:t> </a:t>
            </a:r>
            <a:r>
              <a:rPr lang="en-US" sz="2200" spc="-85" dirty="0" err="1" smtClean="0">
                <a:solidFill>
                  <a:srgbClr val="404040"/>
                </a:solidFill>
                <a:latin typeface="Times New Roman"/>
                <a:cs typeface="Times New Roman"/>
              </a:rPr>
              <a:t>A</a:t>
            </a:r>
            <a:r>
              <a:rPr sz="2200" spc="-55" dirty="0" err="1" smtClean="0">
                <a:solidFill>
                  <a:srgbClr val="404040"/>
                </a:solidFill>
                <a:latin typeface="Times New Roman"/>
                <a:cs typeface="Times New Roman"/>
              </a:rPr>
              <a:t>ccéder</a:t>
            </a:r>
            <a:r>
              <a:rPr sz="2200" spc="15" dirty="0" smtClean="0">
                <a:solidFill>
                  <a:srgbClr val="404040"/>
                </a:solidFill>
                <a:latin typeface="Times New Roman"/>
                <a:cs typeface="Times New Roman"/>
              </a:rPr>
              <a:t> </a:t>
            </a:r>
            <a:r>
              <a:rPr sz="2200" spc="-85" dirty="0">
                <a:solidFill>
                  <a:srgbClr val="404040"/>
                </a:solidFill>
                <a:latin typeface="Times New Roman"/>
                <a:cs typeface="Times New Roman"/>
              </a:rPr>
              <a:t>à</a:t>
            </a:r>
            <a:r>
              <a:rPr sz="2200" spc="10" dirty="0">
                <a:solidFill>
                  <a:srgbClr val="404040"/>
                </a:solidFill>
                <a:latin typeface="Times New Roman"/>
                <a:cs typeface="Times New Roman"/>
              </a:rPr>
              <a:t> </a:t>
            </a:r>
            <a:r>
              <a:rPr sz="2200" spc="-25" dirty="0">
                <a:solidFill>
                  <a:srgbClr val="404040"/>
                </a:solidFill>
                <a:latin typeface="Times New Roman"/>
                <a:cs typeface="Times New Roman"/>
              </a:rPr>
              <a:t>l'information</a:t>
            </a:r>
            <a:r>
              <a:rPr sz="2200" spc="45" dirty="0">
                <a:solidFill>
                  <a:srgbClr val="404040"/>
                </a:solidFill>
                <a:latin typeface="Times New Roman"/>
                <a:cs typeface="Times New Roman"/>
              </a:rPr>
              <a:t> </a:t>
            </a:r>
            <a:r>
              <a:rPr sz="2200" spc="-20" dirty="0">
                <a:solidFill>
                  <a:srgbClr val="404040"/>
                </a:solidFill>
                <a:latin typeface="Times New Roman"/>
                <a:cs typeface="Times New Roman"/>
              </a:rPr>
              <a:t>pertinente</a:t>
            </a:r>
            <a:r>
              <a:rPr sz="2200" spc="30" dirty="0">
                <a:solidFill>
                  <a:srgbClr val="404040"/>
                </a:solidFill>
                <a:latin typeface="Times New Roman"/>
                <a:cs typeface="Times New Roman"/>
              </a:rPr>
              <a:t> </a:t>
            </a:r>
            <a:r>
              <a:rPr sz="2200" dirty="0">
                <a:solidFill>
                  <a:srgbClr val="404040"/>
                </a:solidFill>
                <a:latin typeface="Times New Roman"/>
                <a:cs typeface="Times New Roman"/>
              </a:rPr>
              <a:t>pour</a:t>
            </a:r>
            <a:r>
              <a:rPr sz="2200" spc="25" dirty="0">
                <a:solidFill>
                  <a:srgbClr val="404040"/>
                </a:solidFill>
                <a:latin typeface="Times New Roman"/>
                <a:cs typeface="Times New Roman"/>
              </a:rPr>
              <a:t> </a:t>
            </a:r>
            <a:r>
              <a:rPr sz="2200" spc="-60" dirty="0">
                <a:solidFill>
                  <a:srgbClr val="404040"/>
                </a:solidFill>
                <a:latin typeface="Times New Roman"/>
                <a:cs typeface="Times New Roman"/>
              </a:rPr>
              <a:t>ses</a:t>
            </a:r>
            <a:r>
              <a:rPr sz="2200" spc="-10" dirty="0">
                <a:solidFill>
                  <a:srgbClr val="404040"/>
                </a:solidFill>
                <a:latin typeface="Times New Roman"/>
                <a:cs typeface="Times New Roman"/>
              </a:rPr>
              <a:t> </a:t>
            </a:r>
            <a:r>
              <a:rPr sz="2200" spc="-50" dirty="0">
                <a:solidFill>
                  <a:srgbClr val="404040"/>
                </a:solidFill>
                <a:latin typeface="Times New Roman"/>
                <a:cs typeface="Times New Roman"/>
              </a:rPr>
              <a:t>prises</a:t>
            </a:r>
            <a:r>
              <a:rPr sz="2200" dirty="0">
                <a:solidFill>
                  <a:srgbClr val="404040"/>
                </a:solidFill>
                <a:latin typeface="Times New Roman"/>
                <a:cs typeface="Times New Roman"/>
              </a:rPr>
              <a:t> </a:t>
            </a:r>
            <a:r>
              <a:rPr sz="2200" spc="-30" dirty="0">
                <a:solidFill>
                  <a:srgbClr val="404040"/>
                </a:solidFill>
                <a:latin typeface="Times New Roman"/>
                <a:cs typeface="Times New Roman"/>
              </a:rPr>
              <a:t>de</a:t>
            </a:r>
            <a:r>
              <a:rPr sz="2200" dirty="0">
                <a:solidFill>
                  <a:srgbClr val="404040"/>
                </a:solidFill>
                <a:latin typeface="Times New Roman"/>
                <a:cs typeface="Times New Roman"/>
              </a:rPr>
              <a:t> </a:t>
            </a:r>
            <a:r>
              <a:rPr sz="2200" spc="-55" dirty="0">
                <a:solidFill>
                  <a:srgbClr val="404040"/>
                </a:solidFill>
                <a:latin typeface="Times New Roman"/>
                <a:cs typeface="Times New Roman"/>
              </a:rPr>
              <a:t>décisions;</a:t>
            </a:r>
            <a:endParaRPr sz="2200" dirty="0">
              <a:latin typeface="Times New Roman"/>
              <a:cs typeface="Times New Roman"/>
            </a:endParaRPr>
          </a:p>
          <a:p>
            <a:pPr marL="12700">
              <a:lnSpc>
                <a:spcPct val="100000"/>
              </a:lnSpc>
              <a:spcBef>
                <a:spcPts val="1335"/>
              </a:spcBef>
            </a:pPr>
            <a:r>
              <a:rPr sz="2200" spc="-70" dirty="0">
                <a:solidFill>
                  <a:srgbClr val="404040"/>
                </a:solidFill>
                <a:latin typeface="Times New Roman"/>
                <a:cs typeface="Times New Roman"/>
              </a:rPr>
              <a:t>Les</a:t>
            </a:r>
            <a:r>
              <a:rPr sz="2200" spc="10" dirty="0">
                <a:solidFill>
                  <a:srgbClr val="404040"/>
                </a:solidFill>
                <a:latin typeface="Times New Roman"/>
                <a:cs typeface="Times New Roman"/>
              </a:rPr>
              <a:t> </a:t>
            </a:r>
            <a:r>
              <a:rPr sz="2200" spc="-50" dirty="0">
                <a:solidFill>
                  <a:srgbClr val="404040"/>
                </a:solidFill>
                <a:latin typeface="Times New Roman"/>
                <a:cs typeface="Times New Roman"/>
              </a:rPr>
              <a:t>applications</a:t>
            </a:r>
            <a:r>
              <a:rPr sz="2200" spc="45" dirty="0">
                <a:solidFill>
                  <a:srgbClr val="404040"/>
                </a:solidFill>
                <a:latin typeface="Times New Roman"/>
                <a:cs typeface="Times New Roman"/>
              </a:rPr>
              <a:t> </a:t>
            </a:r>
            <a:r>
              <a:rPr sz="2200" spc="-60" dirty="0">
                <a:solidFill>
                  <a:srgbClr val="404040"/>
                </a:solidFill>
                <a:latin typeface="Times New Roman"/>
                <a:cs typeface="Times New Roman"/>
              </a:rPr>
              <a:t>natives</a:t>
            </a:r>
            <a:r>
              <a:rPr sz="2200" spc="15" dirty="0">
                <a:solidFill>
                  <a:srgbClr val="404040"/>
                </a:solidFill>
                <a:latin typeface="Times New Roman"/>
                <a:cs typeface="Times New Roman"/>
              </a:rPr>
              <a:t> </a:t>
            </a:r>
            <a:r>
              <a:rPr sz="2200" dirty="0">
                <a:solidFill>
                  <a:srgbClr val="404040"/>
                </a:solidFill>
                <a:latin typeface="Times New Roman"/>
                <a:cs typeface="Times New Roman"/>
              </a:rPr>
              <a:t>sont</a:t>
            </a:r>
            <a:r>
              <a:rPr sz="2200" spc="10"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dirty="0">
                <a:solidFill>
                  <a:srgbClr val="404040"/>
                </a:solidFill>
                <a:latin typeface="Times New Roman"/>
                <a:cs typeface="Times New Roman"/>
              </a:rPr>
              <a:t> </a:t>
            </a:r>
            <a:r>
              <a:rPr sz="2200" spc="-50" dirty="0">
                <a:solidFill>
                  <a:srgbClr val="404040"/>
                </a:solidFill>
                <a:latin typeface="Times New Roman"/>
                <a:cs typeface="Times New Roman"/>
              </a:rPr>
              <a:t>applications</a:t>
            </a:r>
            <a:r>
              <a:rPr sz="2200" spc="50"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dirty="0">
                <a:solidFill>
                  <a:srgbClr val="404040"/>
                </a:solidFill>
                <a:latin typeface="Times New Roman"/>
                <a:cs typeface="Times New Roman"/>
              </a:rPr>
              <a:t> </a:t>
            </a:r>
            <a:r>
              <a:rPr sz="2200" spc="-50" dirty="0">
                <a:solidFill>
                  <a:srgbClr val="404040"/>
                </a:solidFill>
                <a:latin typeface="Times New Roman"/>
                <a:cs typeface="Times New Roman"/>
              </a:rPr>
              <a:t>plus</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présentes</a:t>
            </a:r>
            <a:r>
              <a:rPr sz="2200" spc="20" dirty="0">
                <a:solidFill>
                  <a:srgbClr val="404040"/>
                </a:solidFill>
                <a:latin typeface="Times New Roman"/>
                <a:cs typeface="Times New Roman"/>
              </a:rPr>
              <a:t> </a:t>
            </a:r>
            <a:r>
              <a:rPr sz="2200" spc="-20" dirty="0">
                <a:solidFill>
                  <a:srgbClr val="404040"/>
                </a:solidFill>
                <a:latin typeface="Times New Roman"/>
                <a:cs typeface="Times New Roman"/>
              </a:rPr>
              <a:t>et</a:t>
            </a:r>
            <a:r>
              <a:rPr sz="2200" spc="5" dirty="0">
                <a:solidFill>
                  <a:srgbClr val="404040"/>
                </a:solidFill>
                <a:latin typeface="Times New Roman"/>
                <a:cs typeface="Times New Roman"/>
              </a:rPr>
              <a:t> </a:t>
            </a:r>
            <a:r>
              <a:rPr sz="2200" spc="-65" dirty="0">
                <a:solidFill>
                  <a:srgbClr val="404040"/>
                </a:solidFill>
                <a:latin typeface="Times New Roman"/>
                <a:cs typeface="Times New Roman"/>
              </a:rPr>
              <a:t>utilisées</a:t>
            </a:r>
            <a:r>
              <a:rPr sz="2200" spc="-15" dirty="0">
                <a:solidFill>
                  <a:srgbClr val="404040"/>
                </a:solidFill>
                <a:latin typeface="Times New Roman"/>
                <a:cs typeface="Times New Roman"/>
              </a:rPr>
              <a:t> </a:t>
            </a:r>
            <a:r>
              <a:rPr sz="2200" spc="-30" dirty="0">
                <a:solidFill>
                  <a:srgbClr val="404040"/>
                </a:solidFill>
                <a:latin typeface="Times New Roman"/>
                <a:cs typeface="Times New Roman"/>
              </a:rPr>
              <a:t>de</a:t>
            </a:r>
            <a:r>
              <a:rPr sz="2200" spc="5" dirty="0">
                <a:solidFill>
                  <a:srgbClr val="404040"/>
                </a:solidFill>
                <a:latin typeface="Times New Roman"/>
                <a:cs typeface="Times New Roman"/>
              </a:rPr>
              <a:t> </a:t>
            </a:r>
            <a:r>
              <a:rPr sz="2200" spc="-10" dirty="0">
                <a:solidFill>
                  <a:srgbClr val="404040"/>
                </a:solidFill>
                <a:latin typeface="Times New Roman"/>
                <a:cs typeface="Times New Roman"/>
              </a:rPr>
              <a:t>nos</a:t>
            </a:r>
            <a:r>
              <a:rPr sz="2200" spc="20" dirty="0">
                <a:solidFill>
                  <a:srgbClr val="404040"/>
                </a:solidFill>
                <a:latin typeface="Times New Roman"/>
                <a:cs typeface="Times New Roman"/>
              </a:rPr>
              <a:t> </a:t>
            </a:r>
            <a:r>
              <a:rPr sz="2200" spc="-55" dirty="0">
                <a:solidFill>
                  <a:srgbClr val="404040"/>
                </a:solidFill>
                <a:latin typeface="Times New Roman"/>
                <a:cs typeface="Times New Roman"/>
              </a:rPr>
              <a:t>jours.</a:t>
            </a:r>
            <a:endParaRPr sz="2200" dirty="0">
              <a:latin typeface="Times New Roman"/>
              <a:cs typeface="Times New Roman"/>
            </a:endParaRPr>
          </a:p>
          <a:p>
            <a:pPr marL="12700" marR="5080">
              <a:lnSpc>
                <a:spcPts val="2380"/>
              </a:lnSpc>
              <a:spcBef>
                <a:spcPts val="1435"/>
              </a:spcBef>
            </a:pPr>
            <a:r>
              <a:rPr sz="2200" dirty="0">
                <a:solidFill>
                  <a:srgbClr val="404040"/>
                </a:solidFill>
                <a:latin typeface="Times New Roman"/>
                <a:cs typeface="Times New Roman"/>
              </a:rPr>
              <a:t>Quand</a:t>
            </a:r>
            <a:r>
              <a:rPr sz="2200" spc="50" dirty="0">
                <a:solidFill>
                  <a:srgbClr val="404040"/>
                </a:solidFill>
                <a:latin typeface="Times New Roman"/>
                <a:cs typeface="Times New Roman"/>
              </a:rPr>
              <a:t> </a:t>
            </a:r>
            <a:r>
              <a:rPr sz="2200" spc="15" dirty="0">
                <a:solidFill>
                  <a:srgbClr val="404040"/>
                </a:solidFill>
                <a:latin typeface="Times New Roman"/>
                <a:cs typeface="Times New Roman"/>
              </a:rPr>
              <a:t>on</a:t>
            </a:r>
            <a:r>
              <a:rPr sz="2200" spc="50" dirty="0">
                <a:solidFill>
                  <a:srgbClr val="404040"/>
                </a:solidFill>
                <a:latin typeface="Times New Roman"/>
                <a:cs typeface="Times New Roman"/>
              </a:rPr>
              <a:t> </a:t>
            </a:r>
            <a:r>
              <a:rPr sz="2200" spc="-45" dirty="0">
                <a:solidFill>
                  <a:srgbClr val="404040"/>
                </a:solidFill>
                <a:latin typeface="Times New Roman"/>
                <a:cs typeface="Times New Roman"/>
              </a:rPr>
              <a:t>parle</a:t>
            </a:r>
            <a:r>
              <a:rPr sz="2200" spc="45" dirty="0">
                <a:solidFill>
                  <a:srgbClr val="404040"/>
                </a:solidFill>
                <a:latin typeface="Times New Roman"/>
                <a:cs typeface="Times New Roman"/>
              </a:rPr>
              <a:t> </a:t>
            </a:r>
            <a:r>
              <a:rPr sz="2200" spc="-40" dirty="0">
                <a:solidFill>
                  <a:srgbClr val="404040"/>
                </a:solidFill>
                <a:latin typeface="Times New Roman"/>
                <a:cs typeface="Times New Roman"/>
              </a:rPr>
              <a:t>d'applications</a:t>
            </a:r>
            <a:r>
              <a:rPr sz="2200" spc="50" dirty="0">
                <a:solidFill>
                  <a:srgbClr val="404040"/>
                </a:solidFill>
                <a:latin typeface="Times New Roman"/>
                <a:cs typeface="Times New Roman"/>
              </a:rPr>
              <a:t> </a:t>
            </a:r>
            <a:r>
              <a:rPr sz="2200" spc="-50" dirty="0">
                <a:solidFill>
                  <a:srgbClr val="404040"/>
                </a:solidFill>
                <a:latin typeface="Times New Roman"/>
                <a:cs typeface="Times New Roman"/>
              </a:rPr>
              <a:t>mobiles</a:t>
            </a:r>
            <a:r>
              <a:rPr sz="2200" spc="45" dirty="0">
                <a:solidFill>
                  <a:srgbClr val="404040"/>
                </a:solidFill>
                <a:latin typeface="Times New Roman"/>
                <a:cs typeface="Times New Roman"/>
              </a:rPr>
              <a:t> </a:t>
            </a:r>
            <a:r>
              <a:rPr sz="2200" spc="-40" dirty="0">
                <a:solidFill>
                  <a:srgbClr val="404040"/>
                </a:solidFill>
                <a:latin typeface="Times New Roman"/>
                <a:cs typeface="Times New Roman"/>
              </a:rPr>
              <a:t>aujourd'hui,</a:t>
            </a:r>
            <a:r>
              <a:rPr sz="2200" spc="65" dirty="0">
                <a:solidFill>
                  <a:srgbClr val="404040"/>
                </a:solidFill>
                <a:latin typeface="Times New Roman"/>
                <a:cs typeface="Times New Roman"/>
              </a:rPr>
              <a:t> </a:t>
            </a:r>
            <a:r>
              <a:rPr sz="2200" spc="20" dirty="0">
                <a:solidFill>
                  <a:srgbClr val="404040"/>
                </a:solidFill>
                <a:latin typeface="Times New Roman"/>
                <a:cs typeface="Times New Roman"/>
              </a:rPr>
              <a:t>on</a:t>
            </a:r>
            <a:r>
              <a:rPr sz="2200" spc="50" dirty="0">
                <a:solidFill>
                  <a:srgbClr val="404040"/>
                </a:solidFill>
                <a:latin typeface="Times New Roman"/>
                <a:cs typeface="Times New Roman"/>
              </a:rPr>
              <a:t> </a:t>
            </a:r>
            <a:r>
              <a:rPr sz="2200" spc="-50" dirty="0">
                <a:solidFill>
                  <a:srgbClr val="404040"/>
                </a:solidFill>
                <a:latin typeface="Times New Roman"/>
                <a:cs typeface="Times New Roman"/>
              </a:rPr>
              <a:t>fait</a:t>
            </a:r>
            <a:r>
              <a:rPr sz="2200" spc="35" dirty="0">
                <a:solidFill>
                  <a:srgbClr val="404040"/>
                </a:solidFill>
                <a:latin typeface="Times New Roman"/>
                <a:cs typeface="Times New Roman"/>
              </a:rPr>
              <a:t> </a:t>
            </a:r>
            <a:r>
              <a:rPr sz="2200" spc="-35" dirty="0">
                <a:solidFill>
                  <a:srgbClr val="404040"/>
                </a:solidFill>
                <a:latin typeface="Times New Roman"/>
                <a:cs typeface="Times New Roman"/>
              </a:rPr>
              <a:t>référence</a:t>
            </a:r>
            <a:r>
              <a:rPr sz="2200" spc="40" dirty="0">
                <a:solidFill>
                  <a:srgbClr val="404040"/>
                </a:solidFill>
                <a:latin typeface="Times New Roman"/>
                <a:cs typeface="Times New Roman"/>
              </a:rPr>
              <a:t> </a:t>
            </a:r>
            <a:r>
              <a:rPr sz="2200" spc="-25" dirty="0">
                <a:solidFill>
                  <a:srgbClr val="404040"/>
                </a:solidFill>
                <a:latin typeface="Times New Roman"/>
                <a:cs typeface="Times New Roman"/>
              </a:rPr>
              <a:t>de</a:t>
            </a:r>
            <a:r>
              <a:rPr sz="2200" spc="40" dirty="0">
                <a:solidFill>
                  <a:srgbClr val="404040"/>
                </a:solidFill>
                <a:latin typeface="Times New Roman"/>
                <a:cs typeface="Times New Roman"/>
              </a:rPr>
              <a:t> </a:t>
            </a:r>
            <a:r>
              <a:rPr sz="2200" spc="-50" dirty="0">
                <a:solidFill>
                  <a:srgbClr val="404040"/>
                </a:solidFill>
                <a:latin typeface="Times New Roman"/>
                <a:cs typeface="Times New Roman"/>
              </a:rPr>
              <a:t>fait</a:t>
            </a:r>
            <a:r>
              <a:rPr sz="2200" spc="50" dirty="0">
                <a:solidFill>
                  <a:srgbClr val="404040"/>
                </a:solidFill>
                <a:latin typeface="Times New Roman"/>
                <a:cs typeface="Times New Roman"/>
              </a:rPr>
              <a:t> </a:t>
            </a:r>
            <a:r>
              <a:rPr sz="2200" spc="-75" dirty="0">
                <a:solidFill>
                  <a:srgbClr val="404040"/>
                </a:solidFill>
                <a:latin typeface="Times New Roman"/>
                <a:cs typeface="Times New Roman"/>
              </a:rPr>
              <a:t>aux</a:t>
            </a:r>
            <a:r>
              <a:rPr sz="2200" spc="55" dirty="0">
                <a:solidFill>
                  <a:srgbClr val="404040"/>
                </a:solidFill>
                <a:latin typeface="Times New Roman"/>
                <a:cs typeface="Times New Roman"/>
              </a:rPr>
              <a:t> </a:t>
            </a:r>
            <a:r>
              <a:rPr sz="2200" spc="-25" dirty="0">
                <a:solidFill>
                  <a:srgbClr val="404040"/>
                </a:solidFill>
                <a:latin typeface="Times New Roman"/>
                <a:cs typeface="Times New Roman"/>
              </a:rPr>
              <a:t>apps</a:t>
            </a:r>
            <a:r>
              <a:rPr sz="2200" spc="45" dirty="0">
                <a:solidFill>
                  <a:srgbClr val="404040"/>
                </a:solidFill>
                <a:latin typeface="Times New Roman"/>
                <a:cs typeface="Times New Roman"/>
              </a:rPr>
              <a:t> </a:t>
            </a:r>
            <a:r>
              <a:rPr sz="2200" spc="-70" dirty="0">
                <a:solidFill>
                  <a:srgbClr val="404040"/>
                </a:solidFill>
                <a:latin typeface="Times New Roman"/>
                <a:cs typeface="Times New Roman"/>
              </a:rPr>
              <a:t>natives. </a:t>
            </a:r>
            <a:r>
              <a:rPr sz="2200" spc="-535" dirty="0">
                <a:solidFill>
                  <a:srgbClr val="404040"/>
                </a:solidFill>
                <a:latin typeface="Times New Roman"/>
                <a:cs typeface="Times New Roman"/>
              </a:rPr>
              <a:t> </a:t>
            </a:r>
            <a:r>
              <a:rPr sz="2200" dirty="0">
                <a:solidFill>
                  <a:srgbClr val="404040"/>
                </a:solidFill>
                <a:latin typeface="Times New Roman"/>
                <a:cs typeface="Times New Roman"/>
              </a:rPr>
              <a:t>Ex</a:t>
            </a:r>
            <a:r>
              <a:rPr sz="2200" spc="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dirty="0">
                <a:solidFill>
                  <a:srgbClr val="404040"/>
                </a:solidFill>
                <a:latin typeface="Times New Roman"/>
                <a:cs typeface="Times New Roman"/>
              </a:rPr>
              <a:t> </a:t>
            </a:r>
            <a:r>
              <a:rPr sz="2200" spc="-55" dirty="0">
                <a:solidFill>
                  <a:srgbClr val="404040"/>
                </a:solidFill>
                <a:latin typeface="Times New Roman"/>
                <a:cs typeface="Times New Roman"/>
              </a:rPr>
              <a:t>Whatsapp,</a:t>
            </a:r>
            <a:r>
              <a:rPr sz="2200" spc="60" dirty="0">
                <a:solidFill>
                  <a:srgbClr val="404040"/>
                </a:solidFill>
                <a:latin typeface="Times New Roman"/>
                <a:cs typeface="Times New Roman"/>
              </a:rPr>
              <a:t> </a:t>
            </a:r>
            <a:r>
              <a:rPr sz="2200" spc="-65" dirty="0">
                <a:solidFill>
                  <a:srgbClr val="404040"/>
                </a:solidFill>
                <a:latin typeface="Times New Roman"/>
                <a:cs typeface="Times New Roman"/>
              </a:rPr>
              <a:t>Messenger,</a:t>
            </a:r>
            <a:r>
              <a:rPr sz="2200" spc="25" dirty="0">
                <a:solidFill>
                  <a:srgbClr val="404040"/>
                </a:solidFill>
                <a:latin typeface="Times New Roman"/>
                <a:cs typeface="Times New Roman"/>
              </a:rPr>
              <a:t> </a:t>
            </a:r>
            <a:r>
              <a:rPr sz="2200" spc="-55" dirty="0">
                <a:solidFill>
                  <a:srgbClr val="404040"/>
                </a:solidFill>
                <a:latin typeface="Times New Roman"/>
                <a:cs typeface="Times New Roman"/>
              </a:rPr>
              <a:t>Snapchat...</a:t>
            </a:r>
            <a:endParaRPr sz="2200" dirty="0">
              <a:latin typeface="Times New Roman"/>
              <a:cs typeface="Times New Roman"/>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219960" cy="574040"/>
          </a:xfrm>
          <a:prstGeom prst="rect">
            <a:avLst/>
          </a:prstGeom>
        </p:spPr>
        <p:txBody>
          <a:bodyPr vert="horz" wrap="square" lIns="0" tIns="12700" rIns="0" bIns="0" rtlCol="0">
            <a:spAutoFit/>
          </a:bodyPr>
          <a:lstStyle/>
          <a:p>
            <a:pPr marL="12700">
              <a:lnSpc>
                <a:spcPct val="100000"/>
              </a:lnSpc>
              <a:spcBef>
                <a:spcPts val="100"/>
              </a:spcBef>
            </a:pPr>
            <a:r>
              <a:rPr spc="-50" dirty="0"/>
              <a:t>Introduction</a:t>
            </a:r>
          </a:p>
        </p:txBody>
      </p:sp>
      <p:sp>
        <p:nvSpPr>
          <p:cNvPr id="3" name="object 3"/>
          <p:cNvSpPr txBox="1"/>
          <p:nvPr/>
        </p:nvSpPr>
        <p:spPr>
          <a:xfrm>
            <a:off x="1084580" y="1001674"/>
            <a:ext cx="5063490" cy="5194300"/>
          </a:xfrm>
          <a:prstGeom prst="rect">
            <a:avLst/>
          </a:prstGeom>
        </p:spPr>
        <p:txBody>
          <a:bodyPr vert="horz" wrap="square" lIns="0" tIns="160020" rIns="0" bIns="0" rtlCol="0">
            <a:spAutoFit/>
          </a:bodyPr>
          <a:lstStyle/>
          <a:p>
            <a:pPr marL="12700">
              <a:lnSpc>
                <a:spcPct val="100000"/>
              </a:lnSpc>
              <a:spcBef>
                <a:spcPts val="1260"/>
              </a:spcBef>
            </a:pPr>
            <a:r>
              <a:rPr sz="1950" spc="-75" dirty="0">
                <a:solidFill>
                  <a:srgbClr val="404040"/>
                </a:solidFill>
                <a:latin typeface="Times New Roman"/>
                <a:cs typeface="Times New Roman"/>
              </a:rPr>
              <a:t>Avantages:</a:t>
            </a:r>
            <a:endParaRPr sz="1950" dirty="0">
              <a:latin typeface="Times New Roman"/>
              <a:cs typeface="Times New Roman"/>
            </a:endParaRPr>
          </a:p>
          <a:p>
            <a:pPr marL="104139" marR="5715" indent="-92075" algn="just">
              <a:lnSpc>
                <a:spcPct val="90000"/>
              </a:lnSpc>
              <a:spcBef>
                <a:spcPts val="1400"/>
              </a:spcBef>
              <a:buClr>
                <a:srgbClr val="1CACE3"/>
              </a:buClr>
              <a:buSzPct val="94871"/>
              <a:buFont typeface="Wingdings"/>
              <a:buChar char=""/>
              <a:tabLst>
                <a:tab pos="127000" algn="l"/>
              </a:tabLst>
            </a:pPr>
            <a:r>
              <a:rPr sz="1950" spc="-5" dirty="0">
                <a:solidFill>
                  <a:srgbClr val="404040"/>
                </a:solidFill>
                <a:latin typeface="Times New Roman"/>
                <a:cs typeface="Times New Roman"/>
              </a:rPr>
              <a:t>Un nombre important </a:t>
            </a:r>
            <a:r>
              <a:rPr sz="1950" spc="-30" dirty="0">
                <a:solidFill>
                  <a:srgbClr val="404040"/>
                </a:solidFill>
                <a:latin typeface="Times New Roman"/>
                <a:cs typeface="Times New Roman"/>
              </a:rPr>
              <a:t>de </a:t>
            </a:r>
            <a:r>
              <a:rPr sz="1950" spc="-25" dirty="0">
                <a:solidFill>
                  <a:srgbClr val="404040"/>
                </a:solidFill>
                <a:latin typeface="Times New Roman"/>
                <a:cs typeface="Times New Roman"/>
              </a:rPr>
              <a:t>fonctionnalités </a:t>
            </a:r>
            <a:r>
              <a:rPr sz="1950" spc="-55" dirty="0">
                <a:solidFill>
                  <a:srgbClr val="404040"/>
                </a:solidFill>
                <a:latin typeface="Times New Roman"/>
                <a:cs typeface="Times New Roman"/>
              </a:rPr>
              <a:t>qu'elles </a:t>
            </a:r>
            <a:r>
              <a:rPr sz="1950" spc="-50" dirty="0">
                <a:solidFill>
                  <a:srgbClr val="404040"/>
                </a:solidFill>
                <a:latin typeface="Times New Roman"/>
                <a:cs typeface="Times New Roman"/>
              </a:rPr>
              <a:t> </a:t>
            </a:r>
            <a:r>
              <a:rPr sz="1950" spc="-30" dirty="0">
                <a:solidFill>
                  <a:srgbClr val="404040"/>
                </a:solidFill>
                <a:latin typeface="Times New Roman"/>
                <a:cs typeface="Times New Roman"/>
              </a:rPr>
              <a:t>peuvent </a:t>
            </a:r>
            <a:r>
              <a:rPr sz="1950" spc="-15" dirty="0">
                <a:solidFill>
                  <a:srgbClr val="404040"/>
                </a:solidFill>
                <a:latin typeface="Times New Roman"/>
                <a:cs typeface="Times New Roman"/>
              </a:rPr>
              <a:t>contenir et une </a:t>
            </a:r>
            <a:r>
              <a:rPr sz="1950" spc="-40" dirty="0">
                <a:solidFill>
                  <a:srgbClr val="404040"/>
                </a:solidFill>
                <a:latin typeface="Times New Roman"/>
                <a:cs typeface="Times New Roman"/>
              </a:rPr>
              <a:t>expérience</a:t>
            </a:r>
            <a:r>
              <a:rPr sz="1950" spc="-35" dirty="0">
                <a:solidFill>
                  <a:srgbClr val="404040"/>
                </a:solidFill>
                <a:latin typeface="Times New Roman"/>
                <a:cs typeface="Times New Roman"/>
              </a:rPr>
              <a:t> </a:t>
            </a:r>
            <a:r>
              <a:rPr sz="1950" spc="-45" dirty="0">
                <a:solidFill>
                  <a:srgbClr val="404040"/>
                </a:solidFill>
                <a:latin typeface="Times New Roman"/>
                <a:cs typeface="Times New Roman"/>
              </a:rPr>
              <a:t>riche</a:t>
            </a:r>
            <a:r>
              <a:rPr sz="1950" spc="-40" dirty="0">
                <a:solidFill>
                  <a:srgbClr val="404040"/>
                </a:solidFill>
                <a:latin typeface="Times New Roman"/>
                <a:cs typeface="Times New Roman"/>
              </a:rPr>
              <a:t> </a:t>
            </a:r>
            <a:r>
              <a:rPr sz="1950" spc="-55" dirty="0">
                <a:solidFill>
                  <a:srgbClr val="404040"/>
                </a:solidFill>
                <a:latin typeface="Times New Roman"/>
                <a:cs typeface="Times New Roman"/>
              </a:rPr>
              <a:t>qu'elles </a:t>
            </a:r>
            <a:r>
              <a:rPr sz="1950" spc="-50" dirty="0">
                <a:solidFill>
                  <a:srgbClr val="404040"/>
                </a:solidFill>
                <a:latin typeface="Times New Roman"/>
                <a:cs typeface="Times New Roman"/>
              </a:rPr>
              <a:t> </a:t>
            </a:r>
            <a:r>
              <a:rPr sz="1950" dirty="0">
                <a:solidFill>
                  <a:srgbClr val="404040"/>
                </a:solidFill>
                <a:latin typeface="Times New Roman"/>
                <a:cs typeface="Times New Roman"/>
              </a:rPr>
              <a:t>proposent</a:t>
            </a:r>
            <a:r>
              <a:rPr sz="1950" spc="-5" dirty="0">
                <a:solidFill>
                  <a:srgbClr val="404040"/>
                </a:solidFill>
                <a:latin typeface="Times New Roman"/>
                <a:cs typeface="Times New Roman"/>
              </a:rPr>
              <a:t> </a:t>
            </a:r>
            <a:r>
              <a:rPr sz="1950" spc="-70" dirty="0">
                <a:solidFill>
                  <a:srgbClr val="404040"/>
                </a:solidFill>
                <a:latin typeface="Times New Roman"/>
                <a:cs typeface="Times New Roman"/>
              </a:rPr>
              <a:t>à</a:t>
            </a:r>
            <a:r>
              <a:rPr sz="1950" dirty="0">
                <a:solidFill>
                  <a:srgbClr val="404040"/>
                </a:solidFill>
                <a:latin typeface="Times New Roman"/>
                <a:cs typeface="Times New Roman"/>
              </a:rPr>
              <a:t> </a:t>
            </a:r>
            <a:r>
              <a:rPr sz="1950" spc="-45" dirty="0">
                <a:solidFill>
                  <a:srgbClr val="404040"/>
                </a:solidFill>
                <a:latin typeface="Times New Roman"/>
                <a:cs typeface="Times New Roman"/>
              </a:rPr>
              <a:t>leurs</a:t>
            </a:r>
            <a:r>
              <a:rPr sz="1950" spc="-15" dirty="0">
                <a:solidFill>
                  <a:srgbClr val="404040"/>
                </a:solidFill>
                <a:latin typeface="Times New Roman"/>
                <a:cs typeface="Times New Roman"/>
              </a:rPr>
              <a:t> </a:t>
            </a:r>
            <a:r>
              <a:rPr sz="1950" spc="-50" dirty="0">
                <a:solidFill>
                  <a:srgbClr val="404040"/>
                </a:solidFill>
                <a:latin typeface="Times New Roman"/>
                <a:cs typeface="Times New Roman"/>
              </a:rPr>
              <a:t>utilisateurs.</a:t>
            </a:r>
            <a:endParaRPr sz="1950" dirty="0">
              <a:latin typeface="Times New Roman"/>
              <a:cs typeface="Times New Roman"/>
            </a:endParaRPr>
          </a:p>
          <a:p>
            <a:pPr marL="104139" marR="5715" indent="-92075" algn="just">
              <a:lnSpc>
                <a:spcPct val="89900"/>
              </a:lnSpc>
              <a:spcBef>
                <a:spcPts val="1400"/>
              </a:spcBef>
              <a:buClr>
                <a:srgbClr val="1CACE3"/>
              </a:buClr>
              <a:buSzPct val="94871"/>
              <a:buFont typeface="Wingdings"/>
              <a:buChar char=""/>
              <a:tabLst>
                <a:tab pos="127000" algn="l"/>
              </a:tabLst>
            </a:pPr>
            <a:r>
              <a:rPr sz="1950" spc="-65" dirty="0">
                <a:solidFill>
                  <a:srgbClr val="404040"/>
                </a:solidFill>
                <a:latin typeface="Times New Roman"/>
                <a:cs typeface="Times New Roman"/>
              </a:rPr>
              <a:t>Le </a:t>
            </a:r>
            <a:r>
              <a:rPr sz="1950" dirty="0">
                <a:solidFill>
                  <a:srgbClr val="404040"/>
                </a:solidFill>
                <a:latin typeface="Times New Roman"/>
                <a:cs typeface="Times New Roman"/>
              </a:rPr>
              <a:t>format </a:t>
            </a:r>
            <a:r>
              <a:rPr sz="1950" spc="-35" dirty="0">
                <a:solidFill>
                  <a:srgbClr val="404040"/>
                </a:solidFill>
                <a:latin typeface="Times New Roman"/>
                <a:cs typeface="Times New Roman"/>
              </a:rPr>
              <a:t>natif </a:t>
            </a:r>
            <a:r>
              <a:rPr sz="1950" spc="-30" dirty="0">
                <a:solidFill>
                  <a:srgbClr val="404040"/>
                </a:solidFill>
                <a:latin typeface="Times New Roman"/>
                <a:cs typeface="Times New Roman"/>
              </a:rPr>
              <a:t>est </a:t>
            </a:r>
            <a:r>
              <a:rPr sz="1950" spc="-65" dirty="0">
                <a:solidFill>
                  <a:srgbClr val="404040"/>
                </a:solidFill>
                <a:latin typeface="Times New Roman"/>
                <a:cs typeface="Times New Roman"/>
              </a:rPr>
              <a:t>celui </a:t>
            </a:r>
            <a:r>
              <a:rPr sz="1950" spc="-50" dirty="0">
                <a:solidFill>
                  <a:srgbClr val="404040"/>
                </a:solidFill>
                <a:latin typeface="Times New Roman"/>
                <a:cs typeface="Times New Roman"/>
              </a:rPr>
              <a:t>qui </a:t>
            </a:r>
            <a:r>
              <a:rPr sz="1950" spc="-35" dirty="0">
                <a:solidFill>
                  <a:srgbClr val="404040"/>
                </a:solidFill>
                <a:latin typeface="Times New Roman"/>
                <a:cs typeface="Times New Roman"/>
              </a:rPr>
              <a:t>s'adapte </a:t>
            </a:r>
            <a:r>
              <a:rPr sz="1950" spc="-75" dirty="0">
                <a:solidFill>
                  <a:srgbClr val="404040"/>
                </a:solidFill>
                <a:latin typeface="Times New Roman"/>
                <a:cs typeface="Times New Roman"/>
              </a:rPr>
              <a:t>le </a:t>
            </a:r>
            <a:r>
              <a:rPr sz="1950" spc="-55" dirty="0">
                <a:solidFill>
                  <a:srgbClr val="404040"/>
                </a:solidFill>
                <a:latin typeface="Times New Roman"/>
                <a:cs typeface="Times New Roman"/>
              </a:rPr>
              <a:t>mieux </a:t>
            </a:r>
            <a:r>
              <a:rPr sz="1950" spc="-65" dirty="0">
                <a:solidFill>
                  <a:srgbClr val="404040"/>
                </a:solidFill>
                <a:latin typeface="Times New Roman"/>
                <a:cs typeface="Times New Roman"/>
              </a:rPr>
              <a:t>aux </a:t>
            </a:r>
            <a:r>
              <a:rPr sz="1950" spc="-60" dirty="0">
                <a:solidFill>
                  <a:srgbClr val="404040"/>
                </a:solidFill>
                <a:latin typeface="Times New Roman"/>
                <a:cs typeface="Times New Roman"/>
              </a:rPr>
              <a:t> </a:t>
            </a:r>
            <a:r>
              <a:rPr sz="1950" spc="-50" dirty="0">
                <a:solidFill>
                  <a:srgbClr val="404040"/>
                </a:solidFill>
                <a:latin typeface="Times New Roman"/>
                <a:cs typeface="Times New Roman"/>
              </a:rPr>
              <a:t>capacités</a:t>
            </a:r>
            <a:r>
              <a:rPr sz="1950" spc="-45" dirty="0">
                <a:solidFill>
                  <a:srgbClr val="404040"/>
                </a:solidFill>
                <a:latin typeface="Times New Roman"/>
                <a:cs typeface="Times New Roman"/>
              </a:rPr>
              <a:t> </a:t>
            </a:r>
            <a:r>
              <a:rPr sz="1950" spc="-20" dirty="0">
                <a:solidFill>
                  <a:srgbClr val="404040"/>
                </a:solidFill>
                <a:latin typeface="Times New Roman"/>
                <a:cs typeface="Times New Roman"/>
              </a:rPr>
              <a:t>et </a:t>
            </a:r>
            <a:r>
              <a:rPr sz="1950" spc="-55" dirty="0">
                <a:solidFill>
                  <a:srgbClr val="404040"/>
                </a:solidFill>
                <a:latin typeface="Times New Roman"/>
                <a:cs typeface="Times New Roman"/>
              </a:rPr>
              <a:t>limites</a:t>
            </a:r>
            <a:r>
              <a:rPr sz="1950" spc="-50" dirty="0">
                <a:solidFill>
                  <a:srgbClr val="404040"/>
                </a:solidFill>
                <a:latin typeface="Times New Roman"/>
                <a:cs typeface="Times New Roman"/>
              </a:rPr>
              <a:t> </a:t>
            </a:r>
            <a:r>
              <a:rPr sz="1950" spc="-25" dirty="0">
                <a:solidFill>
                  <a:srgbClr val="404040"/>
                </a:solidFill>
                <a:latin typeface="Times New Roman"/>
                <a:cs typeface="Times New Roman"/>
              </a:rPr>
              <a:t>de </a:t>
            </a:r>
            <a:r>
              <a:rPr sz="1950" spc="-40" dirty="0">
                <a:solidFill>
                  <a:srgbClr val="404040"/>
                </a:solidFill>
                <a:latin typeface="Times New Roman"/>
                <a:cs typeface="Times New Roman"/>
              </a:rPr>
              <a:t>chaque</a:t>
            </a:r>
            <a:r>
              <a:rPr sz="1950" spc="-35" dirty="0">
                <a:solidFill>
                  <a:srgbClr val="404040"/>
                </a:solidFill>
                <a:latin typeface="Times New Roman"/>
                <a:cs typeface="Times New Roman"/>
              </a:rPr>
              <a:t> </a:t>
            </a:r>
            <a:r>
              <a:rPr sz="1950" spc="-5" dirty="0">
                <a:solidFill>
                  <a:srgbClr val="404040"/>
                </a:solidFill>
                <a:latin typeface="Times New Roman"/>
                <a:cs typeface="Times New Roman"/>
              </a:rPr>
              <a:t>smartphone </a:t>
            </a:r>
            <a:r>
              <a:rPr sz="1950" spc="-114" dirty="0">
                <a:solidFill>
                  <a:srgbClr val="404040"/>
                </a:solidFill>
                <a:latin typeface="Times New Roman"/>
                <a:cs typeface="Times New Roman"/>
              </a:rPr>
              <a:t>:</a:t>
            </a:r>
            <a:r>
              <a:rPr sz="1950" spc="-110" dirty="0">
                <a:solidFill>
                  <a:srgbClr val="404040"/>
                </a:solidFill>
                <a:latin typeface="Times New Roman"/>
                <a:cs typeface="Times New Roman"/>
              </a:rPr>
              <a:t> </a:t>
            </a:r>
            <a:r>
              <a:rPr sz="1950" spc="-25" dirty="0">
                <a:solidFill>
                  <a:srgbClr val="404040"/>
                </a:solidFill>
                <a:latin typeface="Times New Roman"/>
                <a:cs typeface="Times New Roman"/>
              </a:rPr>
              <a:t>tirer </a:t>
            </a:r>
            <a:r>
              <a:rPr sz="1950" spc="-20" dirty="0">
                <a:solidFill>
                  <a:srgbClr val="404040"/>
                </a:solidFill>
                <a:latin typeface="Times New Roman"/>
                <a:cs typeface="Times New Roman"/>
              </a:rPr>
              <a:t> </a:t>
            </a:r>
            <a:r>
              <a:rPr sz="1950" spc="-25" dirty="0">
                <a:solidFill>
                  <a:srgbClr val="404040"/>
                </a:solidFill>
                <a:latin typeface="Times New Roman"/>
                <a:cs typeface="Times New Roman"/>
              </a:rPr>
              <a:t>partie de </a:t>
            </a:r>
            <a:r>
              <a:rPr sz="1950" spc="-85" dirty="0">
                <a:solidFill>
                  <a:srgbClr val="404040"/>
                </a:solidFill>
                <a:latin typeface="Times New Roman"/>
                <a:cs typeface="Times New Roman"/>
              </a:rPr>
              <a:t>la </a:t>
            </a:r>
            <a:r>
              <a:rPr sz="1950" spc="-45" dirty="0">
                <a:solidFill>
                  <a:srgbClr val="404040"/>
                </a:solidFill>
                <a:latin typeface="Times New Roman"/>
                <a:cs typeface="Times New Roman"/>
              </a:rPr>
              <a:t>puissance </a:t>
            </a:r>
            <a:r>
              <a:rPr sz="1950" spc="-25" dirty="0">
                <a:solidFill>
                  <a:srgbClr val="404040"/>
                </a:solidFill>
                <a:latin typeface="Times New Roman"/>
                <a:cs typeface="Times New Roman"/>
              </a:rPr>
              <a:t>de </a:t>
            </a:r>
            <a:r>
              <a:rPr sz="1950" spc="-70" dirty="0">
                <a:solidFill>
                  <a:srgbClr val="404040"/>
                </a:solidFill>
                <a:latin typeface="Times New Roman"/>
                <a:cs typeface="Times New Roman"/>
              </a:rPr>
              <a:t>calcul </a:t>
            </a:r>
            <a:r>
              <a:rPr sz="1950" spc="-15" dirty="0">
                <a:solidFill>
                  <a:srgbClr val="404040"/>
                </a:solidFill>
                <a:latin typeface="Times New Roman"/>
                <a:cs typeface="Times New Roman"/>
              </a:rPr>
              <a:t>du </a:t>
            </a:r>
            <a:r>
              <a:rPr sz="1950" spc="-25" dirty="0">
                <a:solidFill>
                  <a:srgbClr val="404040"/>
                </a:solidFill>
                <a:latin typeface="Times New Roman"/>
                <a:cs typeface="Times New Roman"/>
              </a:rPr>
              <a:t>téléphone, </a:t>
            </a:r>
            <a:r>
              <a:rPr sz="1950" dirty="0">
                <a:solidFill>
                  <a:srgbClr val="404040"/>
                </a:solidFill>
                <a:latin typeface="Times New Roman"/>
                <a:cs typeface="Times New Roman"/>
              </a:rPr>
              <a:t>pour </a:t>
            </a:r>
            <a:r>
              <a:rPr sz="1950" spc="5" dirty="0">
                <a:solidFill>
                  <a:srgbClr val="404040"/>
                </a:solidFill>
                <a:latin typeface="Times New Roman"/>
                <a:cs typeface="Times New Roman"/>
              </a:rPr>
              <a:t> </a:t>
            </a:r>
            <a:r>
              <a:rPr sz="1950" spc="-25" dirty="0">
                <a:solidFill>
                  <a:srgbClr val="404040"/>
                </a:solidFill>
                <a:latin typeface="Times New Roman"/>
                <a:cs typeface="Times New Roman"/>
              </a:rPr>
              <a:t>pouvoir</a:t>
            </a:r>
            <a:r>
              <a:rPr sz="1950" spc="-5" dirty="0">
                <a:solidFill>
                  <a:srgbClr val="404040"/>
                </a:solidFill>
                <a:latin typeface="Times New Roman"/>
                <a:cs typeface="Times New Roman"/>
              </a:rPr>
              <a:t> </a:t>
            </a:r>
            <a:r>
              <a:rPr sz="1950" spc="-55" dirty="0">
                <a:solidFill>
                  <a:srgbClr val="404040"/>
                </a:solidFill>
                <a:latin typeface="Times New Roman"/>
                <a:cs typeface="Times New Roman"/>
              </a:rPr>
              <a:t>réaliser</a:t>
            </a:r>
            <a:r>
              <a:rPr sz="1950" spc="10" dirty="0">
                <a:solidFill>
                  <a:srgbClr val="404040"/>
                </a:solidFill>
                <a:latin typeface="Times New Roman"/>
                <a:cs typeface="Times New Roman"/>
              </a:rPr>
              <a:t> </a:t>
            </a:r>
            <a:r>
              <a:rPr sz="1950" spc="-35" dirty="0">
                <a:solidFill>
                  <a:srgbClr val="404040"/>
                </a:solidFill>
                <a:latin typeface="Times New Roman"/>
                <a:cs typeface="Times New Roman"/>
              </a:rPr>
              <a:t>des</a:t>
            </a:r>
            <a:r>
              <a:rPr sz="1950" spc="-10" dirty="0">
                <a:solidFill>
                  <a:srgbClr val="404040"/>
                </a:solidFill>
                <a:latin typeface="Times New Roman"/>
                <a:cs typeface="Times New Roman"/>
              </a:rPr>
              <a:t> </a:t>
            </a:r>
            <a:r>
              <a:rPr sz="1950" spc="-35" dirty="0">
                <a:solidFill>
                  <a:srgbClr val="404040"/>
                </a:solidFill>
                <a:latin typeface="Times New Roman"/>
                <a:cs typeface="Times New Roman"/>
              </a:rPr>
              <a:t>tâches</a:t>
            </a:r>
            <a:r>
              <a:rPr sz="1950" spc="-30" dirty="0">
                <a:solidFill>
                  <a:srgbClr val="404040"/>
                </a:solidFill>
                <a:latin typeface="Times New Roman"/>
                <a:cs typeface="Times New Roman"/>
              </a:rPr>
              <a:t> </a:t>
            </a:r>
            <a:r>
              <a:rPr sz="1950" spc="-55" dirty="0">
                <a:solidFill>
                  <a:srgbClr val="404040"/>
                </a:solidFill>
                <a:latin typeface="Times New Roman"/>
                <a:cs typeface="Times New Roman"/>
              </a:rPr>
              <a:t>complexes.</a:t>
            </a:r>
            <a:endParaRPr sz="1950" dirty="0">
              <a:latin typeface="Times New Roman"/>
              <a:cs typeface="Times New Roman"/>
            </a:endParaRPr>
          </a:p>
          <a:p>
            <a:pPr marL="104139" marR="5080" indent="-92075" algn="just">
              <a:lnSpc>
                <a:spcPct val="90000"/>
              </a:lnSpc>
              <a:spcBef>
                <a:spcPts val="1415"/>
              </a:spcBef>
              <a:buClr>
                <a:srgbClr val="1CACE3"/>
              </a:buClr>
              <a:buSzPct val="94871"/>
              <a:buFont typeface="Wingdings"/>
              <a:buChar char=""/>
              <a:tabLst>
                <a:tab pos="127000" algn="l"/>
              </a:tabLst>
            </a:pPr>
            <a:r>
              <a:rPr sz="1950" spc="-35" dirty="0">
                <a:solidFill>
                  <a:srgbClr val="404040"/>
                </a:solidFill>
                <a:latin typeface="Times New Roman"/>
                <a:cs typeface="Times New Roman"/>
              </a:rPr>
              <a:t>Pouvoir </a:t>
            </a:r>
            <a:r>
              <a:rPr sz="1950" spc="-10" dirty="0">
                <a:solidFill>
                  <a:srgbClr val="404040"/>
                </a:solidFill>
                <a:latin typeface="Times New Roman"/>
                <a:cs typeface="Times New Roman"/>
              </a:rPr>
              <a:t>fonctionner </a:t>
            </a:r>
            <a:r>
              <a:rPr sz="1950" spc="-40" dirty="0">
                <a:solidFill>
                  <a:srgbClr val="404040"/>
                </a:solidFill>
                <a:latin typeface="Times New Roman"/>
                <a:cs typeface="Times New Roman"/>
              </a:rPr>
              <a:t>sans </a:t>
            </a:r>
            <a:r>
              <a:rPr sz="1950" spc="-20" dirty="0">
                <a:solidFill>
                  <a:srgbClr val="404040"/>
                </a:solidFill>
                <a:latin typeface="Times New Roman"/>
                <a:cs typeface="Times New Roman"/>
              </a:rPr>
              <a:t>connexion </a:t>
            </a:r>
            <a:r>
              <a:rPr sz="1950" spc="-25" dirty="0">
                <a:solidFill>
                  <a:srgbClr val="404040"/>
                </a:solidFill>
                <a:latin typeface="Times New Roman"/>
                <a:cs typeface="Times New Roman"/>
              </a:rPr>
              <a:t>internet:</a:t>
            </a:r>
            <a:r>
              <a:rPr sz="1950" spc="-20" dirty="0">
                <a:solidFill>
                  <a:srgbClr val="404040"/>
                </a:solidFill>
                <a:latin typeface="Times New Roman"/>
                <a:cs typeface="Times New Roman"/>
              </a:rPr>
              <a:t> </a:t>
            </a:r>
            <a:r>
              <a:rPr sz="1950" spc="-25" dirty="0">
                <a:solidFill>
                  <a:srgbClr val="404040"/>
                </a:solidFill>
                <a:latin typeface="Times New Roman"/>
                <a:cs typeface="Times New Roman"/>
              </a:rPr>
              <a:t>Une </a:t>
            </a:r>
            <a:r>
              <a:rPr sz="1950" spc="-20" dirty="0">
                <a:solidFill>
                  <a:srgbClr val="404040"/>
                </a:solidFill>
                <a:latin typeface="Times New Roman"/>
                <a:cs typeface="Times New Roman"/>
              </a:rPr>
              <a:t> </a:t>
            </a:r>
            <a:r>
              <a:rPr sz="1950" spc="-25" dirty="0">
                <a:solidFill>
                  <a:srgbClr val="404040"/>
                </a:solidFill>
                <a:latin typeface="Times New Roman"/>
                <a:cs typeface="Times New Roman"/>
              </a:rPr>
              <a:t>partie </a:t>
            </a:r>
            <a:r>
              <a:rPr sz="1950" spc="-15" dirty="0">
                <a:solidFill>
                  <a:srgbClr val="404040"/>
                </a:solidFill>
                <a:latin typeface="Times New Roman"/>
                <a:cs typeface="Times New Roman"/>
              </a:rPr>
              <a:t>du </a:t>
            </a:r>
            <a:r>
              <a:rPr sz="1950" spc="-10" dirty="0">
                <a:solidFill>
                  <a:srgbClr val="404040"/>
                </a:solidFill>
                <a:latin typeface="Times New Roman"/>
                <a:cs typeface="Times New Roman"/>
              </a:rPr>
              <a:t>contenu </a:t>
            </a:r>
            <a:r>
              <a:rPr sz="1950" spc="-25" dirty="0">
                <a:solidFill>
                  <a:srgbClr val="404040"/>
                </a:solidFill>
                <a:latin typeface="Times New Roman"/>
                <a:cs typeface="Times New Roman"/>
              </a:rPr>
              <a:t>de l'app </a:t>
            </a:r>
            <a:r>
              <a:rPr sz="1950" spc="-30" dirty="0">
                <a:solidFill>
                  <a:srgbClr val="404040"/>
                </a:solidFill>
                <a:latin typeface="Times New Roman"/>
                <a:cs typeface="Times New Roman"/>
              </a:rPr>
              <a:t>est </a:t>
            </a:r>
            <a:r>
              <a:rPr sz="1950" spc="-55" dirty="0">
                <a:solidFill>
                  <a:srgbClr val="404040"/>
                </a:solidFill>
                <a:latin typeface="Times New Roman"/>
                <a:cs typeface="Times New Roman"/>
              </a:rPr>
              <a:t>installée </a:t>
            </a:r>
            <a:r>
              <a:rPr sz="1950" spc="-40" dirty="0">
                <a:solidFill>
                  <a:srgbClr val="404040"/>
                </a:solidFill>
                <a:latin typeface="Times New Roman"/>
                <a:cs typeface="Times New Roman"/>
              </a:rPr>
              <a:t>localement </a:t>
            </a:r>
            <a:r>
              <a:rPr sz="1950" spc="-35" dirty="0">
                <a:solidFill>
                  <a:srgbClr val="404040"/>
                </a:solidFill>
                <a:latin typeface="Times New Roman"/>
                <a:cs typeface="Times New Roman"/>
              </a:rPr>
              <a:t> </a:t>
            </a:r>
            <a:r>
              <a:rPr sz="1950" spc="-25" dirty="0">
                <a:solidFill>
                  <a:srgbClr val="404040"/>
                </a:solidFill>
                <a:latin typeface="Times New Roman"/>
                <a:cs typeface="Times New Roman"/>
              </a:rPr>
              <a:t>sur</a:t>
            </a:r>
            <a:r>
              <a:rPr sz="1950" spc="-20" dirty="0">
                <a:solidFill>
                  <a:srgbClr val="404040"/>
                </a:solidFill>
                <a:latin typeface="Times New Roman"/>
                <a:cs typeface="Times New Roman"/>
              </a:rPr>
              <a:t> </a:t>
            </a:r>
            <a:r>
              <a:rPr sz="1950" spc="-50" dirty="0">
                <a:solidFill>
                  <a:srgbClr val="404040"/>
                </a:solidFill>
                <a:latin typeface="Times New Roman"/>
                <a:cs typeface="Times New Roman"/>
              </a:rPr>
              <a:t>l'appareil</a:t>
            </a:r>
            <a:r>
              <a:rPr sz="1950" spc="-45" dirty="0">
                <a:solidFill>
                  <a:srgbClr val="404040"/>
                </a:solidFill>
                <a:latin typeface="Times New Roman"/>
                <a:cs typeface="Times New Roman"/>
              </a:rPr>
              <a:t> </a:t>
            </a:r>
            <a:r>
              <a:rPr sz="1950" spc="-10" dirty="0">
                <a:solidFill>
                  <a:srgbClr val="404040"/>
                </a:solidFill>
                <a:latin typeface="Times New Roman"/>
                <a:cs typeface="Times New Roman"/>
              </a:rPr>
              <a:t>permettant</a:t>
            </a:r>
            <a:r>
              <a:rPr sz="1950" spc="-5" dirty="0">
                <a:solidFill>
                  <a:srgbClr val="404040"/>
                </a:solidFill>
                <a:latin typeface="Times New Roman"/>
                <a:cs typeface="Times New Roman"/>
              </a:rPr>
              <a:t> </a:t>
            </a:r>
            <a:r>
              <a:rPr sz="1950" spc="-25" dirty="0">
                <a:solidFill>
                  <a:srgbClr val="404040"/>
                </a:solidFill>
                <a:latin typeface="Times New Roman"/>
                <a:cs typeface="Times New Roman"/>
              </a:rPr>
              <a:t>de</a:t>
            </a:r>
            <a:r>
              <a:rPr sz="1950" spc="440" dirty="0">
                <a:solidFill>
                  <a:srgbClr val="404040"/>
                </a:solidFill>
                <a:latin typeface="Times New Roman"/>
                <a:cs typeface="Times New Roman"/>
              </a:rPr>
              <a:t> </a:t>
            </a:r>
            <a:r>
              <a:rPr sz="1950" spc="-45" dirty="0">
                <a:solidFill>
                  <a:srgbClr val="404040"/>
                </a:solidFill>
                <a:latin typeface="Times New Roman"/>
                <a:cs typeface="Times New Roman"/>
              </a:rPr>
              <a:t>s'afficher</a:t>
            </a:r>
            <a:r>
              <a:rPr sz="1950" spc="400" dirty="0">
                <a:solidFill>
                  <a:srgbClr val="404040"/>
                </a:solidFill>
                <a:latin typeface="Times New Roman"/>
                <a:cs typeface="Times New Roman"/>
              </a:rPr>
              <a:t> </a:t>
            </a:r>
            <a:r>
              <a:rPr sz="1950" spc="-45" dirty="0">
                <a:solidFill>
                  <a:srgbClr val="404040"/>
                </a:solidFill>
                <a:latin typeface="Times New Roman"/>
                <a:cs typeface="Times New Roman"/>
              </a:rPr>
              <a:t>sans </a:t>
            </a:r>
            <a:r>
              <a:rPr sz="1950" spc="-40" dirty="0">
                <a:solidFill>
                  <a:srgbClr val="404040"/>
                </a:solidFill>
                <a:latin typeface="Times New Roman"/>
                <a:cs typeface="Times New Roman"/>
              </a:rPr>
              <a:t> nécessiter </a:t>
            </a:r>
            <a:r>
              <a:rPr sz="1950" spc="-25" dirty="0">
                <a:solidFill>
                  <a:srgbClr val="404040"/>
                </a:solidFill>
                <a:latin typeface="Times New Roman"/>
                <a:cs typeface="Times New Roman"/>
              </a:rPr>
              <a:t>de connexion </a:t>
            </a:r>
            <a:r>
              <a:rPr sz="1950" spc="-70" dirty="0">
                <a:solidFill>
                  <a:srgbClr val="404040"/>
                </a:solidFill>
                <a:latin typeface="Times New Roman"/>
                <a:cs typeface="Times New Roman"/>
              </a:rPr>
              <a:t>à </a:t>
            </a:r>
            <a:r>
              <a:rPr sz="1950" dirty="0">
                <a:solidFill>
                  <a:srgbClr val="404040"/>
                </a:solidFill>
                <a:latin typeface="Times New Roman"/>
                <a:cs typeface="Times New Roman"/>
              </a:rPr>
              <a:t>un </a:t>
            </a:r>
            <a:r>
              <a:rPr sz="1950" spc="-45" dirty="0">
                <a:solidFill>
                  <a:srgbClr val="404040"/>
                </a:solidFill>
                <a:latin typeface="Times New Roman"/>
                <a:cs typeface="Times New Roman"/>
              </a:rPr>
              <a:t>réseau </a:t>
            </a:r>
            <a:r>
              <a:rPr sz="1950" spc="-20" dirty="0">
                <a:solidFill>
                  <a:srgbClr val="404040"/>
                </a:solidFill>
                <a:latin typeface="Times New Roman"/>
                <a:cs typeface="Times New Roman"/>
              </a:rPr>
              <a:t>et </a:t>
            </a:r>
            <a:r>
              <a:rPr sz="1950" spc="-65" dirty="0">
                <a:solidFill>
                  <a:srgbClr val="404040"/>
                </a:solidFill>
                <a:latin typeface="Times New Roman"/>
                <a:cs typeface="Times New Roman"/>
              </a:rPr>
              <a:t>d’utiliser </a:t>
            </a:r>
            <a:r>
              <a:rPr sz="1950" spc="-10" dirty="0">
                <a:solidFill>
                  <a:srgbClr val="404040"/>
                </a:solidFill>
                <a:latin typeface="Times New Roman"/>
                <a:cs typeface="Times New Roman"/>
              </a:rPr>
              <a:t>du </a:t>
            </a:r>
            <a:r>
              <a:rPr sz="1950" spc="-5" dirty="0">
                <a:solidFill>
                  <a:srgbClr val="404040"/>
                </a:solidFill>
                <a:latin typeface="Times New Roman"/>
                <a:cs typeface="Times New Roman"/>
              </a:rPr>
              <a:t> </a:t>
            </a:r>
            <a:r>
              <a:rPr sz="1950" spc="-10" dirty="0">
                <a:solidFill>
                  <a:srgbClr val="404040"/>
                </a:solidFill>
                <a:latin typeface="Times New Roman"/>
                <a:cs typeface="Times New Roman"/>
              </a:rPr>
              <a:t>contenu</a:t>
            </a:r>
            <a:r>
              <a:rPr sz="1950" spc="-30" dirty="0">
                <a:solidFill>
                  <a:srgbClr val="404040"/>
                </a:solidFill>
                <a:latin typeface="Times New Roman"/>
                <a:cs typeface="Times New Roman"/>
              </a:rPr>
              <a:t> </a:t>
            </a:r>
            <a:r>
              <a:rPr sz="1950" spc="-50" dirty="0">
                <a:solidFill>
                  <a:srgbClr val="404040"/>
                </a:solidFill>
                <a:latin typeface="Times New Roman"/>
                <a:cs typeface="Times New Roman"/>
              </a:rPr>
              <a:t>téléchargé</a:t>
            </a:r>
            <a:r>
              <a:rPr sz="1950" spc="-20" dirty="0">
                <a:solidFill>
                  <a:srgbClr val="404040"/>
                </a:solidFill>
                <a:latin typeface="Times New Roman"/>
                <a:cs typeface="Times New Roman"/>
              </a:rPr>
              <a:t> </a:t>
            </a:r>
            <a:r>
              <a:rPr sz="1950" spc="-40" dirty="0">
                <a:solidFill>
                  <a:srgbClr val="404040"/>
                </a:solidFill>
                <a:latin typeface="Times New Roman"/>
                <a:cs typeface="Times New Roman"/>
              </a:rPr>
              <a:t>auparavant</a:t>
            </a:r>
            <a:r>
              <a:rPr sz="1950" spc="-30" dirty="0">
                <a:solidFill>
                  <a:srgbClr val="404040"/>
                </a:solidFill>
                <a:latin typeface="Times New Roman"/>
                <a:cs typeface="Times New Roman"/>
              </a:rPr>
              <a:t> </a:t>
            </a:r>
            <a:r>
              <a:rPr sz="1950" spc="-5" dirty="0">
                <a:solidFill>
                  <a:srgbClr val="404040"/>
                </a:solidFill>
                <a:latin typeface="Times New Roman"/>
                <a:cs typeface="Times New Roman"/>
              </a:rPr>
              <a:t>hors </a:t>
            </a:r>
            <a:r>
              <a:rPr sz="1950" spc="-25" dirty="0">
                <a:solidFill>
                  <a:srgbClr val="404040"/>
                </a:solidFill>
                <a:latin typeface="Times New Roman"/>
                <a:cs typeface="Times New Roman"/>
              </a:rPr>
              <a:t>connexion.</a:t>
            </a:r>
            <a:endParaRPr sz="1950" dirty="0">
              <a:latin typeface="Times New Roman"/>
              <a:cs typeface="Times New Roman"/>
            </a:endParaRPr>
          </a:p>
          <a:p>
            <a:pPr marL="12700" marR="5715" algn="just">
              <a:lnSpc>
                <a:spcPct val="90000"/>
              </a:lnSpc>
              <a:spcBef>
                <a:spcPts val="1400"/>
              </a:spcBef>
            </a:pPr>
            <a:r>
              <a:rPr sz="1950" spc="5" dirty="0">
                <a:solidFill>
                  <a:srgbClr val="404040"/>
                </a:solidFill>
                <a:latin typeface="Wingdings"/>
                <a:cs typeface="Wingdings"/>
              </a:rPr>
              <a:t></a:t>
            </a:r>
            <a:r>
              <a:rPr sz="1950" spc="10" dirty="0">
                <a:solidFill>
                  <a:srgbClr val="404040"/>
                </a:solidFill>
                <a:latin typeface="Times New Roman"/>
                <a:cs typeface="Times New Roman"/>
              </a:rPr>
              <a:t> </a:t>
            </a:r>
            <a:r>
              <a:rPr lang="en-US" sz="1950" spc="-30" dirty="0" err="1">
                <a:solidFill>
                  <a:srgbClr val="404040"/>
                </a:solidFill>
                <a:latin typeface="Times New Roman"/>
                <a:cs typeface="Times New Roman"/>
              </a:rPr>
              <a:t>D</a:t>
            </a:r>
            <a:r>
              <a:rPr sz="1950" spc="-30" dirty="0" err="1" smtClean="0">
                <a:solidFill>
                  <a:srgbClr val="404040"/>
                </a:solidFill>
                <a:latin typeface="Times New Roman"/>
                <a:cs typeface="Times New Roman"/>
              </a:rPr>
              <a:t>évelopper</a:t>
            </a:r>
            <a:r>
              <a:rPr sz="1950" spc="-25" dirty="0" smtClean="0">
                <a:solidFill>
                  <a:srgbClr val="404040"/>
                </a:solidFill>
                <a:latin typeface="Times New Roman"/>
                <a:cs typeface="Times New Roman"/>
              </a:rPr>
              <a:t> </a:t>
            </a:r>
            <a:r>
              <a:rPr sz="1950" spc="-15" dirty="0">
                <a:solidFill>
                  <a:srgbClr val="404040"/>
                </a:solidFill>
                <a:latin typeface="Times New Roman"/>
                <a:cs typeface="Times New Roman"/>
              </a:rPr>
              <a:t>en</a:t>
            </a:r>
            <a:r>
              <a:rPr sz="1950" spc="-10" dirty="0">
                <a:solidFill>
                  <a:srgbClr val="404040"/>
                </a:solidFill>
                <a:latin typeface="Times New Roman"/>
                <a:cs typeface="Times New Roman"/>
              </a:rPr>
              <a:t> </a:t>
            </a:r>
            <a:r>
              <a:rPr sz="1950" spc="-35" dirty="0">
                <a:solidFill>
                  <a:srgbClr val="404040"/>
                </a:solidFill>
                <a:latin typeface="Times New Roman"/>
                <a:cs typeface="Times New Roman"/>
              </a:rPr>
              <a:t>natif</a:t>
            </a:r>
            <a:r>
              <a:rPr sz="1950" spc="-30" dirty="0">
                <a:solidFill>
                  <a:srgbClr val="404040"/>
                </a:solidFill>
                <a:latin typeface="Times New Roman"/>
                <a:cs typeface="Times New Roman"/>
              </a:rPr>
              <a:t> </a:t>
            </a:r>
            <a:r>
              <a:rPr sz="1950" spc="-40" dirty="0">
                <a:solidFill>
                  <a:srgbClr val="404040"/>
                </a:solidFill>
                <a:latin typeface="Times New Roman"/>
                <a:cs typeface="Times New Roman"/>
              </a:rPr>
              <a:t>vous</a:t>
            </a:r>
            <a:r>
              <a:rPr sz="1950" spc="405" dirty="0">
                <a:solidFill>
                  <a:srgbClr val="404040"/>
                </a:solidFill>
                <a:latin typeface="Times New Roman"/>
                <a:cs typeface="Times New Roman"/>
              </a:rPr>
              <a:t> </a:t>
            </a:r>
            <a:r>
              <a:rPr sz="1950" spc="-10" dirty="0">
                <a:solidFill>
                  <a:srgbClr val="404040"/>
                </a:solidFill>
                <a:latin typeface="Times New Roman"/>
                <a:cs typeface="Times New Roman"/>
              </a:rPr>
              <a:t>permettra</a:t>
            </a:r>
            <a:r>
              <a:rPr sz="1950" spc="470" dirty="0">
                <a:solidFill>
                  <a:srgbClr val="404040"/>
                </a:solidFill>
                <a:latin typeface="Times New Roman"/>
                <a:cs typeface="Times New Roman"/>
              </a:rPr>
              <a:t> </a:t>
            </a:r>
            <a:r>
              <a:rPr sz="1950" spc="-10" dirty="0">
                <a:solidFill>
                  <a:srgbClr val="404040"/>
                </a:solidFill>
                <a:latin typeface="Times New Roman"/>
                <a:cs typeface="Times New Roman"/>
              </a:rPr>
              <a:t>d'obtenir </a:t>
            </a:r>
            <a:r>
              <a:rPr sz="1950" spc="-5" dirty="0">
                <a:solidFill>
                  <a:srgbClr val="404040"/>
                </a:solidFill>
                <a:latin typeface="Times New Roman"/>
                <a:cs typeface="Times New Roman"/>
              </a:rPr>
              <a:t> </a:t>
            </a:r>
            <a:r>
              <a:rPr sz="1950" spc="-40" dirty="0">
                <a:solidFill>
                  <a:srgbClr val="404040"/>
                </a:solidFill>
                <a:latin typeface="Times New Roman"/>
                <a:cs typeface="Times New Roman"/>
              </a:rPr>
              <a:t>plus </a:t>
            </a:r>
            <a:r>
              <a:rPr sz="1950" spc="-45" dirty="0">
                <a:solidFill>
                  <a:srgbClr val="404040"/>
                </a:solidFill>
                <a:latin typeface="Times New Roman"/>
                <a:cs typeface="Times New Roman"/>
              </a:rPr>
              <a:t>facilement </a:t>
            </a:r>
            <a:r>
              <a:rPr sz="1950" spc="-15" dirty="0">
                <a:solidFill>
                  <a:srgbClr val="404040"/>
                </a:solidFill>
                <a:latin typeface="Times New Roman"/>
                <a:cs typeface="Times New Roman"/>
              </a:rPr>
              <a:t>une </a:t>
            </a:r>
            <a:r>
              <a:rPr sz="1950" spc="-40" dirty="0">
                <a:solidFill>
                  <a:srgbClr val="404040"/>
                </a:solidFill>
                <a:latin typeface="Times New Roman"/>
                <a:cs typeface="Times New Roman"/>
              </a:rPr>
              <a:t>application </a:t>
            </a:r>
            <a:r>
              <a:rPr sz="1950" spc="-15" dirty="0">
                <a:solidFill>
                  <a:srgbClr val="404040"/>
                </a:solidFill>
                <a:latin typeface="Times New Roman"/>
                <a:cs typeface="Times New Roman"/>
              </a:rPr>
              <a:t>dotée </a:t>
            </a:r>
            <a:r>
              <a:rPr sz="1950" spc="-5" dirty="0">
                <a:solidFill>
                  <a:srgbClr val="404040"/>
                </a:solidFill>
                <a:latin typeface="Times New Roman"/>
                <a:cs typeface="Times New Roman"/>
              </a:rPr>
              <a:t>d'un </a:t>
            </a:r>
            <a:r>
              <a:rPr sz="1950" spc="-15" dirty="0">
                <a:solidFill>
                  <a:srgbClr val="404040"/>
                </a:solidFill>
                <a:latin typeface="Times New Roman"/>
                <a:cs typeface="Times New Roman"/>
              </a:rPr>
              <a:t>contenu </a:t>
            </a:r>
            <a:r>
              <a:rPr sz="1950" spc="-10" dirty="0">
                <a:solidFill>
                  <a:srgbClr val="404040"/>
                </a:solidFill>
                <a:latin typeface="Times New Roman"/>
                <a:cs typeface="Times New Roman"/>
              </a:rPr>
              <a:t> </a:t>
            </a:r>
            <a:r>
              <a:rPr sz="1950" spc="-45" dirty="0">
                <a:solidFill>
                  <a:srgbClr val="404040"/>
                </a:solidFill>
                <a:latin typeface="Times New Roman"/>
                <a:cs typeface="Times New Roman"/>
              </a:rPr>
              <a:t>riche</a:t>
            </a:r>
            <a:r>
              <a:rPr sz="1950" spc="-5" dirty="0">
                <a:solidFill>
                  <a:srgbClr val="404040"/>
                </a:solidFill>
                <a:latin typeface="Times New Roman"/>
                <a:cs typeface="Times New Roman"/>
              </a:rPr>
              <a:t> </a:t>
            </a:r>
            <a:r>
              <a:rPr sz="1950" spc="-15" dirty="0">
                <a:solidFill>
                  <a:srgbClr val="404040"/>
                </a:solidFill>
                <a:latin typeface="Times New Roman"/>
                <a:cs typeface="Times New Roman"/>
              </a:rPr>
              <a:t>et </a:t>
            </a:r>
            <a:r>
              <a:rPr sz="1950" spc="-10" dirty="0">
                <a:solidFill>
                  <a:srgbClr val="404040"/>
                </a:solidFill>
                <a:latin typeface="Times New Roman"/>
                <a:cs typeface="Times New Roman"/>
              </a:rPr>
              <a:t>performant.</a:t>
            </a:r>
            <a:endParaRPr sz="1950" dirty="0">
              <a:latin typeface="Times New Roman"/>
              <a:cs typeface="Times New Roman"/>
            </a:endParaRPr>
          </a:p>
        </p:txBody>
      </p:sp>
      <p:sp>
        <p:nvSpPr>
          <p:cNvPr id="4" name="object 4"/>
          <p:cNvSpPr txBox="1"/>
          <p:nvPr/>
        </p:nvSpPr>
        <p:spPr>
          <a:xfrm>
            <a:off x="6471030" y="1023820"/>
            <a:ext cx="5238115" cy="4852670"/>
          </a:xfrm>
          <a:prstGeom prst="rect">
            <a:avLst/>
          </a:prstGeom>
        </p:spPr>
        <p:txBody>
          <a:bodyPr vert="horz" wrap="square" lIns="0" tIns="160020" rIns="0" bIns="0" rtlCol="0">
            <a:spAutoFit/>
          </a:bodyPr>
          <a:lstStyle/>
          <a:p>
            <a:pPr marL="12700">
              <a:lnSpc>
                <a:spcPct val="100000"/>
              </a:lnSpc>
              <a:spcBef>
                <a:spcPts val="1260"/>
              </a:spcBef>
            </a:pPr>
            <a:r>
              <a:rPr sz="2000" spc="-20" dirty="0">
                <a:solidFill>
                  <a:srgbClr val="404040"/>
                </a:solidFill>
                <a:latin typeface="Times New Roman"/>
                <a:cs typeface="Times New Roman"/>
              </a:rPr>
              <a:t>Inconvénient</a:t>
            </a:r>
            <a:endParaRPr sz="2000" dirty="0">
              <a:latin typeface="Times New Roman"/>
              <a:cs typeface="Times New Roman"/>
            </a:endParaRPr>
          </a:p>
          <a:p>
            <a:pPr marL="104139" marR="5080" indent="-91440" algn="just">
              <a:lnSpc>
                <a:spcPct val="90000"/>
              </a:lnSpc>
              <a:spcBef>
                <a:spcPts val="1400"/>
              </a:spcBef>
              <a:buClr>
                <a:srgbClr val="1CACE3"/>
              </a:buClr>
              <a:buSzPct val="95000"/>
              <a:buFont typeface="Wingdings"/>
              <a:buChar char=""/>
              <a:tabLst>
                <a:tab pos="130175" algn="l"/>
              </a:tabLst>
            </a:pPr>
            <a:r>
              <a:rPr sz="2000" spc="-40" dirty="0">
                <a:solidFill>
                  <a:srgbClr val="404040"/>
                </a:solidFill>
                <a:latin typeface="Times New Roman"/>
                <a:cs typeface="Times New Roman"/>
              </a:rPr>
              <a:t>l'investissement</a:t>
            </a:r>
            <a:r>
              <a:rPr sz="2000" spc="-35" dirty="0">
                <a:solidFill>
                  <a:srgbClr val="404040"/>
                </a:solidFill>
                <a:latin typeface="Times New Roman"/>
                <a:cs typeface="Times New Roman"/>
              </a:rPr>
              <a:t> </a:t>
            </a:r>
            <a:r>
              <a:rPr sz="2000" spc="-5" dirty="0">
                <a:solidFill>
                  <a:srgbClr val="404040"/>
                </a:solidFill>
                <a:latin typeface="Times New Roman"/>
                <a:cs typeface="Times New Roman"/>
              </a:rPr>
              <a:t>important</a:t>
            </a:r>
            <a:r>
              <a:rPr sz="2000" dirty="0">
                <a:solidFill>
                  <a:srgbClr val="404040"/>
                </a:solidFill>
                <a:latin typeface="Times New Roman"/>
                <a:cs typeface="Times New Roman"/>
              </a:rPr>
              <a:t> </a:t>
            </a:r>
            <a:r>
              <a:rPr sz="2000" spc="-35" dirty="0">
                <a:solidFill>
                  <a:srgbClr val="404040"/>
                </a:solidFill>
                <a:latin typeface="Times New Roman"/>
                <a:cs typeface="Times New Roman"/>
              </a:rPr>
              <a:t>que</a:t>
            </a:r>
            <a:r>
              <a:rPr sz="2000" spc="-30" dirty="0">
                <a:solidFill>
                  <a:srgbClr val="404040"/>
                </a:solidFill>
                <a:latin typeface="Times New Roman"/>
                <a:cs typeface="Times New Roman"/>
              </a:rPr>
              <a:t> </a:t>
            </a:r>
            <a:r>
              <a:rPr sz="2000" spc="-65" dirty="0">
                <a:solidFill>
                  <a:srgbClr val="404040"/>
                </a:solidFill>
                <a:latin typeface="Times New Roman"/>
                <a:cs typeface="Times New Roman"/>
              </a:rPr>
              <a:t>les</a:t>
            </a:r>
            <a:r>
              <a:rPr sz="2000" spc="-60" dirty="0">
                <a:solidFill>
                  <a:srgbClr val="404040"/>
                </a:solidFill>
                <a:latin typeface="Times New Roman"/>
                <a:cs typeface="Times New Roman"/>
              </a:rPr>
              <a:t> </a:t>
            </a:r>
            <a:r>
              <a:rPr sz="2000" spc="-25" dirty="0">
                <a:solidFill>
                  <a:srgbClr val="404040"/>
                </a:solidFill>
                <a:latin typeface="Times New Roman"/>
                <a:cs typeface="Times New Roman"/>
              </a:rPr>
              <a:t>apps</a:t>
            </a:r>
            <a:r>
              <a:rPr sz="2000" spc="-20" dirty="0">
                <a:solidFill>
                  <a:srgbClr val="404040"/>
                </a:solidFill>
                <a:latin typeface="Times New Roman"/>
                <a:cs typeface="Times New Roman"/>
              </a:rPr>
              <a:t> </a:t>
            </a:r>
            <a:r>
              <a:rPr sz="2000" spc="-55" dirty="0">
                <a:solidFill>
                  <a:srgbClr val="404040"/>
                </a:solidFill>
                <a:latin typeface="Times New Roman"/>
                <a:cs typeface="Times New Roman"/>
              </a:rPr>
              <a:t>natives </a:t>
            </a:r>
            <a:r>
              <a:rPr sz="2000" spc="-50" dirty="0">
                <a:solidFill>
                  <a:srgbClr val="404040"/>
                </a:solidFill>
                <a:latin typeface="Times New Roman"/>
                <a:cs typeface="Times New Roman"/>
              </a:rPr>
              <a:t> </a:t>
            </a:r>
            <a:r>
              <a:rPr sz="2000" spc="-30" dirty="0">
                <a:solidFill>
                  <a:srgbClr val="404040"/>
                </a:solidFill>
                <a:latin typeface="Times New Roman"/>
                <a:cs typeface="Times New Roman"/>
              </a:rPr>
              <a:t>requièrent</a:t>
            </a:r>
            <a:r>
              <a:rPr sz="2000" spc="-25" dirty="0">
                <a:solidFill>
                  <a:srgbClr val="404040"/>
                </a:solidFill>
                <a:latin typeface="Times New Roman"/>
                <a:cs typeface="Times New Roman"/>
              </a:rPr>
              <a:t> </a:t>
            </a:r>
            <a:r>
              <a:rPr sz="2000" dirty="0">
                <a:solidFill>
                  <a:srgbClr val="404040"/>
                </a:solidFill>
                <a:latin typeface="Times New Roman"/>
                <a:cs typeface="Times New Roman"/>
              </a:rPr>
              <a:t>pour </a:t>
            </a:r>
            <a:r>
              <a:rPr sz="2000" spc="-70" dirty="0">
                <a:solidFill>
                  <a:srgbClr val="404040"/>
                </a:solidFill>
                <a:latin typeface="Times New Roman"/>
                <a:cs typeface="Times New Roman"/>
              </a:rPr>
              <a:t>les</a:t>
            </a:r>
            <a:r>
              <a:rPr sz="2000" spc="-65" dirty="0">
                <a:solidFill>
                  <a:srgbClr val="404040"/>
                </a:solidFill>
                <a:latin typeface="Times New Roman"/>
                <a:cs typeface="Times New Roman"/>
              </a:rPr>
              <a:t> </a:t>
            </a:r>
            <a:r>
              <a:rPr sz="2000" spc="-35" dirty="0">
                <a:solidFill>
                  <a:srgbClr val="404040"/>
                </a:solidFill>
                <a:latin typeface="Times New Roman"/>
                <a:cs typeface="Times New Roman"/>
              </a:rPr>
              <a:t>éditeurs</a:t>
            </a:r>
            <a:r>
              <a:rPr sz="2000" spc="-30" dirty="0">
                <a:solidFill>
                  <a:srgbClr val="404040"/>
                </a:solidFill>
                <a:latin typeface="Times New Roman"/>
                <a:cs typeface="Times New Roman"/>
              </a:rPr>
              <a:t> </a:t>
            </a:r>
            <a:r>
              <a:rPr sz="2000" spc="-120" dirty="0">
                <a:solidFill>
                  <a:srgbClr val="404040"/>
                </a:solidFill>
                <a:latin typeface="Times New Roman"/>
                <a:cs typeface="Times New Roman"/>
              </a:rPr>
              <a:t>:</a:t>
            </a:r>
            <a:r>
              <a:rPr sz="2000" spc="-114" dirty="0">
                <a:solidFill>
                  <a:srgbClr val="404040"/>
                </a:solidFill>
                <a:latin typeface="Times New Roman"/>
                <a:cs typeface="Times New Roman"/>
              </a:rPr>
              <a:t> </a:t>
            </a:r>
            <a:r>
              <a:rPr sz="2000" spc="-80" dirty="0">
                <a:solidFill>
                  <a:srgbClr val="404040"/>
                </a:solidFill>
                <a:latin typeface="Times New Roman"/>
                <a:cs typeface="Times New Roman"/>
              </a:rPr>
              <a:t>Au</a:t>
            </a:r>
            <a:r>
              <a:rPr sz="2000" spc="-75" dirty="0">
                <a:solidFill>
                  <a:srgbClr val="404040"/>
                </a:solidFill>
                <a:latin typeface="Times New Roman"/>
                <a:cs typeface="Times New Roman"/>
              </a:rPr>
              <a:t> </a:t>
            </a:r>
            <a:r>
              <a:rPr sz="2000" spc="-40" dirty="0">
                <a:solidFill>
                  <a:srgbClr val="404040"/>
                </a:solidFill>
                <a:latin typeface="Times New Roman"/>
                <a:cs typeface="Times New Roman"/>
              </a:rPr>
              <a:t>minimum</a:t>
            </a:r>
            <a:r>
              <a:rPr sz="2000" spc="-35" dirty="0">
                <a:solidFill>
                  <a:srgbClr val="404040"/>
                </a:solidFill>
                <a:latin typeface="Times New Roman"/>
                <a:cs typeface="Times New Roman"/>
              </a:rPr>
              <a:t> </a:t>
            </a:r>
            <a:r>
              <a:rPr sz="2000" spc="-45" dirty="0">
                <a:solidFill>
                  <a:srgbClr val="404040"/>
                </a:solidFill>
                <a:latin typeface="Times New Roman"/>
                <a:cs typeface="Times New Roman"/>
              </a:rPr>
              <a:t>deux </a:t>
            </a:r>
            <a:r>
              <a:rPr sz="2000" spc="-40" dirty="0">
                <a:solidFill>
                  <a:srgbClr val="404040"/>
                </a:solidFill>
                <a:latin typeface="Times New Roman"/>
                <a:cs typeface="Times New Roman"/>
              </a:rPr>
              <a:t> versions</a:t>
            </a:r>
            <a:r>
              <a:rPr sz="2000" spc="-35" dirty="0">
                <a:solidFill>
                  <a:srgbClr val="404040"/>
                </a:solidFill>
                <a:latin typeface="Times New Roman"/>
                <a:cs typeface="Times New Roman"/>
              </a:rPr>
              <a:t> d'applications</a:t>
            </a:r>
            <a:r>
              <a:rPr sz="2000" spc="-30" dirty="0">
                <a:solidFill>
                  <a:srgbClr val="404040"/>
                </a:solidFill>
                <a:latin typeface="Times New Roman"/>
                <a:cs typeface="Times New Roman"/>
              </a:rPr>
              <a:t> </a:t>
            </a:r>
            <a:r>
              <a:rPr sz="2000" dirty="0">
                <a:solidFill>
                  <a:srgbClr val="404040"/>
                </a:solidFill>
                <a:latin typeface="Times New Roman"/>
                <a:cs typeface="Times New Roman"/>
              </a:rPr>
              <a:t>pour</a:t>
            </a:r>
            <a:r>
              <a:rPr sz="2000" spc="5" dirty="0">
                <a:solidFill>
                  <a:srgbClr val="404040"/>
                </a:solidFill>
                <a:latin typeface="Times New Roman"/>
                <a:cs typeface="Times New Roman"/>
              </a:rPr>
              <a:t> </a:t>
            </a:r>
            <a:r>
              <a:rPr sz="2000" spc="-15" dirty="0">
                <a:solidFill>
                  <a:srgbClr val="404040"/>
                </a:solidFill>
                <a:latin typeface="Times New Roman"/>
                <a:cs typeface="Times New Roman"/>
              </a:rPr>
              <a:t>toucher</a:t>
            </a:r>
            <a:r>
              <a:rPr sz="2000" spc="-10" dirty="0">
                <a:solidFill>
                  <a:srgbClr val="404040"/>
                </a:solidFill>
                <a:latin typeface="Times New Roman"/>
                <a:cs typeface="Times New Roman"/>
              </a:rPr>
              <a:t> </a:t>
            </a:r>
            <a:r>
              <a:rPr sz="2000" spc="-75" dirty="0">
                <a:solidFill>
                  <a:srgbClr val="404040"/>
                </a:solidFill>
                <a:latin typeface="Times New Roman"/>
                <a:cs typeface="Times New Roman"/>
              </a:rPr>
              <a:t>à</a:t>
            </a:r>
            <a:r>
              <a:rPr sz="2000" spc="-70" dirty="0">
                <a:solidFill>
                  <a:srgbClr val="404040"/>
                </a:solidFill>
                <a:latin typeface="Times New Roman"/>
                <a:cs typeface="Times New Roman"/>
              </a:rPr>
              <a:t> </a:t>
            </a:r>
            <a:r>
              <a:rPr sz="2000" spc="-90" dirty="0">
                <a:solidFill>
                  <a:srgbClr val="404040"/>
                </a:solidFill>
                <a:latin typeface="Times New Roman"/>
                <a:cs typeface="Times New Roman"/>
              </a:rPr>
              <a:t>la</a:t>
            </a:r>
            <a:r>
              <a:rPr sz="2000" spc="-85" dirty="0">
                <a:solidFill>
                  <a:srgbClr val="404040"/>
                </a:solidFill>
                <a:latin typeface="Times New Roman"/>
                <a:cs typeface="Times New Roman"/>
              </a:rPr>
              <a:t> </a:t>
            </a:r>
            <a:r>
              <a:rPr sz="2000" spc="-40" dirty="0">
                <a:solidFill>
                  <a:srgbClr val="404040"/>
                </a:solidFill>
                <a:latin typeface="Times New Roman"/>
                <a:cs typeface="Times New Roman"/>
              </a:rPr>
              <a:t>fois</a:t>
            </a:r>
            <a:r>
              <a:rPr sz="2000" spc="-35" dirty="0">
                <a:solidFill>
                  <a:srgbClr val="404040"/>
                </a:solidFill>
                <a:latin typeface="Times New Roman"/>
                <a:cs typeface="Times New Roman"/>
              </a:rPr>
              <a:t> </a:t>
            </a:r>
            <a:r>
              <a:rPr sz="2000" spc="-70" dirty="0">
                <a:solidFill>
                  <a:srgbClr val="404040"/>
                </a:solidFill>
                <a:latin typeface="Times New Roman"/>
                <a:cs typeface="Times New Roman"/>
              </a:rPr>
              <a:t>les </a:t>
            </a:r>
            <a:r>
              <a:rPr sz="2000" spc="-65" dirty="0">
                <a:solidFill>
                  <a:srgbClr val="404040"/>
                </a:solidFill>
                <a:latin typeface="Times New Roman"/>
                <a:cs typeface="Times New Roman"/>
              </a:rPr>
              <a:t> </a:t>
            </a:r>
            <a:r>
              <a:rPr sz="2000" spc="-45" dirty="0">
                <a:solidFill>
                  <a:srgbClr val="404040"/>
                </a:solidFill>
                <a:latin typeface="Times New Roman"/>
                <a:cs typeface="Times New Roman"/>
              </a:rPr>
              <a:t>utilisateurs</a:t>
            </a:r>
            <a:r>
              <a:rPr sz="2000" spc="-40" dirty="0">
                <a:solidFill>
                  <a:srgbClr val="404040"/>
                </a:solidFill>
                <a:latin typeface="Times New Roman"/>
                <a:cs typeface="Times New Roman"/>
              </a:rPr>
              <a:t> </a:t>
            </a:r>
            <a:r>
              <a:rPr sz="2000" spc="-25" dirty="0">
                <a:solidFill>
                  <a:srgbClr val="404040"/>
                </a:solidFill>
                <a:latin typeface="Times New Roman"/>
                <a:cs typeface="Times New Roman"/>
              </a:rPr>
              <a:t>d'Android</a:t>
            </a:r>
            <a:r>
              <a:rPr sz="2000" spc="-20" dirty="0">
                <a:solidFill>
                  <a:srgbClr val="404040"/>
                </a:solidFill>
                <a:latin typeface="Times New Roman"/>
                <a:cs typeface="Times New Roman"/>
              </a:rPr>
              <a:t> </a:t>
            </a:r>
            <a:r>
              <a:rPr sz="2000" spc="-10" dirty="0">
                <a:solidFill>
                  <a:srgbClr val="404040"/>
                </a:solidFill>
                <a:latin typeface="Times New Roman"/>
                <a:cs typeface="Times New Roman"/>
              </a:rPr>
              <a:t>et</a:t>
            </a:r>
            <a:r>
              <a:rPr sz="2000" spc="-5" dirty="0">
                <a:solidFill>
                  <a:srgbClr val="404040"/>
                </a:solidFill>
                <a:latin typeface="Times New Roman"/>
                <a:cs typeface="Times New Roman"/>
              </a:rPr>
              <a:t> </a:t>
            </a:r>
            <a:r>
              <a:rPr sz="2000" spc="-30" dirty="0">
                <a:solidFill>
                  <a:srgbClr val="404040"/>
                </a:solidFill>
                <a:latin typeface="Times New Roman"/>
                <a:cs typeface="Times New Roman"/>
              </a:rPr>
              <a:t>d'iOS</a:t>
            </a:r>
            <a:r>
              <a:rPr sz="2000" spc="-25" dirty="0">
                <a:solidFill>
                  <a:srgbClr val="404040"/>
                </a:solidFill>
                <a:latin typeface="Times New Roman"/>
                <a:cs typeface="Times New Roman"/>
              </a:rPr>
              <a:t> </a:t>
            </a:r>
            <a:r>
              <a:rPr sz="2000" spc="-45" dirty="0">
                <a:solidFill>
                  <a:srgbClr val="404040"/>
                </a:solidFill>
                <a:latin typeface="Times New Roman"/>
                <a:cs typeface="Times New Roman"/>
              </a:rPr>
              <a:t>(mobiliser</a:t>
            </a:r>
            <a:r>
              <a:rPr sz="2000" spc="415" dirty="0">
                <a:solidFill>
                  <a:srgbClr val="404040"/>
                </a:solidFill>
                <a:latin typeface="Times New Roman"/>
                <a:cs typeface="Times New Roman"/>
              </a:rPr>
              <a:t> </a:t>
            </a:r>
            <a:r>
              <a:rPr sz="2000" spc="-35" dirty="0">
                <a:solidFill>
                  <a:srgbClr val="404040"/>
                </a:solidFill>
                <a:latin typeface="Times New Roman"/>
                <a:cs typeface="Times New Roman"/>
              </a:rPr>
              <a:t>des </a:t>
            </a:r>
            <a:r>
              <a:rPr sz="2000" spc="-30" dirty="0">
                <a:solidFill>
                  <a:srgbClr val="404040"/>
                </a:solidFill>
                <a:latin typeface="Times New Roman"/>
                <a:cs typeface="Times New Roman"/>
              </a:rPr>
              <a:t> </a:t>
            </a:r>
            <a:r>
              <a:rPr sz="2000" spc="-40" dirty="0">
                <a:solidFill>
                  <a:srgbClr val="404040"/>
                </a:solidFill>
                <a:latin typeface="Times New Roman"/>
                <a:cs typeface="Times New Roman"/>
              </a:rPr>
              <a:t>équipes </a:t>
            </a:r>
            <a:r>
              <a:rPr sz="2000" spc="-60" dirty="0">
                <a:solidFill>
                  <a:srgbClr val="404040"/>
                </a:solidFill>
                <a:latin typeface="Times New Roman"/>
                <a:cs typeface="Times New Roman"/>
              </a:rPr>
              <a:t>spécialisées </a:t>
            </a:r>
            <a:r>
              <a:rPr sz="2000" spc="-15" dirty="0">
                <a:solidFill>
                  <a:srgbClr val="404040"/>
                </a:solidFill>
                <a:latin typeface="Times New Roman"/>
                <a:cs typeface="Times New Roman"/>
              </a:rPr>
              <a:t>en </a:t>
            </a:r>
            <a:r>
              <a:rPr sz="2000" spc="-60" dirty="0">
                <a:solidFill>
                  <a:srgbClr val="404040"/>
                </a:solidFill>
                <a:latin typeface="Times New Roman"/>
                <a:cs typeface="Times New Roman"/>
              </a:rPr>
              <a:t>langage </a:t>
            </a:r>
            <a:r>
              <a:rPr sz="2000" spc="-25" dirty="0">
                <a:solidFill>
                  <a:srgbClr val="404040"/>
                </a:solidFill>
                <a:latin typeface="Times New Roman"/>
                <a:cs typeface="Times New Roman"/>
              </a:rPr>
              <a:t>de </a:t>
            </a:r>
            <a:r>
              <a:rPr sz="2000" spc="-20" dirty="0">
                <a:solidFill>
                  <a:srgbClr val="404040"/>
                </a:solidFill>
                <a:latin typeface="Times New Roman"/>
                <a:cs typeface="Times New Roman"/>
              </a:rPr>
              <a:t>programmation </a:t>
            </a:r>
            <a:r>
              <a:rPr sz="2000" spc="-15" dirty="0">
                <a:solidFill>
                  <a:srgbClr val="404040"/>
                </a:solidFill>
                <a:latin typeface="Times New Roman"/>
                <a:cs typeface="Times New Roman"/>
              </a:rPr>
              <a:t> </a:t>
            </a:r>
            <a:r>
              <a:rPr sz="2000" spc="-35" dirty="0">
                <a:solidFill>
                  <a:srgbClr val="404040"/>
                </a:solidFill>
                <a:latin typeface="Times New Roman"/>
                <a:cs typeface="Times New Roman"/>
              </a:rPr>
              <a:t>natif</a:t>
            </a:r>
            <a:r>
              <a:rPr sz="2000" spc="260" dirty="0">
                <a:solidFill>
                  <a:srgbClr val="404040"/>
                </a:solidFill>
                <a:latin typeface="Times New Roman"/>
                <a:cs typeface="Times New Roman"/>
              </a:rPr>
              <a:t> </a:t>
            </a:r>
            <a:r>
              <a:rPr sz="2000" spc="-25" dirty="0">
                <a:solidFill>
                  <a:srgbClr val="404040"/>
                </a:solidFill>
                <a:latin typeface="Times New Roman"/>
                <a:cs typeface="Times New Roman"/>
              </a:rPr>
              <a:t>Android</a:t>
            </a:r>
            <a:r>
              <a:rPr sz="2000" spc="-10" dirty="0">
                <a:solidFill>
                  <a:srgbClr val="404040"/>
                </a:solidFill>
                <a:latin typeface="Times New Roman"/>
                <a:cs typeface="Times New Roman"/>
              </a:rPr>
              <a:t> </a:t>
            </a:r>
            <a:r>
              <a:rPr sz="2000" spc="-15" dirty="0">
                <a:solidFill>
                  <a:srgbClr val="404040"/>
                </a:solidFill>
                <a:latin typeface="Times New Roman"/>
                <a:cs typeface="Times New Roman"/>
              </a:rPr>
              <a:t>et</a:t>
            </a:r>
            <a:r>
              <a:rPr sz="2000" spc="-5" dirty="0">
                <a:solidFill>
                  <a:srgbClr val="404040"/>
                </a:solidFill>
                <a:latin typeface="Times New Roman"/>
                <a:cs typeface="Times New Roman"/>
              </a:rPr>
              <a:t> </a:t>
            </a:r>
            <a:r>
              <a:rPr sz="2000" spc="-55" dirty="0">
                <a:solidFill>
                  <a:srgbClr val="404040"/>
                </a:solidFill>
                <a:latin typeface="Times New Roman"/>
                <a:cs typeface="Times New Roman"/>
              </a:rPr>
              <a:t>iOS)</a:t>
            </a:r>
            <a:endParaRPr sz="2000" dirty="0">
              <a:latin typeface="Times New Roman"/>
              <a:cs typeface="Times New Roman"/>
            </a:endParaRPr>
          </a:p>
          <a:p>
            <a:pPr marL="104139" marR="5715" indent="-91440" algn="just">
              <a:lnSpc>
                <a:spcPts val="2160"/>
              </a:lnSpc>
              <a:spcBef>
                <a:spcPts val="1430"/>
              </a:spcBef>
              <a:buClr>
                <a:srgbClr val="1CACE3"/>
              </a:buClr>
              <a:buSzPct val="95000"/>
              <a:buFont typeface="Wingdings"/>
              <a:buChar char=""/>
              <a:tabLst>
                <a:tab pos="130175" algn="l"/>
              </a:tabLst>
            </a:pPr>
            <a:r>
              <a:rPr sz="2000" spc="-45" dirty="0">
                <a:solidFill>
                  <a:srgbClr val="404040"/>
                </a:solidFill>
                <a:latin typeface="Times New Roman"/>
                <a:cs typeface="Times New Roman"/>
              </a:rPr>
              <a:t>Maintenir </a:t>
            </a:r>
            <a:r>
              <a:rPr sz="2000" spc="-40" dirty="0">
                <a:solidFill>
                  <a:srgbClr val="404040"/>
                </a:solidFill>
                <a:latin typeface="Times New Roman"/>
                <a:cs typeface="Times New Roman"/>
              </a:rPr>
              <a:t>régulièrement </a:t>
            </a:r>
            <a:r>
              <a:rPr sz="2000" spc="-75" dirty="0">
                <a:solidFill>
                  <a:srgbClr val="404040"/>
                </a:solidFill>
                <a:latin typeface="Times New Roman"/>
                <a:cs typeface="Times New Roman"/>
              </a:rPr>
              <a:t>à </a:t>
            </a:r>
            <a:r>
              <a:rPr sz="2000" spc="-25" dirty="0">
                <a:solidFill>
                  <a:srgbClr val="404040"/>
                </a:solidFill>
                <a:latin typeface="Times New Roman"/>
                <a:cs typeface="Times New Roman"/>
              </a:rPr>
              <a:t>jour </a:t>
            </a:r>
            <a:r>
              <a:rPr sz="2000" spc="-70" dirty="0">
                <a:solidFill>
                  <a:srgbClr val="404040"/>
                </a:solidFill>
                <a:latin typeface="Times New Roman"/>
                <a:cs typeface="Times New Roman"/>
              </a:rPr>
              <a:t>les </a:t>
            </a:r>
            <a:r>
              <a:rPr sz="2000" spc="-40" dirty="0">
                <a:solidFill>
                  <a:srgbClr val="404040"/>
                </a:solidFill>
                <a:latin typeface="Times New Roman"/>
                <a:cs typeface="Times New Roman"/>
              </a:rPr>
              <a:t>applications </a:t>
            </a:r>
            <a:r>
              <a:rPr sz="2000" dirty="0">
                <a:solidFill>
                  <a:srgbClr val="404040"/>
                </a:solidFill>
                <a:latin typeface="Times New Roman"/>
                <a:cs typeface="Times New Roman"/>
              </a:rPr>
              <a:t>pour </a:t>
            </a:r>
            <a:r>
              <a:rPr sz="2000" spc="-484" dirty="0">
                <a:solidFill>
                  <a:srgbClr val="404040"/>
                </a:solidFill>
                <a:latin typeface="Times New Roman"/>
                <a:cs typeface="Times New Roman"/>
              </a:rPr>
              <a:t> </a:t>
            </a:r>
            <a:r>
              <a:rPr sz="2000" spc="-10" dirty="0">
                <a:solidFill>
                  <a:srgbClr val="404040"/>
                </a:solidFill>
                <a:latin typeface="Times New Roman"/>
                <a:cs typeface="Times New Roman"/>
              </a:rPr>
              <a:t>répondre</a:t>
            </a:r>
            <a:r>
              <a:rPr sz="2000" spc="-5" dirty="0">
                <a:solidFill>
                  <a:srgbClr val="404040"/>
                </a:solidFill>
                <a:latin typeface="Times New Roman"/>
                <a:cs typeface="Times New Roman"/>
              </a:rPr>
              <a:t> </a:t>
            </a:r>
            <a:r>
              <a:rPr sz="2000" spc="-70" dirty="0">
                <a:solidFill>
                  <a:srgbClr val="404040"/>
                </a:solidFill>
                <a:latin typeface="Times New Roman"/>
                <a:cs typeface="Times New Roman"/>
              </a:rPr>
              <a:t>aux</a:t>
            </a:r>
            <a:r>
              <a:rPr sz="2000" spc="-65" dirty="0">
                <a:solidFill>
                  <a:srgbClr val="404040"/>
                </a:solidFill>
                <a:latin typeface="Times New Roman"/>
                <a:cs typeface="Times New Roman"/>
              </a:rPr>
              <a:t> </a:t>
            </a:r>
            <a:r>
              <a:rPr sz="2000" spc="-20" dirty="0">
                <a:solidFill>
                  <a:srgbClr val="404040"/>
                </a:solidFill>
                <a:latin typeface="Times New Roman"/>
                <a:cs typeface="Times New Roman"/>
              </a:rPr>
              <a:t>attentes</a:t>
            </a:r>
            <a:r>
              <a:rPr sz="2000" spc="-1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20" dirty="0">
                <a:solidFill>
                  <a:srgbClr val="404040"/>
                </a:solidFill>
                <a:latin typeface="Times New Roman"/>
                <a:cs typeface="Times New Roman"/>
              </a:rPr>
              <a:t> </a:t>
            </a:r>
            <a:r>
              <a:rPr sz="2000" spc="-50" dirty="0">
                <a:solidFill>
                  <a:srgbClr val="404040"/>
                </a:solidFill>
                <a:latin typeface="Times New Roman"/>
                <a:cs typeface="Times New Roman"/>
              </a:rPr>
              <a:t>leurs</a:t>
            </a:r>
            <a:r>
              <a:rPr sz="2000" spc="-45" dirty="0">
                <a:solidFill>
                  <a:srgbClr val="404040"/>
                </a:solidFill>
                <a:latin typeface="Times New Roman"/>
                <a:cs typeface="Times New Roman"/>
              </a:rPr>
              <a:t> utilisateurs</a:t>
            </a:r>
            <a:r>
              <a:rPr sz="2000" spc="-40" dirty="0">
                <a:solidFill>
                  <a:srgbClr val="404040"/>
                </a:solidFill>
                <a:latin typeface="Times New Roman"/>
                <a:cs typeface="Times New Roman"/>
              </a:rPr>
              <a:t> </a:t>
            </a:r>
            <a:r>
              <a:rPr sz="2000" spc="-120" dirty="0">
                <a:solidFill>
                  <a:srgbClr val="404040"/>
                </a:solidFill>
                <a:latin typeface="Times New Roman"/>
                <a:cs typeface="Times New Roman"/>
              </a:rPr>
              <a:t>: </a:t>
            </a:r>
            <a:r>
              <a:rPr sz="2000" spc="-114" dirty="0">
                <a:solidFill>
                  <a:srgbClr val="404040"/>
                </a:solidFill>
                <a:latin typeface="Times New Roman"/>
                <a:cs typeface="Times New Roman"/>
              </a:rPr>
              <a:t> </a:t>
            </a:r>
            <a:r>
              <a:rPr sz="2000" spc="-35" dirty="0">
                <a:solidFill>
                  <a:srgbClr val="404040"/>
                </a:solidFill>
                <a:latin typeface="Times New Roman"/>
                <a:cs typeface="Times New Roman"/>
              </a:rPr>
              <a:t>amélioration </a:t>
            </a:r>
            <a:r>
              <a:rPr sz="2000" spc="-25" dirty="0">
                <a:solidFill>
                  <a:srgbClr val="404040"/>
                </a:solidFill>
                <a:latin typeface="Times New Roman"/>
                <a:cs typeface="Times New Roman"/>
              </a:rPr>
              <a:t>de </a:t>
            </a:r>
            <a:r>
              <a:rPr sz="2000" spc="-90" dirty="0">
                <a:solidFill>
                  <a:srgbClr val="404040"/>
                </a:solidFill>
                <a:latin typeface="Times New Roman"/>
                <a:cs typeface="Times New Roman"/>
              </a:rPr>
              <a:t>la</a:t>
            </a:r>
            <a:r>
              <a:rPr sz="2000" spc="-85" dirty="0">
                <a:solidFill>
                  <a:srgbClr val="404040"/>
                </a:solidFill>
                <a:latin typeface="Times New Roman"/>
                <a:cs typeface="Times New Roman"/>
              </a:rPr>
              <a:t> </a:t>
            </a:r>
            <a:r>
              <a:rPr sz="2000" spc="-45" dirty="0">
                <a:solidFill>
                  <a:srgbClr val="404040"/>
                </a:solidFill>
                <a:latin typeface="Times New Roman"/>
                <a:cs typeface="Times New Roman"/>
              </a:rPr>
              <a:t>navigation,</a:t>
            </a:r>
            <a:r>
              <a:rPr sz="2000" spc="-40" dirty="0">
                <a:solidFill>
                  <a:srgbClr val="404040"/>
                </a:solidFill>
                <a:latin typeface="Times New Roman"/>
                <a:cs typeface="Times New Roman"/>
              </a:rPr>
              <a:t> </a:t>
            </a:r>
            <a:r>
              <a:rPr sz="2000" spc="-35" dirty="0">
                <a:solidFill>
                  <a:srgbClr val="404040"/>
                </a:solidFill>
                <a:latin typeface="Times New Roman"/>
                <a:cs typeface="Times New Roman"/>
              </a:rPr>
              <a:t>des fonctionnalités, </a:t>
            </a:r>
            <a:r>
              <a:rPr sz="2000" spc="-30" dirty="0">
                <a:solidFill>
                  <a:srgbClr val="404040"/>
                </a:solidFill>
                <a:latin typeface="Times New Roman"/>
                <a:cs typeface="Times New Roman"/>
              </a:rPr>
              <a:t> </a:t>
            </a:r>
            <a:r>
              <a:rPr sz="2000" spc="-15" dirty="0">
                <a:solidFill>
                  <a:srgbClr val="404040"/>
                </a:solidFill>
                <a:latin typeface="Times New Roman"/>
                <a:cs typeface="Times New Roman"/>
              </a:rPr>
              <a:t>corrections</a:t>
            </a:r>
            <a:r>
              <a:rPr sz="2000" spc="-20"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5" dirty="0">
                <a:solidFill>
                  <a:srgbClr val="404040"/>
                </a:solidFill>
                <a:latin typeface="Times New Roman"/>
                <a:cs typeface="Times New Roman"/>
              </a:rPr>
              <a:t> </a:t>
            </a:r>
            <a:r>
              <a:rPr sz="2000" spc="-40" dirty="0">
                <a:solidFill>
                  <a:srgbClr val="404040"/>
                </a:solidFill>
                <a:latin typeface="Times New Roman"/>
                <a:cs typeface="Times New Roman"/>
              </a:rPr>
              <a:t>bugs</a:t>
            </a:r>
            <a:r>
              <a:rPr sz="2000" spc="-25" dirty="0">
                <a:solidFill>
                  <a:srgbClr val="404040"/>
                </a:solidFill>
                <a:latin typeface="Times New Roman"/>
                <a:cs typeface="Times New Roman"/>
              </a:rPr>
              <a:t> </a:t>
            </a:r>
            <a:r>
              <a:rPr sz="2000" dirty="0">
                <a:solidFill>
                  <a:srgbClr val="404040"/>
                </a:solidFill>
                <a:latin typeface="Times New Roman"/>
                <a:cs typeface="Times New Roman"/>
              </a:rPr>
              <a:t>ou</a:t>
            </a:r>
            <a:r>
              <a:rPr sz="2000" spc="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20" dirty="0">
                <a:solidFill>
                  <a:srgbClr val="404040"/>
                </a:solidFill>
                <a:latin typeface="Times New Roman"/>
                <a:cs typeface="Times New Roman"/>
              </a:rPr>
              <a:t> </a:t>
            </a:r>
            <a:r>
              <a:rPr sz="2000" spc="-70" dirty="0">
                <a:solidFill>
                  <a:srgbClr val="404040"/>
                </a:solidFill>
                <a:latin typeface="Times New Roman"/>
                <a:cs typeface="Times New Roman"/>
              </a:rPr>
              <a:t>failles</a:t>
            </a:r>
            <a:r>
              <a:rPr sz="2000" spc="1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5" dirty="0">
                <a:solidFill>
                  <a:srgbClr val="404040"/>
                </a:solidFill>
                <a:latin typeface="Times New Roman"/>
                <a:cs typeface="Times New Roman"/>
              </a:rPr>
              <a:t> </a:t>
            </a:r>
            <a:r>
              <a:rPr sz="2000" spc="-45" dirty="0">
                <a:solidFill>
                  <a:srgbClr val="404040"/>
                </a:solidFill>
                <a:latin typeface="Times New Roman"/>
                <a:cs typeface="Times New Roman"/>
              </a:rPr>
              <a:t>sécurité...</a:t>
            </a:r>
            <a:endParaRPr sz="2000" dirty="0">
              <a:latin typeface="Times New Roman"/>
              <a:cs typeface="Times New Roman"/>
            </a:endParaRPr>
          </a:p>
          <a:p>
            <a:pPr marL="12700" marR="5080" algn="just">
              <a:lnSpc>
                <a:spcPts val="2160"/>
              </a:lnSpc>
              <a:spcBef>
                <a:spcPts val="1405"/>
              </a:spcBef>
            </a:pPr>
            <a:r>
              <a:rPr sz="2000" dirty="0">
                <a:solidFill>
                  <a:srgbClr val="404040"/>
                </a:solidFill>
                <a:latin typeface="Wingdings"/>
                <a:cs typeface="Wingdings"/>
              </a:rPr>
              <a:t></a:t>
            </a:r>
            <a:r>
              <a:rPr sz="2000" spc="5" dirty="0">
                <a:solidFill>
                  <a:srgbClr val="404040"/>
                </a:solidFill>
                <a:latin typeface="Times New Roman"/>
                <a:cs typeface="Times New Roman"/>
              </a:rPr>
              <a:t> </a:t>
            </a:r>
            <a:r>
              <a:rPr sz="2000" spc="-80" dirty="0">
                <a:solidFill>
                  <a:srgbClr val="404040"/>
                </a:solidFill>
                <a:latin typeface="Times New Roman"/>
                <a:cs typeface="Times New Roman"/>
              </a:rPr>
              <a:t>le</a:t>
            </a:r>
            <a:r>
              <a:rPr sz="2000" spc="-75" dirty="0">
                <a:solidFill>
                  <a:srgbClr val="404040"/>
                </a:solidFill>
                <a:latin typeface="Times New Roman"/>
                <a:cs typeface="Times New Roman"/>
              </a:rPr>
              <a:t> </a:t>
            </a:r>
            <a:r>
              <a:rPr sz="2000" spc="-15" dirty="0">
                <a:solidFill>
                  <a:srgbClr val="404040"/>
                </a:solidFill>
                <a:latin typeface="Times New Roman"/>
                <a:cs typeface="Times New Roman"/>
              </a:rPr>
              <a:t>temps</a:t>
            </a:r>
            <a:r>
              <a:rPr sz="2000" spc="-10" dirty="0">
                <a:solidFill>
                  <a:srgbClr val="404040"/>
                </a:solidFill>
                <a:latin typeface="Times New Roman"/>
                <a:cs typeface="Times New Roman"/>
              </a:rPr>
              <a:t> et</a:t>
            </a:r>
            <a:r>
              <a:rPr sz="2000" spc="-5" dirty="0">
                <a:solidFill>
                  <a:srgbClr val="404040"/>
                </a:solidFill>
                <a:latin typeface="Times New Roman"/>
                <a:cs typeface="Times New Roman"/>
              </a:rPr>
              <a:t> </a:t>
            </a:r>
            <a:r>
              <a:rPr sz="2000" spc="-80" dirty="0">
                <a:solidFill>
                  <a:srgbClr val="404040"/>
                </a:solidFill>
                <a:latin typeface="Times New Roman"/>
                <a:cs typeface="Times New Roman"/>
              </a:rPr>
              <a:t>le</a:t>
            </a:r>
            <a:r>
              <a:rPr sz="2000" spc="-75" dirty="0">
                <a:solidFill>
                  <a:srgbClr val="404040"/>
                </a:solidFill>
                <a:latin typeface="Times New Roman"/>
                <a:cs typeface="Times New Roman"/>
              </a:rPr>
              <a:t> </a:t>
            </a:r>
            <a:r>
              <a:rPr sz="2000" spc="-10" dirty="0">
                <a:solidFill>
                  <a:srgbClr val="404040"/>
                </a:solidFill>
                <a:latin typeface="Times New Roman"/>
                <a:cs typeface="Times New Roman"/>
              </a:rPr>
              <a:t>coût</a:t>
            </a:r>
            <a:r>
              <a:rPr sz="2000" spc="-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20" dirty="0">
                <a:solidFill>
                  <a:srgbClr val="404040"/>
                </a:solidFill>
                <a:latin typeface="Times New Roman"/>
                <a:cs typeface="Times New Roman"/>
              </a:rPr>
              <a:t> </a:t>
            </a:r>
            <a:r>
              <a:rPr sz="2000" spc="-25" dirty="0">
                <a:solidFill>
                  <a:srgbClr val="404040"/>
                </a:solidFill>
                <a:latin typeface="Times New Roman"/>
                <a:cs typeface="Times New Roman"/>
              </a:rPr>
              <a:t>développement</a:t>
            </a:r>
            <a:r>
              <a:rPr sz="2000" spc="-20" dirty="0">
                <a:solidFill>
                  <a:srgbClr val="404040"/>
                </a:solidFill>
                <a:latin typeface="Times New Roman"/>
                <a:cs typeface="Times New Roman"/>
              </a:rPr>
              <a:t> </a:t>
            </a:r>
            <a:r>
              <a:rPr sz="2000" spc="-35" dirty="0">
                <a:solidFill>
                  <a:srgbClr val="404040"/>
                </a:solidFill>
                <a:latin typeface="Times New Roman"/>
                <a:cs typeface="Times New Roman"/>
              </a:rPr>
              <a:t>des </a:t>
            </a:r>
            <a:r>
              <a:rPr sz="2000" spc="-30" dirty="0">
                <a:solidFill>
                  <a:srgbClr val="404040"/>
                </a:solidFill>
                <a:latin typeface="Times New Roman"/>
                <a:cs typeface="Times New Roman"/>
              </a:rPr>
              <a:t> </a:t>
            </a:r>
            <a:r>
              <a:rPr sz="2000" spc="-40" dirty="0">
                <a:solidFill>
                  <a:srgbClr val="404040"/>
                </a:solidFill>
                <a:latin typeface="Times New Roman"/>
                <a:cs typeface="Times New Roman"/>
              </a:rPr>
              <a:t>applications </a:t>
            </a:r>
            <a:r>
              <a:rPr sz="2000" spc="-55" dirty="0">
                <a:solidFill>
                  <a:srgbClr val="404040"/>
                </a:solidFill>
                <a:latin typeface="Times New Roman"/>
                <a:cs typeface="Times New Roman"/>
              </a:rPr>
              <a:t>natives </a:t>
            </a:r>
            <a:r>
              <a:rPr sz="2000" spc="5" dirty="0">
                <a:solidFill>
                  <a:srgbClr val="404040"/>
                </a:solidFill>
                <a:latin typeface="Times New Roman"/>
                <a:cs typeface="Times New Roman"/>
              </a:rPr>
              <a:t>sont </a:t>
            </a:r>
            <a:r>
              <a:rPr sz="2000" spc="-60" dirty="0">
                <a:solidFill>
                  <a:srgbClr val="404040"/>
                </a:solidFill>
                <a:latin typeface="Times New Roman"/>
                <a:cs typeface="Times New Roman"/>
              </a:rPr>
              <a:t>assez </a:t>
            </a:r>
            <a:r>
              <a:rPr sz="2000" spc="-75" dirty="0">
                <a:solidFill>
                  <a:srgbClr val="404040"/>
                </a:solidFill>
                <a:latin typeface="Times New Roman"/>
                <a:cs typeface="Times New Roman"/>
              </a:rPr>
              <a:t>élevés, </a:t>
            </a:r>
            <a:r>
              <a:rPr sz="2000" spc="-10" dirty="0">
                <a:solidFill>
                  <a:srgbClr val="404040"/>
                </a:solidFill>
                <a:latin typeface="Times New Roman"/>
                <a:cs typeface="Times New Roman"/>
              </a:rPr>
              <a:t>et </a:t>
            </a:r>
            <a:r>
              <a:rPr sz="2000" spc="-45" dirty="0">
                <a:solidFill>
                  <a:srgbClr val="404040"/>
                </a:solidFill>
                <a:latin typeface="Times New Roman"/>
                <a:cs typeface="Times New Roman"/>
              </a:rPr>
              <a:t>vous </a:t>
            </a:r>
            <a:r>
              <a:rPr sz="2000" spc="-50" dirty="0">
                <a:solidFill>
                  <a:srgbClr val="404040"/>
                </a:solidFill>
                <a:latin typeface="Times New Roman"/>
                <a:cs typeface="Times New Roman"/>
              </a:rPr>
              <a:t>devez </a:t>
            </a:r>
            <a:r>
              <a:rPr sz="2000" spc="-45" dirty="0">
                <a:solidFill>
                  <a:srgbClr val="404040"/>
                </a:solidFill>
                <a:latin typeface="Times New Roman"/>
                <a:cs typeface="Times New Roman"/>
              </a:rPr>
              <a:t> </a:t>
            </a:r>
            <a:r>
              <a:rPr sz="2000" spc="-20" dirty="0">
                <a:solidFill>
                  <a:srgbClr val="404040"/>
                </a:solidFill>
                <a:latin typeface="Times New Roman"/>
                <a:cs typeface="Times New Roman"/>
              </a:rPr>
              <a:t>être</a:t>
            </a:r>
            <a:r>
              <a:rPr sz="2000" spc="-15" dirty="0">
                <a:solidFill>
                  <a:srgbClr val="404040"/>
                </a:solidFill>
                <a:latin typeface="Times New Roman"/>
                <a:cs typeface="Times New Roman"/>
              </a:rPr>
              <a:t> </a:t>
            </a:r>
            <a:r>
              <a:rPr sz="2000" spc="-50" dirty="0">
                <a:solidFill>
                  <a:srgbClr val="404040"/>
                </a:solidFill>
                <a:latin typeface="Times New Roman"/>
                <a:cs typeface="Times New Roman"/>
              </a:rPr>
              <a:t>sûr(e)</a:t>
            </a:r>
            <a:r>
              <a:rPr sz="2000" spc="-45" dirty="0">
                <a:solidFill>
                  <a:srgbClr val="404040"/>
                </a:solidFill>
                <a:latin typeface="Times New Roman"/>
                <a:cs typeface="Times New Roman"/>
              </a:rPr>
              <a:t> </a:t>
            </a:r>
            <a:r>
              <a:rPr sz="2000" spc="-35" dirty="0">
                <a:solidFill>
                  <a:srgbClr val="404040"/>
                </a:solidFill>
                <a:latin typeface="Times New Roman"/>
                <a:cs typeface="Times New Roman"/>
              </a:rPr>
              <a:t>de</a:t>
            </a:r>
            <a:r>
              <a:rPr sz="2000" spc="-30" dirty="0">
                <a:solidFill>
                  <a:srgbClr val="404040"/>
                </a:solidFill>
                <a:latin typeface="Times New Roman"/>
                <a:cs typeface="Times New Roman"/>
              </a:rPr>
              <a:t> </a:t>
            </a:r>
            <a:r>
              <a:rPr sz="2000" spc="-20" dirty="0">
                <a:solidFill>
                  <a:srgbClr val="404040"/>
                </a:solidFill>
                <a:latin typeface="Times New Roman"/>
                <a:cs typeface="Times New Roman"/>
              </a:rPr>
              <a:t>ne</a:t>
            </a:r>
            <a:r>
              <a:rPr sz="2000" spc="-15" dirty="0">
                <a:solidFill>
                  <a:srgbClr val="404040"/>
                </a:solidFill>
                <a:latin typeface="Times New Roman"/>
                <a:cs typeface="Times New Roman"/>
              </a:rPr>
              <a:t> </a:t>
            </a:r>
            <a:r>
              <a:rPr sz="2000" spc="-40" dirty="0">
                <a:solidFill>
                  <a:srgbClr val="404040"/>
                </a:solidFill>
                <a:latin typeface="Times New Roman"/>
                <a:cs typeface="Times New Roman"/>
              </a:rPr>
              <a:t>pas</a:t>
            </a:r>
            <a:r>
              <a:rPr sz="2000" spc="-35" dirty="0">
                <a:solidFill>
                  <a:srgbClr val="404040"/>
                </a:solidFill>
                <a:latin typeface="Times New Roman"/>
                <a:cs typeface="Times New Roman"/>
              </a:rPr>
              <a:t> </a:t>
            </a:r>
            <a:r>
              <a:rPr sz="2000" spc="-30" dirty="0">
                <a:solidFill>
                  <a:srgbClr val="404040"/>
                </a:solidFill>
                <a:latin typeface="Times New Roman"/>
                <a:cs typeface="Times New Roman"/>
              </a:rPr>
              <a:t>manquer</a:t>
            </a:r>
            <a:r>
              <a:rPr sz="2000" spc="-25" dirty="0">
                <a:solidFill>
                  <a:srgbClr val="404040"/>
                </a:solidFill>
                <a:latin typeface="Times New Roman"/>
                <a:cs typeface="Times New Roman"/>
              </a:rPr>
              <a:t> </a:t>
            </a:r>
            <a:r>
              <a:rPr sz="2000" spc="-30" dirty="0">
                <a:solidFill>
                  <a:srgbClr val="404040"/>
                </a:solidFill>
                <a:latin typeface="Times New Roman"/>
                <a:cs typeface="Times New Roman"/>
              </a:rPr>
              <a:t>votre</a:t>
            </a:r>
            <a:r>
              <a:rPr sz="2000" spc="-25" dirty="0">
                <a:solidFill>
                  <a:srgbClr val="404040"/>
                </a:solidFill>
                <a:latin typeface="Times New Roman"/>
                <a:cs typeface="Times New Roman"/>
              </a:rPr>
              <a:t> </a:t>
            </a:r>
            <a:r>
              <a:rPr sz="2000" spc="-45" dirty="0">
                <a:solidFill>
                  <a:srgbClr val="404040"/>
                </a:solidFill>
                <a:latin typeface="Times New Roman"/>
                <a:cs typeface="Times New Roman"/>
              </a:rPr>
              <a:t>pari</a:t>
            </a:r>
            <a:r>
              <a:rPr sz="2000" spc="-40" dirty="0">
                <a:solidFill>
                  <a:srgbClr val="404040"/>
                </a:solidFill>
                <a:latin typeface="Times New Roman"/>
                <a:cs typeface="Times New Roman"/>
              </a:rPr>
              <a:t> </a:t>
            </a:r>
            <a:r>
              <a:rPr sz="2000" spc="-80" dirty="0">
                <a:solidFill>
                  <a:srgbClr val="404040"/>
                </a:solidFill>
                <a:latin typeface="Times New Roman"/>
                <a:cs typeface="Times New Roman"/>
              </a:rPr>
              <a:t>si</a:t>
            </a:r>
            <a:r>
              <a:rPr sz="2000" spc="-75" dirty="0">
                <a:solidFill>
                  <a:srgbClr val="404040"/>
                </a:solidFill>
                <a:latin typeface="Times New Roman"/>
                <a:cs typeface="Times New Roman"/>
              </a:rPr>
              <a:t> </a:t>
            </a:r>
            <a:r>
              <a:rPr sz="2000" spc="-40" dirty="0">
                <a:solidFill>
                  <a:srgbClr val="404040"/>
                </a:solidFill>
                <a:latin typeface="Times New Roman"/>
                <a:cs typeface="Times New Roman"/>
              </a:rPr>
              <a:t>vous </a:t>
            </a:r>
            <a:r>
              <a:rPr sz="2000" spc="-35" dirty="0">
                <a:solidFill>
                  <a:srgbClr val="404040"/>
                </a:solidFill>
                <a:latin typeface="Times New Roman"/>
                <a:cs typeface="Times New Roman"/>
              </a:rPr>
              <a:t> </a:t>
            </a:r>
            <a:r>
              <a:rPr sz="2000" spc="-30" dirty="0">
                <a:solidFill>
                  <a:srgbClr val="404040"/>
                </a:solidFill>
                <a:latin typeface="Times New Roman"/>
                <a:cs typeface="Times New Roman"/>
              </a:rPr>
              <a:t>souhaitez</a:t>
            </a:r>
            <a:r>
              <a:rPr sz="2000" spc="-15" dirty="0">
                <a:solidFill>
                  <a:srgbClr val="404040"/>
                </a:solidFill>
                <a:latin typeface="Times New Roman"/>
                <a:cs typeface="Times New Roman"/>
              </a:rPr>
              <a:t> en</a:t>
            </a:r>
            <a:r>
              <a:rPr sz="2000" dirty="0">
                <a:solidFill>
                  <a:srgbClr val="404040"/>
                </a:solidFill>
                <a:latin typeface="Times New Roman"/>
                <a:cs typeface="Times New Roman"/>
              </a:rPr>
              <a:t> </a:t>
            </a:r>
            <a:r>
              <a:rPr sz="2000" spc="-25" dirty="0">
                <a:solidFill>
                  <a:srgbClr val="404040"/>
                </a:solidFill>
                <a:latin typeface="Times New Roman"/>
                <a:cs typeface="Times New Roman"/>
              </a:rPr>
              <a:t>tirer</a:t>
            </a:r>
            <a:r>
              <a:rPr sz="2000" spc="-15" dirty="0">
                <a:solidFill>
                  <a:srgbClr val="404040"/>
                </a:solidFill>
                <a:latin typeface="Times New Roman"/>
                <a:cs typeface="Times New Roman"/>
              </a:rPr>
              <a:t> </a:t>
            </a:r>
            <a:r>
              <a:rPr sz="2000" dirty="0">
                <a:solidFill>
                  <a:srgbClr val="404040"/>
                </a:solidFill>
                <a:latin typeface="Times New Roman"/>
                <a:cs typeface="Times New Roman"/>
              </a:rPr>
              <a:t>un</a:t>
            </a:r>
            <a:r>
              <a:rPr sz="2000" spc="-5" dirty="0">
                <a:solidFill>
                  <a:srgbClr val="404040"/>
                </a:solidFill>
                <a:latin typeface="Times New Roman"/>
                <a:cs typeface="Times New Roman"/>
              </a:rPr>
              <a:t> </a:t>
            </a:r>
            <a:r>
              <a:rPr sz="2000" spc="-40" dirty="0">
                <a:solidFill>
                  <a:srgbClr val="404040"/>
                </a:solidFill>
                <a:latin typeface="Times New Roman"/>
                <a:cs typeface="Times New Roman"/>
              </a:rPr>
              <a:t>bénéfice</a:t>
            </a:r>
            <a:endParaRPr sz="2000" dirty="0">
              <a:latin typeface="Times New Roman"/>
              <a:cs typeface="Times New Roman"/>
            </a:endParaRPr>
          </a:p>
        </p:txBody>
      </p:sp>
      <p:sp>
        <p:nvSpPr>
          <p:cNvPr id="5" name="object 5"/>
          <p:cNvSpPr/>
          <p:nvPr/>
        </p:nvSpPr>
        <p:spPr>
          <a:xfrm>
            <a:off x="6336791" y="1513332"/>
            <a:ext cx="0" cy="4599940"/>
          </a:xfrm>
          <a:custGeom>
            <a:avLst/>
            <a:gdLst/>
            <a:ahLst/>
            <a:cxnLst/>
            <a:rect l="l" t="t" r="r" b="b"/>
            <a:pathLst>
              <a:path h="4599940">
                <a:moveTo>
                  <a:pt x="0" y="0"/>
                </a:moveTo>
                <a:lnTo>
                  <a:pt x="0" y="4599711"/>
                </a:lnTo>
              </a:path>
            </a:pathLst>
          </a:custGeom>
          <a:ln w="12192">
            <a:solidFill>
              <a:srgbClr val="1CACE3"/>
            </a:solidFill>
          </a:ln>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8</a:t>
            </a:fld>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7861934" cy="574040"/>
          </a:xfrm>
          <a:prstGeom prst="rect">
            <a:avLst/>
          </a:prstGeom>
        </p:spPr>
        <p:txBody>
          <a:bodyPr vert="horz" wrap="square" lIns="0" tIns="12700" rIns="0" bIns="0" rtlCol="0">
            <a:spAutoFit/>
          </a:bodyPr>
          <a:lstStyle/>
          <a:p>
            <a:pPr marL="12700">
              <a:lnSpc>
                <a:spcPct val="100000"/>
              </a:lnSpc>
              <a:spcBef>
                <a:spcPts val="100"/>
              </a:spcBef>
            </a:pPr>
            <a:r>
              <a:rPr spc="-60" dirty="0"/>
              <a:t>Environnement</a:t>
            </a:r>
            <a:r>
              <a:rPr spc="-120" dirty="0"/>
              <a:t> </a:t>
            </a:r>
            <a:r>
              <a:rPr spc="-75" dirty="0"/>
              <a:t>de</a:t>
            </a:r>
            <a:r>
              <a:rPr spc="-90" dirty="0"/>
              <a:t> </a:t>
            </a:r>
            <a:r>
              <a:rPr spc="-95" dirty="0"/>
              <a:t>développement</a:t>
            </a:r>
            <a:r>
              <a:rPr spc="-120" dirty="0"/>
              <a:t> </a:t>
            </a:r>
            <a:r>
              <a:rPr spc="-80" dirty="0"/>
              <a:t>d'Android</a:t>
            </a:r>
          </a:p>
        </p:txBody>
      </p:sp>
      <p:sp>
        <p:nvSpPr>
          <p:cNvPr id="3" name="object 3"/>
          <p:cNvSpPr txBox="1"/>
          <p:nvPr/>
        </p:nvSpPr>
        <p:spPr>
          <a:xfrm>
            <a:off x="1084580" y="1067901"/>
            <a:ext cx="9583420" cy="3123099"/>
          </a:xfrm>
          <a:prstGeom prst="rect">
            <a:avLst/>
          </a:prstGeom>
        </p:spPr>
        <p:txBody>
          <a:bodyPr vert="horz" wrap="square" lIns="0" tIns="12700" rIns="0" bIns="0" rtlCol="0">
            <a:spAutoFit/>
          </a:bodyPr>
          <a:lstStyle/>
          <a:p>
            <a:pPr marL="12700" marR="2707005">
              <a:lnSpc>
                <a:spcPct val="142700"/>
              </a:lnSpc>
              <a:spcBef>
                <a:spcPts val="100"/>
              </a:spcBef>
            </a:pPr>
            <a:r>
              <a:rPr sz="2200" spc="-35" dirty="0">
                <a:solidFill>
                  <a:srgbClr val="404040"/>
                </a:solidFill>
                <a:latin typeface="Times New Roman"/>
                <a:cs typeface="Times New Roman"/>
              </a:rPr>
              <a:t>Initialement</a:t>
            </a:r>
            <a:r>
              <a:rPr sz="2200" dirty="0">
                <a:solidFill>
                  <a:srgbClr val="404040"/>
                </a:solidFill>
                <a:latin typeface="Times New Roman"/>
                <a:cs typeface="Times New Roman"/>
              </a:rPr>
              <a:t> </a:t>
            </a:r>
            <a:r>
              <a:rPr sz="2200" spc="-5" dirty="0">
                <a:solidFill>
                  <a:srgbClr val="404040"/>
                </a:solidFill>
                <a:latin typeface="Times New Roman"/>
                <a:cs typeface="Times New Roman"/>
              </a:rPr>
              <a:t>un</a:t>
            </a:r>
            <a:r>
              <a:rPr sz="2200" spc="-10" dirty="0">
                <a:solidFill>
                  <a:srgbClr val="404040"/>
                </a:solidFill>
                <a:latin typeface="Times New Roman"/>
                <a:cs typeface="Times New Roman"/>
              </a:rPr>
              <a:t> </a:t>
            </a:r>
            <a:r>
              <a:rPr sz="2200" spc="-25" dirty="0">
                <a:solidFill>
                  <a:srgbClr val="404040"/>
                </a:solidFill>
                <a:latin typeface="Times New Roman"/>
                <a:cs typeface="Times New Roman"/>
              </a:rPr>
              <a:t>OS</a:t>
            </a:r>
            <a:r>
              <a:rPr sz="2200" spc="5" dirty="0">
                <a:solidFill>
                  <a:srgbClr val="404040"/>
                </a:solidFill>
                <a:latin typeface="Times New Roman"/>
                <a:cs typeface="Times New Roman"/>
              </a:rPr>
              <a:t> </a:t>
            </a:r>
            <a:r>
              <a:rPr sz="2200" dirty="0">
                <a:solidFill>
                  <a:srgbClr val="404040"/>
                </a:solidFill>
                <a:latin typeface="Times New Roman"/>
                <a:cs typeface="Times New Roman"/>
              </a:rPr>
              <a:t>pour</a:t>
            </a:r>
            <a:r>
              <a:rPr sz="2200" spc="25"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spc="-10" dirty="0">
                <a:solidFill>
                  <a:srgbClr val="404040"/>
                </a:solidFill>
                <a:latin typeface="Times New Roman"/>
                <a:cs typeface="Times New Roman"/>
              </a:rPr>
              <a:t> </a:t>
            </a:r>
            <a:r>
              <a:rPr sz="2200" spc="-60" dirty="0" err="1">
                <a:solidFill>
                  <a:srgbClr val="404040"/>
                </a:solidFill>
                <a:latin typeface="Times New Roman"/>
                <a:cs typeface="Times New Roman"/>
              </a:rPr>
              <a:t>appareils</a:t>
            </a:r>
            <a:r>
              <a:rPr sz="2200" spc="35" dirty="0">
                <a:solidFill>
                  <a:srgbClr val="404040"/>
                </a:solidFill>
                <a:latin typeface="Times New Roman"/>
                <a:cs typeface="Times New Roman"/>
              </a:rPr>
              <a:t> </a:t>
            </a:r>
            <a:r>
              <a:rPr sz="2200" dirty="0" smtClean="0">
                <a:solidFill>
                  <a:srgbClr val="404040"/>
                </a:solidFill>
                <a:latin typeface="Times New Roman" panose="02020603050405020304" pitchFamily="18" charset="0"/>
                <a:cs typeface="Times New Roman" panose="02020603050405020304" pitchFamily="18" charset="0"/>
              </a:rPr>
              <a:t>photos</a:t>
            </a:r>
            <a:r>
              <a:rPr lang="en-US" sz="2200" dirty="0" smtClean="0">
                <a:solidFill>
                  <a:srgbClr val="404040"/>
                </a:solidFill>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b</a:t>
            </a:r>
            <a:r>
              <a:rPr lang="fr-FR" sz="2200" dirty="0" smtClean="0">
                <a:latin typeface="Times New Roman" panose="02020603050405020304" pitchFamily="18" charset="0"/>
                <a:cs typeface="Times New Roman" panose="02020603050405020304" pitchFamily="18" charset="0"/>
              </a:rPr>
              <a:t>asé sur Linux</a:t>
            </a:r>
          </a:p>
          <a:p>
            <a:pPr marL="12700" marR="2707005">
              <a:lnSpc>
                <a:spcPct val="142700"/>
              </a:lnSpc>
              <a:spcBef>
                <a:spcPts val="100"/>
              </a:spcBef>
            </a:pPr>
            <a:r>
              <a:rPr sz="2200" spc="-50" dirty="0" err="1" smtClean="0">
                <a:solidFill>
                  <a:srgbClr val="404040"/>
                </a:solidFill>
                <a:latin typeface="Times New Roman"/>
                <a:cs typeface="Times New Roman"/>
              </a:rPr>
              <a:t>Acheté</a:t>
            </a:r>
            <a:r>
              <a:rPr sz="2200" spc="-20" dirty="0" smtClean="0">
                <a:solidFill>
                  <a:srgbClr val="404040"/>
                </a:solidFill>
                <a:latin typeface="Times New Roman"/>
                <a:cs typeface="Times New Roman"/>
              </a:rPr>
              <a:t> </a:t>
            </a:r>
            <a:r>
              <a:rPr sz="2200" spc="-25" dirty="0" smtClean="0">
                <a:solidFill>
                  <a:srgbClr val="404040"/>
                </a:solidFill>
                <a:latin typeface="Times New Roman"/>
                <a:cs typeface="Times New Roman"/>
              </a:rPr>
              <a:t>par</a:t>
            </a:r>
            <a:r>
              <a:rPr sz="2200" spc="25" dirty="0" smtClean="0">
                <a:solidFill>
                  <a:srgbClr val="404040"/>
                </a:solidFill>
                <a:latin typeface="Times New Roman"/>
                <a:cs typeface="Times New Roman"/>
              </a:rPr>
              <a:t> </a:t>
            </a:r>
            <a:r>
              <a:rPr sz="2200" spc="-30" dirty="0" smtClean="0">
                <a:solidFill>
                  <a:srgbClr val="404040"/>
                </a:solidFill>
                <a:latin typeface="Times New Roman"/>
                <a:cs typeface="Times New Roman"/>
              </a:rPr>
              <a:t>Google</a:t>
            </a:r>
            <a:r>
              <a:rPr sz="2200" spc="20" dirty="0" smtClean="0">
                <a:solidFill>
                  <a:srgbClr val="404040"/>
                </a:solidFill>
                <a:latin typeface="Times New Roman"/>
                <a:cs typeface="Times New Roman"/>
              </a:rPr>
              <a:t> </a:t>
            </a:r>
            <a:r>
              <a:rPr sz="2200" spc="-25" dirty="0" smtClean="0">
                <a:solidFill>
                  <a:srgbClr val="404040"/>
                </a:solidFill>
                <a:latin typeface="Times New Roman"/>
                <a:cs typeface="Times New Roman"/>
              </a:rPr>
              <a:t>en</a:t>
            </a:r>
            <a:r>
              <a:rPr sz="2200" spc="5" dirty="0" smtClean="0">
                <a:solidFill>
                  <a:srgbClr val="404040"/>
                </a:solidFill>
                <a:latin typeface="Times New Roman"/>
                <a:cs typeface="Times New Roman"/>
              </a:rPr>
              <a:t> </a:t>
            </a:r>
            <a:r>
              <a:rPr sz="2200" spc="-70" dirty="0" smtClean="0">
                <a:solidFill>
                  <a:srgbClr val="404040"/>
                </a:solidFill>
                <a:latin typeface="Times New Roman"/>
                <a:cs typeface="Times New Roman"/>
              </a:rPr>
              <a:t>2005</a:t>
            </a:r>
            <a:endParaRPr sz="2200" dirty="0" smtClean="0">
              <a:latin typeface="Times New Roman"/>
              <a:cs typeface="Times New Roman"/>
            </a:endParaRPr>
          </a:p>
          <a:p>
            <a:pPr marL="12700">
              <a:lnSpc>
                <a:spcPct val="100000"/>
              </a:lnSpc>
              <a:spcBef>
                <a:spcPts val="1140"/>
              </a:spcBef>
            </a:pPr>
            <a:r>
              <a:rPr sz="2200" spc="-30" dirty="0" err="1" smtClean="0">
                <a:solidFill>
                  <a:srgbClr val="404040"/>
                </a:solidFill>
                <a:latin typeface="Times New Roman"/>
                <a:cs typeface="Times New Roman"/>
              </a:rPr>
              <a:t>Objectif</a:t>
            </a:r>
            <a:r>
              <a:rPr sz="2200" spc="290" dirty="0" smtClean="0">
                <a:solidFill>
                  <a:srgbClr val="404040"/>
                </a:solidFill>
                <a:latin typeface="Times New Roman"/>
                <a:cs typeface="Times New Roman"/>
              </a:rPr>
              <a:t> </a:t>
            </a:r>
            <a:r>
              <a:rPr sz="2200" spc="-15" dirty="0">
                <a:solidFill>
                  <a:srgbClr val="404040"/>
                </a:solidFill>
                <a:latin typeface="Times New Roman"/>
                <a:cs typeface="Times New Roman"/>
              </a:rPr>
              <a:t>du</a:t>
            </a:r>
            <a:r>
              <a:rPr sz="2200" spc="-10" dirty="0">
                <a:solidFill>
                  <a:srgbClr val="404040"/>
                </a:solidFill>
                <a:latin typeface="Times New Roman"/>
                <a:cs typeface="Times New Roman"/>
              </a:rPr>
              <a:t> </a:t>
            </a:r>
            <a:r>
              <a:rPr sz="2200" spc="-40" dirty="0">
                <a:solidFill>
                  <a:srgbClr val="404040"/>
                </a:solidFill>
                <a:latin typeface="Times New Roman"/>
                <a:cs typeface="Times New Roman"/>
              </a:rPr>
              <a:t>rachat</a:t>
            </a:r>
            <a:r>
              <a:rPr sz="2200" spc="30"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0" dirty="0">
                <a:solidFill>
                  <a:srgbClr val="404040"/>
                </a:solidFill>
                <a:latin typeface="Times New Roman"/>
                <a:cs typeface="Times New Roman"/>
              </a:rPr>
              <a:t> </a:t>
            </a:r>
            <a:r>
              <a:rPr sz="2200" spc="-40" dirty="0">
                <a:solidFill>
                  <a:srgbClr val="404040"/>
                </a:solidFill>
                <a:latin typeface="Times New Roman"/>
                <a:cs typeface="Times New Roman"/>
              </a:rPr>
              <a:t>créer</a:t>
            </a:r>
            <a:r>
              <a:rPr sz="2200" spc="-5" dirty="0">
                <a:solidFill>
                  <a:srgbClr val="404040"/>
                </a:solidFill>
                <a:latin typeface="Times New Roman"/>
                <a:cs typeface="Times New Roman"/>
              </a:rPr>
              <a:t> </a:t>
            </a:r>
            <a:r>
              <a:rPr sz="2200" spc="-25" dirty="0">
                <a:solidFill>
                  <a:srgbClr val="404040"/>
                </a:solidFill>
                <a:latin typeface="Times New Roman"/>
                <a:cs typeface="Times New Roman"/>
              </a:rPr>
              <a:t>une</a:t>
            </a:r>
            <a:r>
              <a:rPr sz="2200" spc="5" dirty="0">
                <a:solidFill>
                  <a:srgbClr val="404040"/>
                </a:solidFill>
                <a:latin typeface="Times New Roman"/>
                <a:cs typeface="Times New Roman"/>
              </a:rPr>
              <a:t> </a:t>
            </a:r>
            <a:r>
              <a:rPr sz="2200" spc="-25" dirty="0">
                <a:solidFill>
                  <a:srgbClr val="404040"/>
                </a:solidFill>
                <a:latin typeface="Times New Roman"/>
                <a:cs typeface="Times New Roman"/>
              </a:rPr>
              <a:t>plateforme</a:t>
            </a:r>
            <a:r>
              <a:rPr sz="2200" spc="25" dirty="0">
                <a:solidFill>
                  <a:srgbClr val="404040"/>
                </a:solidFill>
                <a:latin typeface="Times New Roman"/>
                <a:cs typeface="Times New Roman"/>
              </a:rPr>
              <a:t> </a:t>
            </a:r>
            <a:r>
              <a:rPr sz="2200" spc="-50" dirty="0">
                <a:solidFill>
                  <a:srgbClr val="404040"/>
                </a:solidFill>
                <a:latin typeface="Times New Roman"/>
                <a:cs typeface="Times New Roman"/>
              </a:rPr>
              <a:t>mobile</a:t>
            </a:r>
            <a:endParaRPr sz="2200" dirty="0">
              <a:latin typeface="Times New Roman"/>
              <a:cs typeface="Times New Roman"/>
            </a:endParaRPr>
          </a:p>
          <a:p>
            <a:pPr marL="802005" indent="-222885">
              <a:lnSpc>
                <a:spcPct val="100000"/>
              </a:lnSpc>
              <a:spcBef>
                <a:spcPts val="135"/>
              </a:spcBef>
              <a:buClr>
                <a:srgbClr val="1CACE3"/>
              </a:buClr>
              <a:buSzPct val="95454"/>
              <a:buFont typeface="Wingdings"/>
              <a:buChar char=""/>
              <a:tabLst>
                <a:tab pos="802640" algn="l"/>
              </a:tabLst>
            </a:pPr>
            <a:r>
              <a:rPr sz="2200" spc="-70" dirty="0">
                <a:solidFill>
                  <a:srgbClr val="404040"/>
                </a:solidFill>
                <a:latin typeface="Times New Roman"/>
                <a:cs typeface="Times New Roman"/>
              </a:rPr>
              <a:t>Flexible,</a:t>
            </a:r>
            <a:endParaRPr sz="2200" dirty="0">
              <a:latin typeface="Times New Roman"/>
              <a:cs typeface="Times New Roman"/>
            </a:endParaRPr>
          </a:p>
          <a:p>
            <a:pPr marL="802005" indent="-222885">
              <a:lnSpc>
                <a:spcPct val="100000"/>
              </a:lnSpc>
              <a:spcBef>
                <a:spcPts val="335"/>
              </a:spcBef>
              <a:buClr>
                <a:srgbClr val="1CACE3"/>
              </a:buClr>
              <a:buSzPct val="95454"/>
              <a:buFont typeface="Wingdings"/>
              <a:buChar char=""/>
              <a:tabLst>
                <a:tab pos="802640" algn="l"/>
              </a:tabLst>
            </a:pPr>
            <a:r>
              <a:rPr sz="2200" spc="-70" dirty="0">
                <a:solidFill>
                  <a:srgbClr val="404040"/>
                </a:solidFill>
                <a:latin typeface="Times New Roman"/>
                <a:cs typeface="Times New Roman"/>
              </a:rPr>
              <a:t>Accessible</a:t>
            </a:r>
            <a:r>
              <a:rPr sz="2200" spc="-15" dirty="0">
                <a:solidFill>
                  <a:srgbClr val="404040"/>
                </a:solidFill>
                <a:latin typeface="Times New Roman"/>
                <a:cs typeface="Times New Roman"/>
              </a:rPr>
              <a:t> </a:t>
            </a:r>
            <a:r>
              <a:rPr sz="2200" spc="-85" dirty="0">
                <a:solidFill>
                  <a:srgbClr val="404040"/>
                </a:solidFill>
                <a:latin typeface="Times New Roman"/>
                <a:cs typeface="Times New Roman"/>
              </a:rPr>
              <a:t>à</a:t>
            </a:r>
            <a:r>
              <a:rPr sz="2200" spc="-5" dirty="0">
                <a:solidFill>
                  <a:srgbClr val="404040"/>
                </a:solidFill>
                <a:latin typeface="Times New Roman"/>
                <a:cs typeface="Times New Roman"/>
              </a:rPr>
              <a:t> </a:t>
            </a:r>
            <a:r>
              <a:rPr sz="2200" spc="-15" dirty="0">
                <a:solidFill>
                  <a:srgbClr val="404040"/>
                </a:solidFill>
                <a:latin typeface="Times New Roman"/>
                <a:cs typeface="Times New Roman"/>
              </a:rPr>
              <a:t>tous</a:t>
            </a:r>
            <a:r>
              <a:rPr sz="2200"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spc="-15" dirty="0">
                <a:solidFill>
                  <a:srgbClr val="404040"/>
                </a:solidFill>
                <a:latin typeface="Times New Roman"/>
                <a:cs typeface="Times New Roman"/>
              </a:rPr>
              <a:t> </a:t>
            </a:r>
            <a:r>
              <a:rPr sz="2200" spc="-35" dirty="0">
                <a:solidFill>
                  <a:srgbClr val="404040"/>
                </a:solidFill>
                <a:latin typeface="Times New Roman"/>
                <a:cs typeface="Times New Roman"/>
              </a:rPr>
              <a:t>intégrateurs</a:t>
            </a:r>
            <a:r>
              <a:rPr sz="2200" spc="25" dirty="0">
                <a:solidFill>
                  <a:srgbClr val="404040"/>
                </a:solidFill>
                <a:latin typeface="Times New Roman"/>
                <a:cs typeface="Times New Roman"/>
              </a:rPr>
              <a:t> </a:t>
            </a:r>
            <a:r>
              <a:rPr sz="2200" spc="-20" dirty="0">
                <a:solidFill>
                  <a:srgbClr val="404040"/>
                </a:solidFill>
                <a:latin typeface="Times New Roman"/>
                <a:cs typeface="Times New Roman"/>
              </a:rPr>
              <a:t>et</a:t>
            </a:r>
            <a:r>
              <a:rPr sz="2200" spc="-10" dirty="0">
                <a:solidFill>
                  <a:srgbClr val="404040"/>
                </a:solidFill>
                <a:latin typeface="Times New Roman"/>
                <a:cs typeface="Times New Roman"/>
              </a:rPr>
              <a:t> </a:t>
            </a:r>
            <a:r>
              <a:rPr sz="2200" spc="-45" dirty="0">
                <a:solidFill>
                  <a:srgbClr val="404040"/>
                </a:solidFill>
                <a:latin typeface="Times New Roman"/>
                <a:cs typeface="Times New Roman"/>
              </a:rPr>
              <a:t>développeurs,</a:t>
            </a:r>
            <a:endParaRPr sz="2200" dirty="0">
              <a:latin typeface="Times New Roman"/>
              <a:cs typeface="Times New Roman"/>
            </a:endParaRPr>
          </a:p>
          <a:p>
            <a:pPr marL="802005" indent="-222885">
              <a:lnSpc>
                <a:spcPct val="100000"/>
              </a:lnSpc>
              <a:spcBef>
                <a:spcPts val="335"/>
              </a:spcBef>
              <a:buClr>
                <a:srgbClr val="1CACE3"/>
              </a:buClr>
              <a:buSzPct val="95454"/>
              <a:buFont typeface="Wingdings"/>
              <a:buChar char=""/>
              <a:tabLst>
                <a:tab pos="802640" algn="l"/>
              </a:tabLst>
            </a:pPr>
            <a:r>
              <a:rPr sz="2200" spc="-20" dirty="0">
                <a:solidFill>
                  <a:srgbClr val="404040"/>
                </a:solidFill>
                <a:latin typeface="Times New Roman"/>
                <a:cs typeface="Times New Roman"/>
              </a:rPr>
              <a:t>Profiter</a:t>
            </a:r>
            <a:r>
              <a:rPr sz="2200" spc="5" dirty="0">
                <a:solidFill>
                  <a:srgbClr val="404040"/>
                </a:solidFill>
                <a:latin typeface="Times New Roman"/>
                <a:cs typeface="Times New Roman"/>
              </a:rPr>
              <a:t> </a:t>
            </a:r>
            <a:r>
              <a:rPr sz="2200" spc="-30" dirty="0">
                <a:solidFill>
                  <a:srgbClr val="404040"/>
                </a:solidFill>
                <a:latin typeface="Times New Roman"/>
                <a:cs typeface="Times New Roman"/>
              </a:rPr>
              <a:t>de</a:t>
            </a:r>
            <a:r>
              <a:rPr sz="2200" spc="-25"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dirty="0">
                <a:solidFill>
                  <a:srgbClr val="404040"/>
                </a:solidFill>
                <a:latin typeface="Times New Roman"/>
                <a:cs typeface="Times New Roman"/>
              </a:rPr>
              <a:t> </a:t>
            </a:r>
            <a:r>
              <a:rPr sz="2200" spc="-45" dirty="0">
                <a:solidFill>
                  <a:srgbClr val="404040"/>
                </a:solidFill>
                <a:latin typeface="Times New Roman"/>
                <a:cs typeface="Times New Roman"/>
              </a:rPr>
              <a:t>convergence</a:t>
            </a:r>
            <a:r>
              <a:rPr sz="2200" spc="10" dirty="0">
                <a:solidFill>
                  <a:srgbClr val="404040"/>
                </a:solidFill>
                <a:latin typeface="Times New Roman"/>
                <a:cs typeface="Times New Roman"/>
              </a:rPr>
              <a:t> </a:t>
            </a:r>
            <a:r>
              <a:rPr sz="2200" spc="-65" dirty="0">
                <a:solidFill>
                  <a:srgbClr val="404040"/>
                </a:solidFill>
                <a:latin typeface="Times New Roman"/>
                <a:cs typeface="Times New Roman"/>
              </a:rPr>
              <a:t>web</a:t>
            </a:r>
            <a:r>
              <a:rPr sz="2200" spc="-20" dirty="0">
                <a:solidFill>
                  <a:srgbClr val="404040"/>
                </a:solidFill>
                <a:latin typeface="Times New Roman"/>
                <a:cs typeface="Times New Roman"/>
              </a:rPr>
              <a:t> </a:t>
            </a:r>
            <a:r>
              <a:rPr sz="2200" spc="484" dirty="0">
                <a:solidFill>
                  <a:srgbClr val="404040"/>
                </a:solidFill>
                <a:latin typeface="Times New Roman"/>
                <a:cs typeface="Times New Roman"/>
              </a:rPr>
              <a:t>/</a:t>
            </a:r>
            <a:r>
              <a:rPr sz="2200" dirty="0">
                <a:solidFill>
                  <a:srgbClr val="404040"/>
                </a:solidFill>
                <a:latin typeface="Times New Roman"/>
                <a:cs typeface="Times New Roman"/>
              </a:rPr>
              <a:t> </a:t>
            </a:r>
            <a:r>
              <a:rPr sz="2200" spc="-45" dirty="0">
                <a:solidFill>
                  <a:srgbClr val="404040"/>
                </a:solidFill>
                <a:latin typeface="Times New Roman"/>
                <a:cs typeface="Times New Roman"/>
              </a:rPr>
              <a:t>mobile</a:t>
            </a:r>
            <a:endParaRPr sz="2200" dirty="0">
              <a:latin typeface="Times New Roman"/>
              <a:cs typeface="Times New Roman"/>
            </a:endParaRPr>
          </a:p>
          <a:p>
            <a:pPr marL="12700">
              <a:lnSpc>
                <a:spcPct val="100000"/>
              </a:lnSpc>
              <a:spcBef>
                <a:spcPts val="1450"/>
              </a:spcBef>
            </a:pPr>
            <a:r>
              <a:rPr sz="2000" b="1" spc="-5" dirty="0">
                <a:solidFill>
                  <a:srgbClr val="FF0000"/>
                </a:solidFill>
                <a:latin typeface="Times New Roman"/>
                <a:cs typeface="Times New Roman"/>
              </a:rPr>
              <a:t>Android</a:t>
            </a:r>
            <a:r>
              <a:rPr sz="2000" b="1" spc="-30" dirty="0">
                <a:solidFill>
                  <a:srgbClr val="FF0000"/>
                </a:solidFill>
                <a:latin typeface="Times New Roman"/>
                <a:cs typeface="Times New Roman"/>
              </a:rPr>
              <a:t> </a:t>
            </a:r>
            <a:r>
              <a:rPr sz="2000" b="1" dirty="0">
                <a:solidFill>
                  <a:srgbClr val="FF0000"/>
                </a:solidFill>
                <a:latin typeface="Times New Roman"/>
                <a:cs typeface="Times New Roman"/>
              </a:rPr>
              <a:t>:</a:t>
            </a:r>
            <a:r>
              <a:rPr sz="2000" b="1" spc="-5" dirty="0">
                <a:solidFill>
                  <a:srgbClr val="FF0000"/>
                </a:solidFill>
                <a:latin typeface="Times New Roman"/>
                <a:cs typeface="Times New Roman"/>
              </a:rPr>
              <a:t> </a:t>
            </a:r>
            <a:r>
              <a:rPr sz="2000" b="1" dirty="0">
                <a:solidFill>
                  <a:srgbClr val="FF0000"/>
                </a:solidFill>
                <a:latin typeface="Times New Roman"/>
                <a:cs typeface="Times New Roman"/>
              </a:rPr>
              <a:t>système</a:t>
            </a:r>
            <a:r>
              <a:rPr sz="2000" b="1" spc="-40" dirty="0">
                <a:solidFill>
                  <a:srgbClr val="FF0000"/>
                </a:solidFill>
                <a:latin typeface="Times New Roman"/>
                <a:cs typeface="Times New Roman"/>
              </a:rPr>
              <a:t> </a:t>
            </a:r>
            <a:r>
              <a:rPr sz="2000" b="1" dirty="0">
                <a:solidFill>
                  <a:srgbClr val="FF0000"/>
                </a:solidFill>
                <a:latin typeface="Times New Roman"/>
                <a:cs typeface="Times New Roman"/>
              </a:rPr>
              <a:t>complet,</a:t>
            </a:r>
            <a:r>
              <a:rPr sz="2000" b="1" spc="-25" dirty="0">
                <a:solidFill>
                  <a:srgbClr val="FF0000"/>
                </a:solidFill>
                <a:latin typeface="Times New Roman"/>
                <a:cs typeface="Times New Roman"/>
              </a:rPr>
              <a:t> </a:t>
            </a:r>
            <a:r>
              <a:rPr sz="2000" b="1" dirty="0">
                <a:solidFill>
                  <a:srgbClr val="FF0000"/>
                </a:solidFill>
                <a:latin typeface="Times New Roman"/>
                <a:cs typeface="Times New Roman"/>
              </a:rPr>
              <a:t>ouvert</a:t>
            </a:r>
            <a:r>
              <a:rPr sz="2000" b="1" spc="-10" dirty="0">
                <a:solidFill>
                  <a:srgbClr val="FF0000"/>
                </a:solidFill>
                <a:latin typeface="Times New Roman"/>
                <a:cs typeface="Times New Roman"/>
              </a:rPr>
              <a:t> </a:t>
            </a:r>
            <a:r>
              <a:rPr sz="2000" b="1" spc="-5" dirty="0">
                <a:solidFill>
                  <a:srgbClr val="FF0000"/>
                </a:solidFill>
                <a:latin typeface="Times New Roman"/>
                <a:cs typeface="Times New Roman"/>
              </a:rPr>
              <a:t>et</a:t>
            </a:r>
            <a:r>
              <a:rPr sz="2000" b="1" spc="-20" dirty="0">
                <a:solidFill>
                  <a:srgbClr val="FF0000"/>
                </a:solidFill>
                <a:latin typeface="Times New Roman"/>
                <a:cs typeface="Times New Roman"/>
              </a:rPr>
              <a:t> </a:t>
            </a:r>
            <a:r>
              <a:rPr sz="2000" b="1" dirty="0">
                <a:solidFill>
                  <a:srgbClr val="FF0000"/>
                </a:solidFill>
                <a:latin typeface="Times New Roman"/>
                <a:cs typeface="Times New Roman"/>
              </a:rPr>
              <a:t>gratuit</a:t>
            </a:r>
            <a:r>
              <a:rPr sz="2000" b="1" spc="-25" dirty="0">
                <a:solidFill>
                  <a:srgbClr val="FF0000"/>
                </a:solidFill>
                <a:latin typeface="Times New Roman"/>
                <a:cs typeface="Times New Roman"/>
              </a:rPr>
              <a:t> </a:t>
            </a:r>
            <a:r>
              <a:rPr sz="2000" b="1" dirty="0">
                <a:solidFill>
                  <a:srgbClr val="FF0000"/>
                </a:solidFill>
                <a:latin typeface="Times New Roman"/>
                <a:cs typeface="Times New Roman"/>
              </a:rPr>
              <a:t>dans</a:t>
            </a:r>
            <a:r>
              <a:rPr sz="2000" b="1" spc="-15" dirty="0">
                <a:solidFill>
                  <a:srgbClr val="FF0000"/>
                </a:solidFill>
                <a:latin typeface="Times New Roman"/>
                <a:cs typeface="Times New Roman"/>
              </a:rPr>
              <a:t> </a:t>
            </a:r>
            <a:r>
              <a:rPr sz="2000" b="1" spc="-5" dirty="0">
                <a:solidFill>
                  <a:srgbClr val="FF0000"/>
                </a:solidFill>
                <a:latin typeface="Times New Roman"/>
                <a:cs typeface="Times New Roman"/>
              </a:rPr>
              <a:t>le </a:t>
            </a:r>
            <a:r>
              <a:rPr sz="2000" b="1" dirty="0">
                <a:solidFill>
                  <a:srgbClr val="FF0000"/>
                </a:solidFill>
                <a:latin typeface="Times New Roman"/>
                <a:cs typeface="Times New Roman"/>
              </a:rPr>
              <a:t>monde</a:t>
            </a:r>
            <a:r>
              <a:rPr sz="2000" b="1" spc="-20" dirty="0">
                <a:solidFill>
                  <a:srgbClr val="FF0000"/>
                </a:solidFill>
                <a:latin typeface="Times New Roman"/>
                <a:cs typeface="Times New Roman"/>
              </a:rPr>
              <a:t> </a:t>
            </a:r>
            <a:r>
              <a:rPr sz="2000" b="1" dirty="0">
                <a:solidFill>
                  <a:srgbClr val="FF0000"/>
                </a:solidFill>
                <a:latin typeface="Times New Roman"/>
                <a:cs typeface="Times New Roman"/>
              </a:rPr>
              <a:t>du</a:t>
            </a:r>
            <a:r>
              <a:rPr sz="2000" b="1" spc="-5" dirty="0">
                <a:solidFill>
                  <a:srgbClr val="FF0000"/>
                </a:solidFill>
                <a:latin typeface="Times New Roman"/>
                <a:cs typeface="Times New Roman"/>
              </a:rPr>
              <a:t> </a:t>
            </a:r>
            <a:r>
              <a:rPr sz="2000" b="1" dirty="0">
                <a:solidFill>
                  <a:srgbClr val="FF0000"/>
                </a:solidFill>
                <a:latin typeface="Times New Roman"/>
                <a:cs typeface="Times New Roman"/>
              </a:rPr>
              <a:t>mobile</a:t>
            </a:r>
            <a:endParaRPr sz="2000" dirty="0">
              <a:latin typeface="Times New Roman"/>
              <a:cs typeface="Times New Roman"/>
            </a:endParaRPr>
          </a:p>
        </p:txBody>
      </p:sp>
      <p:sp>
        <p:nvSpPr>
          <p:cNvPr id="4" name="object 4"/>
          <p:cNvSpPr txBox="1"/>
          <p:nvPr/>
        </p:nvSpPr>
        <p:spPr>
          <a:xfrm>
            <a:off x="1084580" y="4168266"/>
            <a:ext cx="1823085" cy="360680"/>
          </a:xfrm>
          <a:prstGeom prst="rect">
            <a:avLst/>
          </a:prstGeom>
        </p:spPr>
        <p:txBody>
          <a:bodyPr vert="horz" wrap="square" lIns="0" tIns="12065" rIns="0" bIns="0" rtlCol="0">
            <a:spAutoFit/>
          </a:bodyPr>
          <a:lstStyle/>
          <a:p>
            <a:pPr marL="12700">
              <a:lnSpc>
                <a:spcPct val="100000"/>
              </a:lnSpc>
              <a:spcBef>
                <a:spcPts val="95"/>
              </a:spcBef>
            </a:pPr>
            <a:r>
              <a:rPr sz="2200" spc="-65" dirty="0">
                <a:solidFill>
                  <a:srgbClr val="404040"/>
                </a:solidFill>
                <a:latin typeface="Times New Roman"/>
                <a:cs typeface="Times New Roman"/>
              </a:rPr>
              <a:t>Stratégie</a:t>
            </a:r>
            <a:r>
              <a:rPr sz="2200" spc="-50" dirty="0">
                <a:solidFill>
                  <a:srgbClr val="404040"/>
                </a:solidFill>
                <a:latin typeface="Times New Roman"/>
                <a:cs typeface="Times New Roman"/>
              </a:rPr>
              <a:t> </a:t>
            </a:r>
            <a:r>
              <a:rPr sz="2200" spc="-30" dirty="0">
                <a:solidFill>
                  <a:srgbClr val="404040"/>
                </a:solidFill>
                <a:latin typeface="Times New Roman"/>
                <a:cs typeface="Times New Roman"/>
              </a:rPr>
              <a:t>Google</a:t>
            </a:r>
            <a:endParaRPr sz="2200">
              <a:latin typeface="Times New Roman"/>
              <a:cs typeface="Times New Roman"/>
            </a:endParaRPr>
          </a:p>
        </p:txBody>
      </p:sp>
      <p:grpSp>
        <p:nvGrpSpPr>
          <p:cNvPr id="5" name="object 5"/>
          <p:cNvGrpSpPr/>
          <p:nvPr/>
        </p:nvGrpSpPr>
        <p:grpSpPr>
          <a:xfrm>
            <a:off x="9019031" y="1540739"/>
            <a:ext cx="3098800" cy="1231900"/>
            <a:chOff x="8909304" y="1499616"/>
            <a:chExt cx="3098800" cy="1231900"/>
          </a:xfrm>
        </p:grpSpPr>
        <p:pic>
          <p:nvPicPr>
            <p:cNvPr id="6" name="object 6"/>
            <p:cNvPicPr/>
            <p:nvPr/>
          </p:nvPicPr>
          <p:blipFill>
            <a:blip r:embed="rId3" cstate="print"/>
            <a:stretch>
              <a:fillRect/>
            </a:stretch>
          </p:blipFill>
          <p:spPr>
            <a:xfrm>
              <a:off x="10308336" y="1978152"/>
              <a:ext cx="952430" cy="702563"/>
            </a:xfrm>
            <a:prstGeom prst="rect">
              <a:avLst/>
            </a:prstGeom>
          </p:spPr>
        </p:pic>
        <p:pic>
          <p:nvPicPr>
            <p:cNvPr id="7" name="object 7"/>
            <p:cNvPicPr/>
            <p:nvPr/>
          </p:nvPicPr>
          <p:blipFill>
            <a:blip r:embed="rId4" cstate="print"/>
            <a:stretch>
              <a:fillRect/>
            </a:stretch>
          </p:blipFill>
          <p:spPr>
            <a:xfrm>
              <a:off x="8909304" y="2240280"/>
              <a:ext cx="954024" cy="490727"/>
            </a:xfrm>
            <a:prstGeom prst="rect">
              <a:avLst/>
            </a:prstGeom>
          </p:spPr>
        </p:pic>
        <p:pic>
          <p:nvPicPr>
            <p:cNvPr id="8" name="object 8"/>
            <p:cNvPicPr/>
            <p:nvPr/>
          </p:nvPicPr>
          <p:blipFill>
            <a:blip r:embed="rId5" cstate="print"/>
            <a:stretch>
              <a:fillRect/>
            </a:stretch>
          </p:blipFill>
          <p:spPr>
            <a:xfrm>
              <a:off x="9092184" y="1499616"/>
              <a:ext cx="1261872" cy="800100"/>
            </a:xfrm>
            <a:prstGeom prst="rect">
              <a:avLst/>
            </a:prstGeom>
          </p:spPr>
        </p:pic>
        <p:pic>
          <p:nvPicPr>
            <p:cNvPr id="9" name="object 9"/>
            <p:cNvPicPr/>
            <p:nvPr/>
          </p:nvPicPr>
          <p:blipFill>
            <a:blip r:embed="rId6" cstate="print"/>
            <a:stretch>
              <a:fillRect/>
            </a:stretch>
          </p:blipFill>
          <p:spPr>
            <a:xfrm>
              <a:off x="11265408" y="1586484"/>
              <a:ext cx="742188" cy="652272"/>
            </a:xfrm>
            <a:prstGeom prst="rect">
              <a:avLst/>
            </a:prstGeom>
          </p:spPr>
        </p:pic>
      </p:grpSp>
      <p:pic>
        <p:nvPicPr>
          <p:cNvPr id="10" name="object 10"/>
          <p:cNvPicPr/>
          <p:nvPr/>
        </p:nvPicPr>
        <p:blipFill>
          <a:blip r:embed="rId7" cstate="print"/>
          <a:stretch>
            <a:fillRect/>
          </a:stretch>
        </p:blipFill>
        <p:spPr>
          <a:xfrm>
            <a:off x="7656576" y="1848611"/>
            <a:ext cx="696448" cy="675131"/>
          </a:xfrm>
          <a:prstGeom prst="rect">
            <a:avLst/>
          </a:prstGeom>
        </p:spPr>
      </p:pic>
      <p:pic>
        <p:nvPicPr>
          <p:cNvPr id="11" name="object 11"/>
          <p:cNvPicPr/>
          <p:nvPr/>
        </p:nvPicPr>
        <p:blipFill>
          <a:blip r:embed="rId8" cstate="print"/>
          <a:stretch>
            <a:fillRect/>
          </a:stretch>
        </p:blipFill>
        <p:spPr>
          <a:xfrm>
            <a:off x="8503919" y="1543811"/>
            <a:ext cx="297179" cy="638556"/>
          </a:xfrm>
          <a:prstGeom prst="rect">
            <a:avLst/>
          </a:prstGeom>
        </p:spPr>
      </p:pic>
      <p:grpSp>
        <p:nvGrpSpPr>
          <p:cNvPr id="12" name="object 12"/>
          <p:cNvGrpSpPr/>
          <p:nvPr/>
        </p:nvGrpSpPr>
        <p:grpSpPr>
          <a:xfrm>
            <a:off x="5117338" y="4256278"/>
            <a:ext cx="2884170" cy="511175"/>
            <a:chOff x="5117338" y="4256278"/>
            <a:chExt cx="2884170" cy="511175"/>
          </a:xfrm>
        </p:grpSpPr>
        <p:pic>
          <p:nvPicPr>
            <p:cNvPr id="13" name="object 13"/>
            <p:cNvPicPr/>
            <p:nvPr/>
          </p:nvPicPr>
          <p:blipFill>
            <a:blip r:embed="rId9" cstate="print"/>
            <a:stretch>
              <a:fillRect/>
            </a:stretch>
          </p:blipFill>
          <p:spPr>
            <a:xfrm>
              <a:off x="5123688" y="4262628"/>
              <a:ext cx="2871216" cy="498348"/>
            </a:xfrm>
            <a:prstGeom prst="rect">
              <a:avLst/>
            </a:prstGeom>
          </p:spPr>
        </p:pic>
        <p:sp>
          <p:nvSpPr>
            <p:cNvPr id="14" name="object 14"/>
            <p:cNvSpPr/>
            <p:nvPr/>
          </p:nvSpPr>
          <p:spPr>
            <a:xfrm>
              <a:off x="5123688" y="4262628"/>
              <a:ext cx="2871470" cy="498475"/>
            </a:xfrm>
            <a:custGeom>
              <a:avLst/>
              <a:gdLst/>
              <a:ahLst/>
              <a:cxnLst/>
              <a:rect l="l" t="t" r="r" b="b"/>
              <a:pathLst>
                <a:path w="2871470" h="498475">
                  <a:moveTo>
                    <a:pt x="0" y="83058"/>
                  </a:moveTo>
                  <a:lnTo>
                    <a:pt x="6530" y="50738"/>
                  </a:lnTo>
                  <a:lnTo>
                    <a:pt x="24336" y="24336"/>
                  </a:lnTo>
                  <a:lnTo>
                    <a:pt x="50738" y="6530"/>
                  </a:lnTo>
                  <a:lnTo>
                    <a:pt x="83058" y="0"/>
                  </a:lnTo>
                  <a:lnTo>
                    <a:pt x="2788158" y="0"/>
                  </a:lnTo>
                  <a:lnTo>
                    <a:pt x="2820477" y="6530"/>
                  </a:lnTo>
                  <a:lnTo>
                    <a:pt x="2846879" y="24336"/>
                  </a:lnTo>
                  <a:lnTo>
                    <a:pt x="2864685" y="50738"/>
                  </a:lnTo>
                  <a:lnTo>
                    <a:pt x="2871216" y="83058"/>
                  </a:lnTo>
                  <a:lnTo>
                    <a:pt x="2871216" y="415290"/>
                  </a:lnTo>
                  <a:lnTo>
                    <a:pt x="2864685" y="447609"/>
                  </a:lnTo>
                  <a:lnTo>
                    <a:pt x="2846879" y="474011"/>
                  </a:lnTo>
                  <a:lnTo>
                    <a:pt x="2820477" y="491817"/>
                  </a:lnTo>
                  <a:lnTo>
                    <a:pt x="2788158" y="498348"/>
                  </a:lnTo>
                  <a:lnTo>
                    <a:pt x="83058" y="498348"/>
                  </a:lnTo>
                  <a:lnTo>
                    <a:pt x="50738" y="491817"/>
                  </a:lnTo>
                  <a:lnTo>
                    <a:pt x="24336" y="474011"/>
                  </a:lnTo>
                  <a:lnTo>
                    <a:pt x="6530" y="447609"/>
                  </a:lnTo>
                  <a:lnTo>
                    <a:pt x="0" y="415290"/>
                  </a:lnTo>
                  <a:lnTo>
                    <a:pt x="0" y="83058"/>
                  </a:lnTo>
                  <a:close/>
                </a:path>
              </a:pathLst>
            </a:custGeom>
            <a:ln w="12192">
              <a:solidFill>
                <a:srgbClr val="1CACE3"/>
              </a:solidFill>
            </a:ln>
          </p:spPr>
          <p:txBody>
            <a:bodyPr wrap="square" lIns="0" tIns="0" rIns="0" bIns="0" rtlCol="0"/>
            <a:lstStyle/>
            <a:p>
              <a:endParaRPr/>
            </a:p>
          </p:txBody>
        </p:sp>
      </p:grpSp>
      <p:sp>
        <p:nvSpPr>
          <p:cNvPr id="15" name="object 15"/>
          <p:cNvSpPr txBox="1"/>
          <p:nvPr/>
        </p:nvSpPr>
        <p:spPr>
          <a:xfrm>
            <a:off x="5361178" y="4345051"/>
            <a:ext cx="239522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Times New Roman"/>
                <a:cs typeface="Times New Roman"/>
              </a:rPr>
              <a:t>Plateforme</a:t>
            </a:r>
            <a:r>
              <a:rPr sz="1800" spc="-30" dirty="0">
                <a:latin typeface="Times New Roman"/>
                <a:cs typeface="Times New Roman"/>
              </a:rPr>
              <a:t> </a:t>
            </a:r>
            <a:r>
              <a:rPr sz="1800" spc="-35" dirty="0">
                <a:latin typeface="Times New Roman"/>
                <a:cs typeface="Times New Roman"/>
              </a:rPr>
              <a:t>mobile</a:t>
            </a:r>
            <a:r>
              <a:rPr sz="1800" spc="-50" dirty="0">
                <a:latin typeface="Times New Roman"/>
                <a:cs typeface="Times New Roman"/>
              </a:rPr>
              <a:t> </a:t>
            </a:r>
            <a:r>
              <a:rPr sz="1800" spc="-25" dirty="0">
                <a:latin typeface="Times New Roman"/>
                <a:cs typeface="Times New Roman"/>
              </a:rPr>
              <a:t>ouverte</a:t>
            </a:r>
            <a:endParaRPr sz="1800">
              <a:latin typeface="Times New Roman"/>
              <a:cs typeface="Times New Roman"/>
            </a:endParaRPr>
          </a:p>
        </p:txBody>
      </p:sp>
      <p:grpSp>
        <p:nvGrpSpPr>
          <p:cNvPr id="16" name="object 16"/>
          <p:cNvGrpSpPr/>
          <p:nvPr/>
        </p:nvGrpSpPr>
        <p:grpSpPr>
          <a:xfrm>
            <a:off x="9986518" y="5120385"/>
            <a:ext cx="1582420" cy="511175"/>
            <a:chOff x="9986518" y="5120385"/>
            <a:chExt cx="1582420" cy="511175"/>
          </a:xfrm>
        </p:grpSpPr>
        <p:pic>
          <p:nvPicPr>
            <p:cNvPr id="17" name="object 17"/>
            <p:cNvPicPr/>
            <p:nvPr/>
          </p:nvPicPr>
          <p:blipFill>
            <a:blip r:embed="rId10" cstate="print"/>
            <a:stretch>
              <a:fillRect/>
            </a:stretch>
          </p:blipFill>
          <p:spPr>
            <a:xfrm>
              <a:off x="9992868" y="5126735"/>
              <a:ext cx="1569720" cy="498347"/>
            </a:xfrm>
            <a:prstGeom prst="rect">
              <a:avLst/>
            </a:prstGeom>
          </p:spPr>
        </p:pic>
        <p:sp>
          <p:nvSpPr>
            <p:cNvPr id="18" name="object 18"/>
            <p:cNvSpPr/>
            <p:nvPr/>
          </p:nvSpPr>
          <p:spPr>
            <a:xfrm>
              <a:off x="9992868" y="5126735"/>
              <a:ext cx="1569720" cy="498475"/>
            </a:xfrm>
            <a:custGeom>
              <a:avLst/>
              <a:gdLst/>
              <a:ahLst/>
              <a:cxnLst/>
              <a:rect l="l" t="t" r="r" b="b"/>
              <a:pathLst>
                <a:path w="1569720" h="498475">
                  <a:moveTo>
                    <a:pt x="0" y="83057"/>
                  </a:moveTo>
                  <a:lnTo>
                    <a:pt x="6530" y="50738"/>
                  </a:lnTo>
                  <a:lnTo>
                    <a:pt x="24336" y="24336"/>
                  </a:lnTo>
                  <a:lnTo>
                    <a:pt x="50738" y="6530"/>
                  </a:lnTo>
                  <a:lnTo>
                    <a:pt x="83057" y="0"/>
                  </a:lnTo>
                  <a:lnTo>
                    <a:pt x="1486661" y="0"/>
                  </a:lnTo>
                  <a:lnTo>
                    <a:pt x="1518981" y="6530"/>
                  </a:lnTo>
                  <a:lnTo>
                    <a:pt x="1545383" y="24336"/>
                  </a:lnTo>
                  <a:lnTo>
                    <a:pt x="1563189" y="50738"/>
                  </a:lnTo>
                  <a:lnTo>
                    <a:pt x="1569720" y="83057"/>
                  </a:lnTo>
                  <a:lnTo>
                    <a:pt x="1569720" y="415289"/>
                  </a:lnTo>
                  <a:lnTo>
                    <a:pt x="1563189" y="447609"/>
                  </a:lnTo>
                  <a:lnTo>
                    <a:pt x="1545383" y="474011"/>
                  </a:lnTo>
                  <a:lnTo>
                    <a:pt x="1518981" y="491817"/>
                  </a:lnTo>
                  <a:lnTo>
                    <a:pt x="1486661" y="498347"/>
                  </a:lnTo>
                  <a:lnTo>
                    <a:pt x="83057" y="498347"/>
                  </a:lnTo>
                  <a:lnTo>
                    <a:pt x="50738" y="491817"/>
                  </a:lnTo>
                  <a:lnTo>
                    <a:pt x="24336" y="474011"/>
                  </a:lnTo>
                  <a:lnTo>
                    <a:pt x="6530" y="447609"/>
                  </a:lnTo>
                  <a:lnTo>
                    <a:pt x="0" y="415289"/>
                  </a:lnTo>
                  <a:lnTo>
                    <a:pt x="0" y="83057"/>
                  </a:lnTo>
                  <a:close/>
                </a:path>
              </a:pathLst>
            </a:custGeom>
            <a:ln w="12191">
              <a:solidFill>
                <a:srgbClr val="61A29F"/>
              </a:solidFill>
            </a:ln>
          </p:spPr>
          <p:txBody>
            <a:bodyPr wrap="square" lIns="0" tIns="0" rIns="0" bIns="0" rtlCol="0"/>
            <a:lstStyle/>
            <a:p>
              <a:endParaRPr/>
            </a:p>
          </p:txBody>
        </p:sp>
      </p:grpSp>
      <p:sp>
        <p:nvSpPr>
          <p:cNvPr id="19" name="object 19"/>
          <p:cNvSpPr txBox="1"/>
          <p:nvPr/>
        </p:nvSpPr>
        <p:spPr>
          <a:xfrm>
            <a:off x="10177653" y="5071617"/>
            <a:ext cx="1199515" cy="574040"/>
          </a:xfrm>
          <a:prstGeom prst="rect">
            <a:avLst/>
          </a:prstGeom>
        </p:spPr>
        <p:txBody>
          <a:bodyPr vert="horz" wrap="square" lIns="0" tIns="12700" rIns="0" bIns="0" rtlCol="0">
            <a:spAutoFit/>
          </a:bodyPr>
          <a:lstStyle/>
          <a:p>
            <a:pPr marL="12700" marR="5080" indent="266700">
              <a:lnSpc>
                <a:spcPct val="100000"/>
              </a:lnSpc>
              <a:spcBef>
                <a:spcPts val="100"/>
              </a:spcBef>
            </a:pPr>
            <a:r>
              <a:rPr sz="1800" spc="-40" dirty="0">
                <a:latin typeface="Times New Roman"/>
                <a:cs typeface="Times New Roman"/>
              </a:rPr>
              <a:t>Plus</a:t>
            </a:r>
            <a:r>
              <a:rPr sz="1800" dirty="0">
                <a:latin typeface="Times New Roman"/>
                <a:cs typeface="Times New Roman"/>
              </a:rPr>
              <a:t> </a:t>
            </a:r>
            <a:r>
              <a:rPr sz="1800" spc="-25" dirty="0">
                <a:latin typeface="Times New Roman"/>
                <a:cs typeface="Times New Roman"/>
              </a:rPr>
              <a:t>de </a:t>
            </a:r>
            <a:r>
              <a:rPr sz="1800" spc="-20" dirty="0">
                <a:latin typeface="Times New Roman"/>
                <a:cs typeface="Times New Roman"/>
              </a:rPr>
              <a:t> </a:t>
            </a:r>
            <a:r>
              <a:rPr sz="1800" spc="-30" dirty="0">
                <a:latin typeface="Times New Roman"/>
                <a:cs typeface="Times New Roman"/>
              </a:rPr>
              <a:t>d</a:t>
            </a:r>
            <a:r>
              <a:rPr sz="1800" spc="-35" dirty="0">
                <a:latin typeface="Times New Roman"/>
                <a:cs typeface="Times New Roman"/>
              </a:rPr>
              <a:t>é</a:t>
            </a:r>
            <a:r>
              <a:rPr sz="1800" spc="-100" dirty="0">
                <a:latin typeface="Times New Roman"/>
                <a:cs typeface="Times New Roman"/>
              </a:rPr>
              <a:t>v</a:t>
            </a:r>
            <a:r>
              <a:rPr sz="1800" spc="-60" dirty="0">
                <a:latin typeface="Times New Roman"/>
                <a:cs typeface="Times New Roman"/>
              </a:rPr>
              <a:t>e</a:t>
            </a:r>
            <a:r>
              <a:rPr sz="1800" spc="-20" dirty="0">
                <a:latin typeface="Times New Roman"/>
                <a:cs typeface="Times New Roman"/>
              </a:rPr>
              <a:t>lo</a:t>
            </a:r>
            <a:r>
              <a:rPr sz="1800" spc="-15" dirty="0">
                <a:latin typeface="Times New Roman"/>
                <a:cs typeface="Times New Roman"/>
              </a:rPr>
              <a:t>p</a:t>
            </a:r>
            <a:r>
              <a:rPr sz="1800" spc="15" dirty="0">
                <a:latin typeface="Times New Roman"/>
                <a:cs typeface="Times New Roman"/>
              </a:rPr>
              <a:t>p</a:t>
            </a:r>
            <a:r>
              <a:rPr sz="1800" spc="-60" dirty="0">
                <a:latin typeface="Times New Roman"/>
                <a:cs typeface="Times New Roman"/>
              </a:rPr>
              <a:t>e</a:t>
            </a:r>
            <a:r>
              <a:rPr sz="1800" spc="-25" dirty="0">
                <a:latin typeface="Times New Roman"/>
                <a:cs typeface="Times New Roman"/>
              </a:rPr>
              <a:t>u</a:t>
            </a:r>
            <a:r>
              <a:rPr sz="1800" spc="-30" dirty="0">
                <a:latin typeface="Times New Roman"/>
                <a:cs typeface="Times New Roman"/>
              </a:rPr>
              <a:t>rs</a:t>
            </a:r>
            <a:endParaRPr sz="1800">
              <a:latin typeface="Times New Roman"/>
              <a:cs typeface="Times New Roman"/>
            </a:endParaRPr>
          </a:p>
        </p:txBody>
      </p:sp>
      <p:grpSp>
        <p:nvGrpSpPr>
          <p:cNvPr id="20" name="object 20"/>
          <p:cNvGrpSpPr/>
          <p:nvPr/>
        </p:nvGrpSpPr>
        <p:grpSpPr>
          <a:xfrm>
            <a:off x="3753358" y="5120385"/>
            <a:ext cx="2410460" cy="511175"/>
            <a:chOff x="3753358" y="5120385"/>
            <a:chExt cx="2410460" cy="511175"/>
          </a:xfrm>
        </p:grpSpPr>
        <p:pic>
          <p:nvPicPr>
            <p:cNvPr id="21" name="object 21"/>
            <p:cNvPicPr/>
            <p:nvPr/>
          </p:nvPicPr>
          <p:blipFill>
            <a:blip r:embed="rId11" cstate="print"/>
            <a:stretch>
              <a:fillRect/>
            </a:stretch>
          </p:blipFill>
          <p:spPr>
            <a:xfrm>
              <a:off x="3759708" y="5126735"/>
              <a:ext cx="2397252" cy="498347"/>
            </a:xfrm>
            <a:prstGeom prst="rect">
              <a:avLst/>
            </a:prstGeom>
          </p:spPr>
        </p:pic>
        <p:sp>
          <p:nvSpPr>
            <p:cNvPr id="22" name="object 22"/>
            <p:cNvSpPr/>
            <p:nvPr/>
          </p:nvSpPr>
          <p:spPr>
            <a:xfrm>
              <a:off x="3759708" y="5126735"/>
              <a:ext cx="2397760" cy="498475"/>
            </a:xfrm>
            <a:custGeom>
              <a:avLst/>
              <a:gdLst/>
              <a:ahLst/>
              <a:cxnLst/>
              <a:rect l="l" t="t" r="r" b="b"/>
              <a:pathLst>
                <a:path w="2397760" h="498475">
                  <a:moveTo>
                    <a:pt x="0" y="83057"/>
                  </a:moveTo>
                  <a:lnTo>
                    <a:pt x="6530" y="50738"/>
                  </a:lnTo>
                  <a:lnTo>
                    <a:pt x="24336" y="24336"/>
                  </a:lnTo>
                  <a:lnTo>
                    <a:pt x="50738" y="6530"/>
                  </a:lnTo>
                  <a:lnTo>
                    <a:pt x="83057" y="0"/>
                  </a:lnTo>
                  <a:lnTo>
                    <a:pt x="2314193" y="0"/>
                  </a:lnTo>
                  <a:lnTo>
                    <a:pt x="2346513" y="6530"/>
                  </a:lnTo>
                  <a:lnTo>
                    <a:pt x="2372915" y="24336"/>
                  </a:lnTo>
                  <a:lnTo>
                    <a:pt x="2390721" y="50738"/>
                  </a:lnTo>
                  <a:lnTo>
                    <a:pt x="2397252" y="83057"/>
                  </a:lnTo>
                  <a:lnTo>
                    <a:pt x="2397252" y="415289"/>
                  </a:lnTo>
                  <a:lnTo>
                    <a:pt x="2390721" y="447609"/>
                  </a:lnTo>
                  <a:lnTo>
                    <a:pt x="2372915" y="474011"/>
                  </a:lnTo>
                  <a:lnTo>
                    <a:pt x="2346513" y="491817"/>
                  </a:lnTo>
                  <a:lnTo>
                    <a:pt x="2314193" y="498347"/>
                  </a:lnTo>
                  <a:lnTo>
                    <a:pt x="83057" y="498347"/>
                  </a:lnTo>
                  <a:lnTo>
                    <a:pt x="50738" y="491817"/>
                  </a:lnTo>
                  <a:lnTo>
                    <a:pt x="24336" y="474011"/>
                  </a:lnTo>
                  <a:lnTo>
                    <a:pt x="6530" y="447609"/>
                  </a:lnTo>
                  <a:lnTo>
                    <a:pt x="0" y="415289"/>
                  </a:lnTo>
                  <a:lnTo>
                    <a:pt x="0" y="83057"/>
                  </a:lnTo>
                  <a:close/>
                </a:path>
              </a:pathLst>
            </a:custGeom>
            <a:ln w="12192">
              <a:solidFill>
                <a:srgbClr val="2583C5"/>
              </a:solidFill>
            </a:ln>
          </p:spPr>
          <p:txBody>
            <a:bodyPr wrap="square" lIns="0" tIns="0" rIns="0" bIns="0" rtlCol="0"/>
            <a:lstStyle/>
            <a:p>
              <a:endParaRPr/>
            </a:p>
          </p:txBody>
        </p:sp>
      </p:grpSp>
      <p:sp>
        <p:nvSpPr>
          <p:cNvPr id="23" name="object 23"/>
          <p:cNvSpPr txBox="1"/>
          <p:nvPr/>
        </p:nvSpPr>
        <p:spPr>
          <a:xfrm>
            <a:off x="4256278" y="5208778"/>
            <a:ext cx="1402080" cy="299720"/>
          </a:xfrm>
          <a:prstGeom prst="rect">
            <a:avLst/>
          </a:prstGeom>
        </p:spPr>
        <p:txBody>
          <a:bodyPr vert="horz" wrap="square" lIns="0" tIns="12700" rIns="0" bIns="0" rtlCol="0">
            <a:spAutoFit/>
          </a:bodyPr>
          <a:lstStyle/>
          <a:p>
            <a:pPr marL="12700">
              <a:lnSpc>
                <a:spcPct val="100000"/>
              </a:lnSpc>
              <a:spcBef>
                <a:spcPts val="100"/>
              </a:spcBef>
            </a:pPr>
            <a:r>
              <a:rPr sz="1800" spc="-40" dirty="0">
                <a:latin typeface="Times New Roman"/>
                <a:cs typeface="Times New Roman"/>
              </a:rPr>
              <a:t>Plus</a:t>
            </a:r>
            <a:r>
              <a:rPr sz="1800" spc="-15" dirty="0">
                <a:latin typeface="Times New Roman"/>
                <a:cs typeface="Times New Roman"/>
              </a:rPr>
              <a:t> </a:t>
            </a:r>
            <a:r>
              <a:rPr sz="1800" spc="-25" dirty="0">
                <a:latin typeface="Times New Roman"/>
                <a:cs typeface="Times New Roman"/>
              </a:rPr>
              <a:t>de</a:t>
            </a:r>
            <a:r>
              <a:rPr sz="1800" spc="-35" dirty="0">
                <a:latin typeface="Times New Roman"/>
                <a:cs typeface="Times New Roman"/>
              </a:rPr>
              <a:t> </a:t>
            </a:r>
            <a:r>
              <a:rPr sz="1800" spc="-45" dirty="0">
                <a:latin typeface="Times New Roman"/>
                <a:cs typeface="Times New Roman"/>
              </a:rPr>
              <a:t>revenus</a:t>
            </a:r>
            <a:endParaRPr sz="1800">
              <a:latin typeface="Times New Roman"/>
              <a:cs typeface="Times New Roman"/>
            </a:endParaRPr>
          </a:p>
        </p:txBody>
      </p:sp>
      <p:grpSp>
        <p:nvGrpSpPr>
          <p:cNvPr id="24" name="object 24"/>
          <p:cNvGrpSpPr/>
          <p:nvPr/>
        </p:nvGrpSpPr>
        <p:grpSpPr>
          <a:xfrm>
            <a:off x="7442961" y="5120385"/>
            <a:ext cx="1582420" cy="511175"/>
            <a:chOff x="7442961" y="5120385"/>
            <a:chExt cx="1582420" cy="511175"/>
          </a:xfrm>
        </p:grpSpPr>
        <p:pic>
          <p:nvPicPr>
            <p:cNvPr id="25" name="object 25"/>
            <p:cNvPicPr/>
            <p:nvPr/>
          </p:nvPicPr>
          <p:blipFill>
            <a:blip r:embed="rId12" cstate="print"/>
            <a:stretch>
              <a:fillRect/>
            </a:stretch>
          </p:blipFill>
          <p:spPr>
            <a:xfrm>
              <a:off x="7449311" y="5126735"/>
              <a:ext cx="1569720" cy="498347"/>
            </a:xfrm>
            <a:prstGeom prst="rect">
              <a:avLst/>
            </a:prstGeom>
          </p:spPr>
        </p:pic>
        <p:sp>
          <p:nvSpPr>
            <p:cNvPr id="26" name="object 26"/>
            <p:cNvSpPr/>
            <p:nvPr/>
          </p:nvSpPr>
          <p:spPr>
            <a:xfrm>
              <a:off x="7449311" y="5126735"/>
              <a:ext cx="1569720" cy="498475"/>
            </a:xfrm>
            <a:custGeom>
              <a:avLst/>
              <a:gdLst/>
              <a:ahLst/>
              <a:cxnLst/>
              <a:rect l="l" t="t" r="r" b="b"/>
              <a:pathLst>
                <a:path w="1569720" h="498475">
                  <a:moveTo>
                    <a:pt x="0" y="83057"/>
                  </a:moveTo>
                  <a:lnTo>
                    <a:pt x="6530" y="50738"/>
                  </a:lnTo>
                  <a:lnTo>
                    <a:pt x="24336" y="24336"/>
                  </a:lnTo>
                  <a:lnTo>
                    <a:pt x="50738" y="6530"/>
                  </a:lnTo>
                  <a:lnTo>
                    <a:pt x="83058" y="0"/>
                  </a:lnTo>
                  <a:lnTo>
                    <a:pt x="1486662" y="0"/>
                  </a:lnTo>
                  <a:lnTo>
                    <a:pt x="1518981" y="6530"/>
                  </a:lnTo>
                  <a:lnTo>
                    <a:pt x="1545383" y="24336"/>
                  </a:lnTo>
                  <a:lnTo>
                    <a:pt x="1563189" y="50738"/>
                  </a:lnTo>
                  <a:lnTo>
                    <a:pt x="1569720" y="83057"/>
                  </a:lnTo>
                  <a:lnTo>
                    <a:pt x="1569720" y="415289"/>
                  </a:lnTo>
                  <a:lnTo>
                    <a:pt x="1563189" y="447609"/>
                  </a:lnTo>
                  <a:lnTo>
                    <a:pt x="1545383" y="474011"/>
                  </a:lnTo>
                  <a:lnTo>
                    <a:pt x="1518981" y="491817"/>
                  </a:lnTo>
                  <a:lnTo>
                    <a:pt x="1486662" y="498347"/>
                  </a:lnTo>
                  <a:lnTo>
                    <a:pt x="83058" y="498347"/>
                  </a:lnTo>
                  <a:lnTo>
                    <a:pt x="50738" y="491817"/>
                  </a:lnTo>
                  <a:lnTo>
                    <a:pt x="24336" y="474011"/>
                  </a:lnTo>
                  <a:lnTo>
                    <a:pt x="6530" y="447609"/>
                  </a:lnTo>
                  <a:lnTo>
                    <a:pt x="0" y="415289"/>
                  </a:lnTo>
                  <a:lnTo>
                    <a:pt x="0" y="83057"/>
                  </a:lnTo>
                  <a:close/>
                </a:path>
              </a:pathLst>
            </a:custGeom>
            <a:ln w="12191">
              <a:solidFill>
                <a:srgbClr val="28C4CC"/>
              </a:solidFill>
            </a:ln>
          </p:spPr>
          <p:txBody>
            <a:bodyPr wrap="square" lIns="0" tIns="0" rIns="0" bIns="0" rtlCol="0"/>
            <a:lstStyle/>
            <a:p>
              <a:endParaRPr/>
            </a:p>
          </p:txBody>
        </p:sp>
      </p:grpSp>
      <p:sp>
        <p:nvSpPr>
          <p:cNvPr id="27" name="object 27"/>
          <p:cNvSpPr txBox="1"/>
          <p:nvPr/>
        </p:nvSpPr>
        <p:spPr>
          <a:xfrm>
            <a:off x="7667625" y="5071617"/>
            <a:ext cx="1132840" cy="574040"/>
          </a:xfrm>
          <a:prstGeom prst="rect">
            <a:avLst/>
          </a:prstGeom>
        </p:spPr>
        <p:txBody>
          <a:bodyPr vert="horz" wrap="square" lIns="0" tIns="12700" rIns="0" bIns="0" rtlCol="0">
            <a:spAutoFit/>
          </a:bodyPr>
          <a:lstStyle/>
          <a:p>
            <a:pPr marL="12700" marR="5080" indent="367030">
              <a:lnSpc>
                <a:spcPct val="100000"/>
              </a:lnSpc>
              <a:spcBef>
                <a:spcPts val="100"/>
              </a:spcBef>
            </a:pPr>
            <a:r>
              <a:rPr sz="1800" spc="-40" dirty="0">
                <a:latin typeface="Times New Roman"/>
                <a:cs typeface="Times New Roman"/>
              </a:rPr>
              <a:t>Plus </a:t>
            </a:r>
            <a:r>
              <a:rPr sz="1800" spc="-35" dirty="0">
                <a:latin typeface="Times New Roman"/>
                <a:cs typeface="Times New Roman"/>
              </a:rPr>
              <a:t> </a:t>
            </a:r>
            <a:r>
              <a:rPr sz="1800" spc="-65" dirty="0">
                <a:latin typeface="Times New Roman"/>
                <a:cs typeface="Times New Roman"/>
              </a:rPr>
              <a:t>d’ut</a:t>
            </a:r>
            <a:r>
              <a:rPr sz="1800" spc="-55" dirty="0">
                <a:latin typeface="Times New Roman"/>
                <a:cs typeface="Times New Roman"/>
              </a:rPr>
              <a:t>i</a:t>
            </a:r>
            <a:r>
              <a:rPr sz="1800" spc="-90" dirty="0">
                <a:latin typeface="Times New Roman"/>
                <a:cs typeface="Times New Roman"/>
              </a:rPr>
              <a:t>l</a:t>
            </a:r>
            <a:r>
              <a:rPr sz="1800" spc="-100" dirty="0">
                <a:latin typeface="Times New Roman"/>
                <a:cs typeface="Times New Roman"/>
              </a:rPr>
              <a:t>i</a:t>
            </a:r>
            <a:r>
              <a:rPr sz="1800" spc="-35" dirty="0">
                <a:latin typeface="Times New Roman"/>
                <a:cs typeface="Times New Roman"/>
              </a:rPr>
              <a:t>sa</a:t>
            </a:r>
            <a:r>
              <a:rPr sz="1800" spc="-20" dirty="0">
                <a:latin typeface="Times New Roman"/>
                <a:cs typeface="Times New Roman"/>
              </a:rPr>
              <a:t>t</a:t>
            </a:r>
            <a:r>
              <a:rPr sz="1800" spc="-60" dirty="0">
                <a:latin typeface="Times New Roman"/>
                <a:cs typeface="Times New Roman"/>
              </a:rPr>
              <a:t>e</a:t>
            </a:r>
            <a:r>
              <a:rPr sz="1800" spc="-25" dirty="0">
                <a:latin typeface="Times New Roman"/>
                <a:cs typeface="Times New Roman"/>
              </a:rPr>
              <a:t>u</a:t>
            </a:r>
            <a:r>
              <a:rPr sz="1800" spc="-30" dirty="0">
                <a:latin typeface="Times New Roman"/>
                <a:cs typeface="Times New Roman"/>
              </a:rPr>
              <a:t>rs</a:t>
            </a:r>
            <a:endParaRPr sz="1800" dirty="0">
              <a:latin typeface="Times New Roman"/>
              <a:cs typeface="Times New Roman"/>
            </a:endParaRPr>
          </a:p>
        </p:txBody>
      </p:sp>
      <p:sp>
        <p:nvSpPr>
          <p:cNvPr id="28" name="object 28"/>
          <p:cNvSpPr txBox="1"/>
          <p:nvPr/>
        </p:nvSpPr>
        <p:spPr>
          <a:xfrm>
            <a:off x="1160170" y="5692546"/>
            <a:ext cx="5998210" cy="574675"/>
          </a:xfrm>
          <a:prstGeom prst="rect">
            <a:avLst/>
          </a:prstGeom>
        </p:spPr>
        <p:txBody>
          <a:bodyPr vert="horz" wrap="square" lIns="0" tIns="12700" rIns="0" bIns="0" rtlCol="0">
            <a:spAutoFit/>
          </a:bodyPr>
          <a:lstStyle/>
          <a:p>
            <a:pPr marL="299085" indent="-287020">
              <a:lnSpc>
                <a:spcPct val="100000"/>
              </a:lnSpc>
              <a:spcBef>
                <a:spcPts val="100"/>
              </a:spcBef>
              <a:buFont typeface="Arial MT"/>
              <a:buChar char="•"/>
              <a:tabLst>
                <a:tab pos="299085" algn="l"/>
                <a:tab pos="299720" algn="l"/>
              </a:tabLst>
            </a:pPr>
            <a:r>
              <a:rPr sz="1800" spc="-20" dirty="0">
                <a:latin typeface="Times New Roman"/>
                <a:cs typeface="Times New Roman"/>
              </a:rPr>
              <a:t>Google</a:t>
            </a:r>
            <a:r>
              <a:rPr sz="1800" spc="-25" dirty="0">
                <a:latin typeface="Times New Roman"/>
                <a:cs typeface="Times New Roman"/>
              </a:rPr>
              <a:t> </a:t>
            </a:r>
            <a:r>
              <a:rPr sz="1800" spc="-80" dirty="0">
                <a:latin typeface="Times New Roman"/>
                <a:cs typeface="Times New Roman"/>
              </a:rPr>
              <a:t>play</a:t>
            </a:r>
            <a:r>
              <a:rPr sz="1800" dirty="0">
                <a:latin typeface="Times New Roman"/>
                <a:cs typeface="Times New Roman"/>
              </a:rPr>
              <a:t> </a:t>
            </a:r>
            <a:r>
              <a:rPr sz="1800" spc="-25" dirty="0">
                <a:latin typeface="Times New Roman"/>
                <a:cs typeface="Times New Roman"/>
              </a:rPr>
              <a:t>(Android</a:t>
            </a:r>
            <a:r>
              <a:rPr sz="1800" spc="-30" dirty="0">
                <a:latin typeface="Times New Roman"/>
                <a:cs typeface="Times New Roman"/>
              </a:rPr>
              <a:t> </a:t>
            </a:r>
            <a:r>
              <a:rPr sz="1800" spc="-55" dirty="0">
                <a:latin typeface="Times New Roman"/>
                <a:cs typeface="Times New Roman"/>
              </a:rPr>
              <a:t>Market)</a:t>
            </a:r>
            <a:r>
              <a:rPr sz="1800" spc="20" dirty="0">
                <a:latin typeface="Times New Roman"/>
                <a:cs typeface="Times New Roman"/>
              </a:rPr>
              <a:t> </a:t>
            </a:r>
            <a:r>
              <a:rPr sz="1800" spc="395" dirty="0">
                <a:latin typeface="Times New Roman"/>
                <a:cs typeface="Times New Roman"/>
              </a:rPr>
              <a:t>/</a:t>
            </a:r>
            <a:r>
              <a:rPr sz="1800" spc="5" dirty="0">
                <a:latin typeface="Times New Roman"/>
                <a:cs typeface="Times New Roman"/>
              </a:rPr>
              <a:t> </a:t>
            </a:r>
            <a:r>
              <a:rPr sz="1800" spc="-20" dirty="0">
                <a:latin typeface="Times New Roman"/>
                <a:cs typeface="Times New Roman"/>
              </a:rPr>
              <a:t>Google</a:t>
            </a:r>
            <a:r>
              <a:rPr sz="1800" spc="-25" dirty="0">
                <a:latin typeface="Times New Roman"/>
                <a:cs typeface="Times New Roman"/>
              </a:rPr>
              <a:t> </a:t>
            </a:r>
            <a:r>
              <a:rPr sz="1800" spc="-75" dirty="0">
                <a:latin typeface="Times New Roman"/>
                <a:cs typeface="Times New Roman"/>
              </a:rPr>
              <a:t>pay</a:t>
            </a:r>
            <a:r>
              <a:rPr sz="1800" spc="-10" dirty="0">
                <a:latin typeface="Times New Roman"/>
                <a:cs typeface="Times New Roman"/>
              </a:rPr>
              <a:t> </a:t>
            </a:r>
            <a:r>
              <a:rPr sz="1800" spc="-30" dirty="0">
                <a:latin typeface="Times New Roman"/>
                <a:cs typeface="Times New Roman"/>
              </a:rPr>
              <a:t>(Google</a:t>
            </a:r>
            <a:r>
              <a:rPr sz="1800" spc="-20" dirty="0">
                <a:latin typeface="Times New Roman"/>
                <a:cs typeface="Times New Roman"/>
              </a:rPr>
              <a:t> </a:t>
            </a:r>
            <a:r>
              <a:rPr sz="1800" spc="-40" dirty="0">
                <a:latin typeface="Times New Roman"/>
                <a:cs typeface="Times New Roman"/>
              </a:rPr>
              <a:t>Checkout)</a:t>
            </a:r>
            <a:endParaRPr sz="1800" dirty="0">
              <a:latin typeface="Times New Roman"/>
              <a:cs typeface="Times New Roman"/>
            </a:endParaRPr>
          </a:p>
          <a:p>
            <a:pPr marL="299085" indent="-287020">
              <a:lnSpc>
                <a:spcPct val="100000"/>
              </a:lnSpc>
              <a:buFont typeface="Arial MT"/>
              <a:buChar char="•"/>
              <a:tabLst>
                <a:tab pos="299085" algn="l"/>
                <a:tab pos="299720" algn="l"/>
              </a:tabLst>
            </a:pPr>
            <a:r>
              <a:rPr sz="1800" spc="-45" dirty="0">
                <a:latin typeface="Times New Roman"/>
                <a:cs typeface="Times New Roman"/>
              </a:rPr>
              <a:t>Publicité</a:t>
            </a:r>
            <a:r>
              <a:rPr sz="1800" spc="-15" dirty="0">
                <a:latin typeface="Times New Roman"/>
                <a:cs typeface="Times New Roman"/>
              </a:rPr>
              <a:t> </a:t>
            </a:r>
            <a:r>
              <a:rPr sz="1800" spc="-35" dirty="0">
                <a:latin typeface="Times New Roman"/>
                <a:cs typeface="Times New Roman"/>
              </a:rPr>
              <a:t>mobile</a:t>
            </a:r>
            <a:endParaRPr sz="1800" dirty="0">
              <a:latin typeface="Times New Roman"/>
              <a:cs typeface="Times New Roman"/>
            </a:endParaRPr>
          </a:p>
        </p:txBody>
      </p:sp>
      <p:sp>
        <p:nvSpPr>
          <p:cNvPr id="29" name="object 29"/>
          <p:cNvSpPr/>
          <p:nvPr/>
        </p:nvSpPr>
        <p:spPr>
          <a:xfrm>
            <a:off x="6156960" y="4504944"/>
            <a:ext cx="4658360" cy="908685"/>
          </a:xfrm>
          <a:custGeom>
            <a:avLst/>
            <a:gdLst/>
            <a:ahLst/>
            <a:cxnLst/>
            <a:rect l="l" t="t" r="r" b="b"/>
            <a:pathLst>
              <a:path w="4658359" h="908685">
                <a:moveTo>
                  <a:pt x="1292479" y="862584"/>
                </a:moveTo>
                <a:lnTo>
                  <a:pt x="76200" y="862584"/>
                </a:lnTo>
                <a:lnTo>
                  <a:pt x="76200" y="832104"/>
                </a:lnTo>
                <a:lnTo>
                  <a:pt x="0" y="870204"/>
                </a:lnTo>
                <a:lnTo>
                  <a:pt x="76200" y="908304"/>
                </a:lnTo>
                <a:lnTo>
                  <a:pt x="76200" y="877824"/>
                </a:lnTo>
                <a:lnTo>
                  <a:pt x="1292479" y="877824"/>
                </a:lnTo>
                <a:lnTo>
                  <a:pt x="1292479" y="862584"/>
                </a:lnTo>
                <a:close/>
              </a:path>
              <a:path w="4658359" h="908685">
                <a:moveTo>
                  <a:pt x="3835273" y="862584"/>
                </a:moveTo>
                <a:lnTo>
                  <a:pt x="2938272" y="862584"/>
                </a:lnTo>
                <a:lnTo>
                  <a:pt x="2938272" y="832104"/>
                </a:lnTo>
                <a:lnTo>
                  <a:pt x="2862072" y="870204"/>
                </a:lnTo>
                <a:lnTo>
                  <a:pt x="2938272" y="908304"/>
                </a:lnTo>
                <a:lnTo>
                  <a:pt x="2938272" y="877824"/>
                </a:lnTo>
                <a:lnTo>
                  <a:pt x="3835273" y="877824"/>
                </a:lnTo>
                <a:lnTo>
                  <a:pt x="3835273" y="862584"/>
                </a:lnTo>
                <a:close/>
              </a:path>
              <a:path w="4658359" h="908685">
                <a:moveTo>
                  <a:pt x="4658233" y="545592"/>
                </a:moveTo>
                <a:lnTo>
                  <a:pt x="4627753" y="545592"/>
                </a:lnTo>
                <a:lnTo>
                  <a:pt x="4627753" y="15240"/>
                </a:lnTo>
                <a:lnTo>
                  <a:pt x="4627753" y="7620"/>
                </a:lnTo>
                <a:lnTo>
                  <a:pt x="4627753" y="3429"/>
                </a:lnTo>
                <a:lnTo>
                  <a:pt x="4624324" y="0"/>
                </a:lnTo>
                <a:lnTo>
                  <a:pt x="1837944" y="0"/>
                </a:lnTo>
                <a:lnTo>
                  <a:pt x="1837944" y="15240"/>
                </a:lnTo>
                <a:lnTo>
                  <a:pt x="4612513" y="15240"/>
                </a:lnTo>
                <a:lnTo>
                  <a:pt x="4612513" y="545592"/>
                </a:lnTo>
                <a:lnTo>
                  <a:pt x="4582033" y="545592"/>
                </a:lnTo>
                <a:lnTo>
                  <a:pt x="4620133" y="621792"/>
                </a:lnTo>
                <a:lnTo>
                  <a:pt x="4651883" y="558292"/>
                </a:lnTo>
                <a:lnTo>
                  <a:pt x="4658233" y="545592"/>
                </a:lnTo>
                <a:close/>
              </a:path>
            </a:pathLst>
          </a:custGeom>
          <a:solidFill>
            <a:srgbClr val="000000"/>
          </a:solidFill>
        </p:spPr>
        <p:txBody>
          <a:bodyPr wrap="square" lIns="0" tIns="0" rIns="0" bIns="0" rtlCol="0"/>
          <a:lstStyle/>
          <a:p>
            <a:endParaRPr/>
          </a:p>
        </p:txBody>
      </p:sp>
      <p:sp>
        <p:nvSpPr>
          <p:cNvPr id="30" name="object 3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9</a:t>
            </a:fld>
            <a:endParaRPr dirty="0"/>
          </a:p>
        </p:txBody>
      </p:sp>
      <p:sp>
        <p:nvSpPr>
          <p:cNvPr id="31" name="Rectangle 30"/>
          <p:cNvSpPr/>
          <p:nvPr/>
        </p:nvSpPr>
        <p:spPr>
          <a:xfrm>
            <a:off x="10325599" y="3040003"/>
            <a:ext cx="1669809" cy="923330"/>
          </a:xfrm>
          <a:prstGeom prst="rect">
            <a:avLst/>
          </a:prstGeom>
          <a:ln>
            <a:solidFill>
              <a:schemeClr val="accent5"/>
            </a:solidFill>
          </a:ln>
        </p:spPr>
        <p:txBody>
          <a:bodyPr wrap="square">
            <a:spAutoFit/>
          </a:bodyPr>
          <a:lstStyle/>
          <a:p>
            <a:r>
              <a:rPr lang="fr-FR" dirty="0" smtClean="0"/>
              <a:t>- Android</a:t>
            </a:r>
          </a:p>
          <a:p>
            <a:r>
              <a:rPr lang="fr-FR" dirty="0" smtClean="0"/>
              <a:t>- Android Auto </a:t>
            </a:r>
          </a:p>
          <a:p>
            <a:r>
              <a:rPr lang="fr-FR" dirty="0" smtClean="0"/>
              <a:t>- Android Wear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10"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5" grpId="0"/>
      <p:bldP spid="19" grpId="0"/>
      <p:bldP spid="23" grpId="0"/>
      <p:bldP spid="27" grpId="0"/>
      <p:bldP spid="28" grpId="0"/>
      <p:bldP spid="29"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3314700"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0" dirty="0"/>
              <a:t> </a:t>
            </a:r>
            <a:r>
              <a:rPr spc="-15" dirty="0"/>
              <a:t>po</a:t>
            </a:r>
            <a:r>
              <a:rPr spc="-90" dirty="0"/>
              <a:t>u</a:t>
            </a:r>
            <a:r>
              <a:rPr dirty="0"/>
              <a:t>r</a:t>
            </a:r>
            <a:r>
              <a:rPr spc="-110" dirty="0"/>
              <a:t> </a:t>
            </a:r>
            <a:r>
              <a:rPr spc="-90" dirty="0"/>
              <a:t>qu</a:t>
            </a:r>
            <a:r>
              <a:rPr spc="-180" dirty="0"/>
              <a:t>i</a:t>
            </a:r>
            <a:r>
              <a:rPr spc="-105" dirty="0"/>
              <a:t> </a:t>
            </a:r>
            <a:r>
              <a:rPr spc="-285" dirty="0"/>
              <a:t>?</a:t>
            </a:r>
          </a:p>
        </p:txBody>
      </p:sp>
      <p:sp>
        <p:nvSpPr>
          <p:cNvPr id="3" name="object 3"/>
          <p:cNvSpPr txBox="1"/>
          <p:nvPr/>
        </p:nvSpPr>
        <p:spPr>
          <a:xfrm>
            <a:off x="1084580" y="1157058"/>
            <a:ext cx="10086340" cy="3329116"/>
          </a:xfrm>
          <a:prstGeom prst="rect">
            <a:avLst/>
          </a:prstGeom>
        </p:spPr>
        <p:txBody>
          <a:bodyPr vert="horz" wrap="square" lIns="0" tIns="33020" rIns="0" bIns="0" rtlCol="0">
            <a:spAutoFit/>
          </a:bodyPr>
          <a:lstStyle/>
          <a:p>
            <a:pPr marL="215265" indent="-203200">
              <a:lnSpc>
                <a:spcPct val="100000"/>
              </a:lnSpc>
              <a:spcBef>
                <a:spcPts val="260"/>
              </a:spcBef>
              <a:buClr>
                <a:srgbClr val="1CACE3"/>
              </a:buClr>
              <a:buSzPct val="95000"/>
              <a:buFont typeface="Wingdings"/>
              <a:buChar char=""/>
              <a:tabLst>
                <a:tab pos="215900" algn="l"/>
              </a:tabLst>
            </a:pPr>
            <a:r>
              <a:rPr sz="2000" spc="-25" dirty="0">
                <a:solidFill>
                  <a:srgbClr val="404040"/>
                </a:solidFill>
                <a:latin typeface="Times New Roman"/>
                <a:cs typeface="Times New Roman"/>
              </a:rPr>
              <a:t>Android</a:t>
            </a:r>
            <a:r>
              <a:rPr sz="2000" spc="-30" dirty="0">
                <a:solidFill>
                  <a:srgbClr val="404040"/>
                </a:solidFill>
                <a:latin typeface="Times New Roman"/>
                <a:cs typeface="Times New Roman"/>
              </a:rPr>
              <a:t> </a:t>
            </a:r>
            <a:r>
              <a:rPr sz="2000" spc="-25" dirty="0">
                <a:solidFill>
                  <a:srgbClr val="404040"/>
                </a:solidFill>
                <a:latin typeface="Times New Roman"/>
                <a:cs typeface="Times New Roman"/>
              </a:rPr>
              <a:t>est</a:t>
            </a:r>
            <a:r>
              <a:rPr sz="2000" spc="-10" dirty="0">
                <a:solidFill>
                  <a:srgbClr val="404040"/>
                </a:solidFill>
                <a:latin typeface="Times New Roman"/>
                <a:cs typeface="Times New Roman"/>
              </a:rPr>
              <a:t> </a:t>
            </a:r>
            <a:r>
              <a:rPr sz="2000" spc="-30" dirty="0">
                <a:solidFill>
                  <a:srgbClr val="404040"/>
                </a:solidFill>
                <a:latin typeface="Times New Roman"/>
                <a:cs typeface="Times New Roman"/>
              </a:rPr>
              <a:t>destiné</a:t>
            </a:r>
            <a:r>
              <a:rPr sz="2000" spc="-20" dirty="0">
                <a:solidFill>
                  <a:srgbClr val="404040"/>
                </a:solidFill>
                <a:latin typeface="Times New Roman"/>
                <a:cs typeface="Times New Roman"/>
              </a:rPr>
              <a:t> </a:t>
            </a:r>
            <a:r>
              <a:rPr sz="2000" dirty="0">
                <a:solidFill>
                  <a:srgbClr val="404040"/>
                </a:solidFill>
                <a:latin typeface="Times New Roman"/>
                <a:cs typeface="Times New Roman"/>
              </a:rPr>
              <a:t>pour</a:t>
            </a:r>
            <a:endParaRPr sz="2000" dirty="0">
              <a:latin typeface="Times New Roman"/>
              <a:cs typeface="Times New Roman"/>
            </a:endParaRPr>
          </a:p>
          <a:p>
            <a:pPr marL="782320" lvl="1" indent="-203200">
              <a:lnSpc>
                <a:spcPct val="100000"/>
              </a:lnSpc>
              <a:spcBef>
                <a:spcPts val="160"/>
              </a:spcBef>
              <a:buClr>
                <a:srgbClr val="1CACE3"/>
              </a:buClr>
              <a:buSzPct val="95000"/>
              <a:buFont typeface="Wingdings"/>
              <a:buChar char=""/>
              <a:tabLst>
                <a:tab pos="782955" algn="l"/>
              </a:tabLst>
            </a:pPr>
            <a:r>
              <a:rPr sz="2000" spc="-20" dirty="0">
                <a:solidFill>
                  <a:srgbClr val="404040"/>
                </a:solidFill>
                <a:latin typeface="Times New Roman"/>
                <a:cs typeface="Times New Roman"/>
              </a:rPr>
              <a:t>Pour</a:t>
            </a:r>
            <a:r>
              <a:rPr sz="2000" spc="-15" dirty="0">
                <a:solidFill>
                  <a:srgbClr val="404040"/>
                </a:solidFill>
                <a:latin typeface="Times New Roman"/>
                <a:cs typeface="Times New Roman"/>
              </a:rPr>
              <a:t> </a:t>
            </a:r>
            <a:r>
              <a:rPr sz="2000" spc="-70" dirty="0">
                <a:solidFill>
                  <a:srgbClr val="404040"/>
                </a:solidFill>
                <a:latin typeface="Times New Roman"/>
                <a:cs typeface="Times New Roman"/>
              </a:rPr>
              <a:t>les</a:t>
            </a:r>
            <a:r>
              <a:rPr sz="2000" spc="5" dirty="0">
                <a:solidFill>
                  <a:srgbClr val="404040"/>
                </a:solidFill>
                <a:latin typeface="Times New Roman"/>
                <a:cs typeface="Times New Roman"/>
              </a:rPr>
              <a:t> </a:t>
            </a:r>
            <a:r>
              <a:rPr sz="2000" spc="-15" dirty="0">
                <a:solidFill>
                  <a:srgbClr val="404040"/>
                </a:solidFill>
                <a:latin typeface="Times New Roman"/>
                <a:cs typeface="Times New Roman"/>
              </a:rPr>
              <a:t>Constructeurs </a:t>
            </a:r>
            <a:r>
              <a:rPr sz="2000" spc="-120" dirty="0">
                <a:solidFill>
                  <a:srgbClr val="404040"/>
                </a:solidFill>
                <a:latin typeface="Times New Roman"/>
                <a:cs typeface="Times New Roman"/>
              </a:rPr>
              <a:t>:</a:t>
            </a:r>
            <a:r>
              <a:rPr sz="2000" spc="5" dirty="0">
                <a:solidFill>
                  <a:srgbClr val="404040"/>
                </a:solidFill>
                <a:latin typeface="Times New Roman"/>
                <a:cs typeface="Times New Roman"/>
              </a:rPr>
              <a:t> </a:t>
            </a:r>
            <a:r>
              <a:rPr sz="2000" spc="20" dirty="0">
                <a:solidFill>
                  <a:srgbClr val="404040"/>
                </a:solidFill>
                <a:latin typeface="Times New Roman"/>
                <a:cs typeface="Times New Roman"/>
              </a:rPr>
              <a:t>Open</a:t>
            </a:r>
            <a:r>
              <a:rPr sz="2000" spc="10" dirty="0">
                <a:solidFill>
                  <a:srgbClr val="404040"/>
                </a:solidFill>
                <a:latin typeface="Times New Roman"/>
                <a:cs typeface="Times New Roman"/>
              </a:rPr>
              <a:t> </a:t>
            </a:r>
            <a:r>
              <a:rPr sz="2000" spc="-50" dirty="0">
                <a:solidFill>
                  <a:srgbClr val="404040"/>
                </a:solidFill>
                <a:latin typeface="Times New Roman"/>
                <a:cs typeface="Times New Roman"/>
              </a:rPr>
              <a:t>Source,</a:t>
            </a:r>
            <a:r>
              <a:rPr sz="2000" spc="-5" dirty="0">
                <a:solidFill>
                  <a:srgbClr val="404040"/>
                </a:solidFill>
                <a:latin typeface="Times New Roman"/>
                <a:cs typeface="Times New Roman"/>
              </a:rPr>
              <a:t> </a:t>
            </a:r>
            <a:r>
              <a:rPr sz="2000" spc="-40" dirty="0">
                <a:solidFill>
                  <a:srgbClr val="404040"/>
                </a:solidFill>
                <a:latin typeface="Times New Roman"/>
                <a:cs typeface="Times New Roman"/>
              </a:rPr>
              <a:t>pas</a:t>
            </a:r>
            <a:r>
              <a:rPr sz="2000" spc="-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5" dirty="0">
                <a:solidFill>
                  <a:srgbClr val="404040"/>
                </a:solidFill>
                <a:latin typeface="Times New Roman"/>
                <a:cs typeface="Times New Roman"/>
              </a:rPr>
              <a:t> </a:t>
            </a:r>
            <a:r>
              <a:rPr sz="2000" spc="-10" dirty="0">
                <a:solidFill>
                  <a:srgbClr val="404040"/>
                </a:solidFill>
                <a:latin typeface="Times New Roman"/>
                <a:cs typeface="Times New Roman"/>
              </a:rPr>
              <a:t>coût</a:t>
            </a:r>
            <a:r>
              <a:rPr sz="2000"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5" dirty="0">
                <a:solidFill>
                  <a:srgbClr val="404040"/>
                </a:solidFill>
                <a:latin typeface="Times New Roman"/>
                <a:cs typeface="Times New Roman"/>
              </a:rPr>
              <a:t> </a:t>
            </a:r>
            <a:r>
              <a:rPr sz="2000" spc="-60" dirty="0">
                <a:solidFill>
                  <a:srgbClr val="404040"/>
                </a:solidFill>
                <a:latin typeface="Times New Roman"/>
                <a:cs typeface="Times New Roman"/>
              </a:rPr>
              <a:t>licence,</a:t>
            </a:r>
            <a:r>
              <a:rPr sz="2000" spc="5" dirty="0">
                <a:solidFill>
                  <a:srgbClr val="404040"/>
                </a:solidFill>
                <a:latin typeface="Times New Roman"/>
                <a:cs typeface="Times New Roman"/>
              </a:rPr>
              <a:t> </a:t>
            </a:r>
            <a:r>
              <a:rPr sz="2000" spc="-45" dirty="0">
                <a:solidFill>
                  <a:srgbClr val="404040"/>
                </a:solidFill>
                <a:latin typeface="Times New Roman"/>
                <a:cs typeface="Times New Roman"/>
              </a:rPr>
              <a:t>Adaptabilité.</a:t>
            </a:r>
            <a:endParaRPr sz="2000" dirty="0">
              <a:latin typeface="Times New Roman"/>
              <a:cs typeface="Times New Roman"/>
            </a:endParaRPr>
          </a:p>
          <a:p>
            <a:pPr marL="762635" marR="5080" lvl="1" indent="-182880">
              <a:lnSpc>
                <a:spcPts val="2160"/>
              </a:lnSpc>
              <a:spcBef>
                <a:spcPts val="630"/>
              </a:spcBef>
              <a:buClr>
                <a:srgbClr val="1CACE3"/>
              </a:buClr>
              <a:buSzPct val="95000"/>
              <a:buFont typeface="Wingdings"/>
              <a:buChar char=""/>
              <a:tabLst>
                <a:tab pos="782955" algn="l"/>
                <a:tab pos="1385570" algn="l"/>
                <a:tab pos="1772920" algn="l"/>
                <a:tab pos="3283585" algn="l"/>
                <a:tab pos="3472179" algn="l"/>
                <a:tab pos="4429760" algn="l"/>
                <a:tab pos="5010150" algn="l"/>
                <a:tab pos="6275070" algn="l"/>
                <a:tab pos="6727825" algn="l"/>
                <a:tab pos="7092315" algn="l"/>
                <a:tab pos="8741410" algn="l"/>
                <a:tab pos="9568815" algn="l"/>
              </a:tabLst>
            </a:pPr>
            <a:r>
              <a:rPr sz="2000" spc="-65" dirty="0">
                <a:solidFill>
                  <a:srgbClr val="404040"/>
                </a:solidFill>
                <a:latin typeface="Times New Roman"/>
                <a:cs typeface="Times New Roman"/>
              </a:rPr>
              <a:t>P</a:t>
            </a:r>
            <a:r>
              <a:rPr sz="2000" spc="-5" dirty="0">
                <a:solidFill>
                  <a:srgbClr val="404040"/>
                </a:solidFill>
                <a:latin typeface="Times New Roman"/>
                <a:cs typeface="Times New Roman"/>
              </a:rPr>
              <a:t>o</a:t>
            </a:r>
            <a:r>
              <a:rPr sz="2000" spc="-15" dirty="0">
                <a:solidFill>
                  <a:srgbClr val="404040"/>
                </a:solidFill>
                <a:latin typeface="Times New Roman"/>
                <a:cs typeface="Times New Roman"/>
              </a:rPr>
              <a:t>u</a:t>
            </a:r>
            <a:r>
              <a:rPr sz="2000" dirty="0">
                <a:solidFill>
                  <a:srgbClr val="404040"/>
                </a:solidFill>
                <a:latin typeface="Times New Roman"/>
                <a:cs typeface="Times New Roman"/>
              </a:rPr>
              <a:t>r	</a:t>
            </a:r>
            <a:r>
              <a:rPr sz="2000" spc="-60" dirty="0">
                <a:solidFill>
                  <a:srgbClr val="404040"/>
                </a:solidFill>
                <a:latin typeface="Times New Roman"/>
                <a:cs typeface="Times New Roman"/>
              </a:rPr>
              <a:t>l</a:t>
            </a:r>
            <a:r>
              <a:rPr sz="2000" spc="-105" dirty="0">
                <a:solidFill>
                  <a:srgbClr val="404040"/>
                </a:solidFill>
                <a:latin typeface="Times New Roman"/>
                <a:cs typeface="Times New Roman"/>
              </a:rPr>
              <a:t>e</a:t>
            </a:r>
            <a:r>
              <a:rPr sz="2000" spc="-50" dirty="0">
                <a:solidFill>
                  <a:srgbClr val="404040"/>
                </a:solidFill>
                <a:latin typeface="Times New Roman"/>
                <a:cs typeface="Times New Roman"/>
              </a:rPr>
              <a:t>s</a:t>
            </a:r>
            <a:r>
              <a:rPr sz="2000" dirty="0">
                <a:solidFill>
                  <a:srgbClr val="404040"/>
                </a:solidFill>
                <a:latin typeface="Times New Roman"/>
                <a:cs typeface="Times New Roman"/>
              </a:rPr>
              <a:t>	</a:t>
            </a:r>
            <a:r>
              <a:rPr sz="2000" spc="25" dirty="0">
                <a:solidFill>
                  <a:srgbClr val="404040"/>
                </a:solidFill>
                <a:latin typeface="Times New Roman"/>
                <a:cs typeface="Times New Roman"/>
              </a:rPr>
              <a:t>D</a:t>
            </a:r>
            <a:r>
              <a:rPr sz="2000" spc="20" dirty="0">
                <a:solidFill>
                  <a:srgbClr val="404040"/>
                </a:solidFill>
                <a:latin typeface="Times New Roman"/>
                <a:cs typeface="Times New Roman"/>
              </a:rPr>
              <a:t>é</a:t>
            </a:r>
            <a:r>
              <a:rPr sz="2000" spc="-105" dirty="0">
                <a:solidFill>
                  <a:srgbClr val="404040"/>
                </a:solidFill>
                <a:latin typeface="Times New Roman"/>
                <a:cs typeface="Times New Roman"/>
              </a:rPr>
              <a:t>v</a:t>
            </a:r>
            <a:r>
              <a:rPr sz="2000" spc="-65" dirty="0">
                <a:solidFill>
                  <a:srgbClr val="404040"/>
                </a:solidFill>
                <a:latin typeface="Times New Roman"/>
                <a:cs typeface="Times New Roman"/>
              </a:rPr>
              <a:t>e</a:t>
            </a:r>
            <a:r>
              <a:rPr sz="2000" spc="-20" dirty="0">
                <a:solidFill>
                  <a:srgbClr val="404040"/>
                </a:solidFill>
                <a:latin typeface="Times New Roman"/>
                <a:cs typeface="Times New Roman"/>
              </a:rPr>
              <a:t>lopp</a:t>
            </a:r>
            <a:r>
              <a:rPr sz="2000" spc="-15" dirty="0">
                <a:solidFill>
                  <a:srgbClr val="404040"/>
                </a:solidFill>
                <a:latin typeface="Times New Roman"/>
                <a:cs typeface="Times New Roman"/>
              </a:rPr>
              <a:t>e</a:t>
            </a:r>
            <a:r>
              <a:rPr sz="2000" spc="-25" dirty="0">
                <a:solidFill>
                  <a:srgbClr val="404040"/>
                </a:solidFill>
                <a:latin typeface="Times New Roman"/>
                <a:cs typeface="Times New Roman"/>
              </a:rPr>
              <a:t>urs</a:t>
            </a:r>
            <a:r>
              <a:rPr sz="2000" dirty="0">
                <a:solidFill>
                  <a:srgbClr val="404040"/>
                </a:solidFill>
                <a:latin typeface="Times New Roman"/>
                <a:cs typeface="Times New Roman"/>
              </a:rPr>
              <a:t>	</a:t>
            </a:r>
            <a:r>
              <a:rPr sz="2000" spc="-120" dirty="0">
                <a:solidFill>
                  <a:srgbClr val="404040"/>
                </a:solidFill>
                <a:latin typeface="Times New Roman"/>
                <a:cs typeface="Times New Roman"/>
              </a:rPr>
              <a:t>:</a:t>
            </a:r>
            <a:r>
              <a:rPr sz="2000" dirty="0">
                <a:solidFill>
                  <a:srgbClr val="404040"/>
                </a:solidFill>
                <a:latin typeface="Times New Roman"/>
                <a:cs typeface="Times New Roman"/>
              </a:rPr>
              <a:t>	</a:t>
            </a:r>
            <a:r>
              <a:rPr sz="2000" spc="-85" dirty="0">
                <a:solidFill>
                  <a:srgbClr val="404040"/>
                </a:solidFill>
                <a:latin typeface="Times New Roman"/>
                <a:cs typeface="Times New Roman"/>
              </a:rPr>
              <a:t>L</a:t>
            </a:r>
            <a:r>
              <a:rPr sz="2000" spc="-60" dirty="0">
                <a:solidFill>
                  <a:srgbClr val="404040"/>
                </a:solidFill>
                <a:latin typeface="Times New Roman"/>
                <a:cs typeface="Times New Roman"/>
              </a:rPr>
              <a:t>an</a:t>
            </a:r>
            <a:r>
              <a:rPr sz="2000" spc="-20" dirty="0">
                <a:solidFill>
                  <a:srgbClr val="404040"/>
                </a:solidFill>
                <a:latin typeface="Times New Roman"/>
                <a:cs typeface="Times New Roman"/>
              </a:rPr>
              <a:t>g</a:t>
            </a:r>
            <a:r>
              <a:rPr sz="2000" spc="-90" dirty="0">
                <a:solidFill>
                  <a:srgbClr val="404040"/>
                </a:solidFill>
                <a:latin typeface="Times New Roman"/>
                <a:cs typeface="Times New Roman"/>
              </a:rPr>
              <a:t>a</a:t>
            </a:r>
            <a:r>
              <a:rPr sz="2000" spc="-60" dirty="0">
                <a:solidFill>
                  <a:srgbClr val="404040"/>
                </a:solidFill>
                <a:latin typeface="Times New Roman"/>
                <a:cs typeface="Times New Roman"/>
              </a:rPr>
              <a:t>g</a:t>
            </a:r>
            <a:r>
              <a:rPr sz="2000" spc="-55" dirty="0">
                <a:solidFill>
                  <a:srgbClr val="404040"/>
                </a:solidFill>
                <a:latin typeface="Times New Roman"/>
                <a:cs typeface="Times New Roman"/>
              </a:rPr>
              <a:t>e</a:t>
            </a:r>
            <a:r>
              <a:rPr sz="2000" dirty="0">
                <a:solidFill>
                  <a:srgbClr val="404040"/>
                </a:solidFill>
                <a:latin typeface="Times New Roman"/>
                <a:cs typeface="Times New Roman"/>
              </a:rPr>
              <a:t>	</a:t>
            </a:r>
            <a:r>
              <a:rPr sz="2000" spc="-180" dirty="0">
                <a:solidFill>
                  <a:srgbClr val="404040"/>
                </a:solidFill>
                <a:latin typeface="Times New Roman"/>
                <a:cs typeface="Times New Roman"/>
              </a:rPr>
              <a:t>J</a:t>
            </a:r>
            <a:r>
              <a:rPr sz="2000" spc="-100" dirty="0">
                <a:solidFill>
                  <a:srgbClr val="404040"/>
                </a:solidFill>
                <a:latin typeface="Times New Roman"/>
                <a:cs typeface="Times New Roman"/>
              </a:rPr>
              <a:t>a</a:t>
            </a:r>
            <a:r>
              <a:rPr sz="2000" spc="-105" dirty="0">
                <a:solidFill>
                  <a:srgbClr val="404040"/>
                </a:solidFill>
                <a:latin typeface="Times New Roman"/>
                <a:cs typeface="Times New Roman"/>
              </a:rPr>
              <a:t>v</a:t>
            </a:r>
            <a:r>
              <a:rPr sz="2000" spc="-90" dirty="0">
                <a:solidFill>
                  <a:srgbClr val="404040"/>
                </a:solidFill>
                <a:latin typeface="Times New Roman"/>
                <a:cs typeface="Times New Roman"/>
              </a:rPr>
              <a:t>a</a:t>
            </a:r>
            <a:r>
              <a:rPr sz="2000" spc="-65" dirty="0">
                <a:solidFill>
                  <a:srgbClr val="404040"/>
                </a:solidFill>
                <a:latin typeface="Times New Roman"/>
                <a:cs typeface="Times New Roman"/>
              </a:rPr>
              <a:t>,</a:t>
            </a:r>
            <a:r>
              <a:rPr sz="2000" dirty="0">
                <a:solidFill>
                  <a:srgbClr val="404040"/>
                </a:solidFill>
                <a:latin typeface="Times New Roman"/>
                <a:cs typeface="Times New Roman"/>
              </a:rPr>
              <a:t>	</a:t>
            </a:r>
            <a:r>
              <a:rPr sz="2000" spc="-40" dirty="0">
                <a:solidFill>
                  <a:srgbClr val="404040"/>
                </a:solidFill>
                <a:latin typeface="Times New Roman"/>
                <a:cs typeface="Times New Roman"/>
              </a:rPr>
              <a:t>Mo</a:t>
            </a:r>
            <a:r>
              <a:rPr sz="2000" spc="-20" dirty="0">
                <a:solidFill>
                  <a:srgbClr val="404040"/>
                </a:solidFill>
                <a:latin typeface="Times New Roman"/>
                <a:cs typeface="Times New Roman"/>
              </a:rPr>
              <a:t>d</a:t>
            </a:r>
            <a:r>
              <a:rPr sz="2000" spc="-45" dirty="0">
                <a:solidFill>
                  <a:srgbClr val="404040"/>
                </a:solidFill>
                <a:latin typeface="Times New Roman"/>
                <a:cs typeface="Times New Roman"/>
              </a:rPr>
              <a:t>ularit</a:t>
            </a:r>
            <a:r>
              <a:rPr sz="2000" spc="-50" dirty="0">
                <a:solidFill>
                  <a:srgbClr val="404040"/>
                </a:solidFill>
                <a:latin typeface="Times New Roman"/>
                <a:cs typeface="Times New Roman"/>
              </a:rPr>
              <a:t>é</a:t>
            </a:r>
            <a:r>
              <a:rPr sz="2000" spc="-65" dirty="0">
                <a:solidFill>
                  <a:srgbClr val="404040"/>
                </a:solidFill>
                <a:latin typeface="Times New Roman"/>
                <a:cs typeface="Times New Roman"/>
              </a:rPr>
              <a:t>,</a:t>
            </a:r>
            <a:r>
              <a:rPr sz="2000" dirty="0">
                <a:solidFill>
                  <a:srgbClr val="404040"/>
                </a:solidFill>
                <a:latin typeface="Times New Roman"/>
                <a:cs typeface="Times New Roman"/>
              </a:rPr>
              <a:t>	</a:t>
            </a:r>
            <a:r>
              <a:rPr sz="2000" spc="-10" dirty="0">
                <a:solidFill>
                  <a:srgbClr val="404040"/>
                </a:solidFill>
                <a:latin typeface="Times New Roman"/>
                <a:cs typeface="Times New Roman"/>
              </a:rPr>
              <a:t>Kit</a:t>
            </a:r>
            <a:r>
              <a:rPr sz="2000" dirty="0">
                <a:solidFill>
                  <a:srgbClr val="404040"/>
                </a:solidFill>
                <a:latin typeface="Times New Roman"/>
                <a:cs typeface="Times New Roman"/>
              </a:rPr>
              <a:t>	</a:t>
            </a:r>
            <a:r>
              <a:rPr sz="2000" spc="-40" dirty="0">
                <a:solidFill>
                  <a:srgbClr val="404040"/>
                </a:solidFill>
                <a:latin typeface="Times New Roman"/>
                <a:cs typeface="Times New Roman"/>
              </a:rPr>
              <a:t>d</a:t>
            </a:r>
            <a:r>
              <a:rPr sz="2000" spc="-25" dirty="0">
                <a:solidFill>
                  <a:srgbClr val="404040"/>
                </a:solidFill>
                <a:latin typeface="Times New Roman"/>
                <a:cs typeface="Times New Roman"/>
              </a:rPr>
              <a:t>e</a:t>
            </a:r>
            <a:r>
              <a:rPr sz="2000" dirty="0">
                <a:solidFill>
                  <a:srgbClr val="404040"/>
                </a:solidFill>
                <a:latin typeface="Times New Roman"/>
                <a:cs typeface="Times New Roman"/>
              </a:rPr>
              <a:t>	</a:t>
            </a:r>
            <a:r>
              <a:rPr sz="2000" spc="-30" dirty="0">
                <a:solidFill>
                  <a:srgbClr val="404040"/>
                </a:solidFill>
                <a:latin typeface="Times New Roman"/>
                <a:cs typeface="Times New Roman"/>
              </a:rPr>
              <a:t>d</a:t>
            </a:r>
            <a:r>
              <a:rPr sz="2000" spc="-20" dirty="0">
                <a:solidFill>
                  <a:srgbClr val="404040"/>
                </a:solidFill>
                <a:latin typeface="Times New Roman"/>
                <a:cs typeface="Times New Roman"/>
              </a:rPr>
              <a:t>é</a:t>
            </a:r>
            <a:r>
              <a:rPr sz="2000" spc="-105" dirty="0">
                <a:solidFill>
                  <a:srgbClr val="404040"/>
                </a:solidFill>
                <a:latin typeface="Times New Roman"/>
                <a:cs typeface="Times New Roman"/>
              </a:rPr>
              <a:t>v</a:t>
            </a:r>
            <a:r>
              <a:rPr sz="2000" spc="-30" dirty="0">
                <a:solidFill>
                  <a:srgbClr val="404040"/>
                </a:solidFill>
                <a:latin typeface="Times New Roman"/>
                <a:cs typeface="Times New Roman"/>
              </a:rPr>
              <a:t>eloppem</a:t>
            </a:r>
            <a:r>
              <a:rPr sz="2000" spc="-20" dirty="0">
                <a:solidFill>
                  <a:srgbClr val="404040"/>
                </a:solidFill>
                <a:latin typeface="Times New Roman"/>
                <a:cs typeface="Times New Roman"/>
              </a:rPr>
              <a:t>e</a:t>
            </a:r>
            <a:r>
              <a:rPr sz="2000" spc="25" dirty="0">
                <a:solidFill>
                  <a:srgbClr val="404040"/>
                </a:solidFill>
                <a:latin typeface="Times New Roman"/>
                <a:cs typeface="Times New Roman"/>
              </a:rPr>
              <a:t>n</a:t>
            </a:r>
            <a:r>
              <a:rPr sz="2000" spc="15" dirty="0">
                <a:solidFill>
                  <a:srgbClr val="404040"/>
                </a:solidFill>
                <a:latin typeface="Times New Roman"/>
                <a:cs typeface="Times New Roman"/>
              </a:rPr>
              <a:t>t</a:t>
            </a:r>
            <a:r>
              <a:rPr sz="2000" dirty="0">
                <a:solidFill>
                  <a:srgbClr val="404040"/>
                </a:solidFill>
                <a:latin typeface="Times New Roman"/>
                <a:cs typeface="Times New Roman"/>
              </a:rPr>
              <a:t>	</a:t>
            </a:r>
            <a:r>
              <a:rPr sz="2000" spc="-60" dirty="0">
                <a:solidFill>
                  <a:srgbClr val="404040"/>
                </a:solidFill>
                <a:latin typeface="Times New Roman"/>
                <a:cs typeface="Times New Roman"/>
              </a:rPr>
              <a:t>g</a:t>
            </a:r>
            <a:r>
              <a:rPr sz="2000" spc="-40" dirty="0">
                <a:solidFill>
                  <a:srgbClr val="404040"/>
                </a:solidFill>
                <a:latin typeface="Times New Roman"/>
                <a:cs typeface="Times New Roman"/>
              </a:rPr>
              <a:t>ra</a:t>
            </a:r>
            <a:r>
              <a:rPr sz="2000" spc="15" dirty="0">
                <a:solidFill>
                  <a:srgbClr val="404040"/>
                </a:solidFill>
                <a:latin typeface="Times New Roman"/>
                <a:cs typeface="Times New Roman"/>
              </a:rPr>
              <a:t>t</a:t>
            </a:r>
            <a:r>
              <a:rPr sz="2000" spc="-40" dirty="0">
                <a:solidFill>
                  <a:srgbClr val="404040"/>
                </a:solidFill>
                <a:latin typeface="Times New Roman"/>
                <a:cs typeface="Times New Roman"/>
              </a:rPr>
              <a:t>uit,</a:t>
            </a:r>
            <a:r>
              <a:rPr sz="2000" dirty="0">
                <a:solidFill>
                  <a:srgbClr val="404040"/>
                </a:solidFill>
                <a:latin typeface="Times New Roman"/>
                <a:cs typeface="Times New Roman"/>
              </a:rPr>
              <a:t>	</a:t>
            </a:r>
            <a:r>
              <a:rPr sz="2000" spc="-170" dirty="0">
                <a:solidFill>
                  <a:srgbClr val="404040"/>
                </a:solidFill>
                <a:latin typeface="Times New Roman"/>
                <a:cs typeface="Times New Roman"/>
              </a:rPr>
              <a:t>S</a:t>
            </a:r>
            <a:r>
              <a:rPr sz="2000" spc="90" dirty="0">
                <a:solidFill>
                  <a:srgbClr val="404040"/>
                </a:solidFill>
                <a:latin typeface="Times New Roman"/>
                <a:cs typeface="Times New Roman"/>
              </a:rPr>
              <a:t>D</a:t>
            </a:r>
            <a:r>
              <a:rPr sz="2000" spc="20" dirty="0">
                <a:solidFill>
                  <a:srgbClr val="404040"/>
                </a:solidFill>
                <a:latin typeface="Times New Roman"/>
                <a:cs typeface="Times New Roman"/>
              </a:rPr>
              <a:t>K  </a:t>
            </a:r>
            <a:r>
              <a:rPr sz="2000" spc="-25" dirty="0">
                <a:solidFill>
                  <a:srgbClr val="404040"/>
                </a:solidFill>
                <a:latin typeface="Times New Roman"/>
                <a:cs typeface="Times New Roman"/>
              </a:rPr>
              <a:t>complet,</a:t>
            </a:r>
            <a:r>
              <a:rPr sz="2000" spc="-15" dirty="0">
                <a:solidFill>
                  <a:srgbClr val="404040"/>
                </a:solidFill>
                <a:latin typeface="Times New Roman"/>
                <a:cs typeface="Times New Roman"/>
              </a:rPr>
              <a:t> </a:t>
            </a:r>
            <a:r>
              <a:rPr sz="2000" spc="-20" dirty="0">
                <a:solidFill>
                  <a:srgbClr val="404040"/>
                </a:solidFill>
                <a:latin typeface="Times New Roman"/>
                <a:cs typeface="Times New Roman"/>
              </a:rPr>
              <a:t>Google</a:t>
            </a:r>
            <a:r>
              <a:rPr sz="2000" spc="5" dirty="0">
                <a:solidFill>
                  <a:srgbClr val="404040"/>
                </a:solidFill>
                <a:latin typeface="Times New Roman"/>
                <a:cs typeface="Times New Roman"/>
              </a:rPr>
              <a:t> </a:t>
            </a:r>
            <a:r>
              <a:rPr sz="2000" spc="-114" dirty="0">
                <a:solidFill>
                  <a:srgbClr val="404040"/>
                </a:solidFill>
                <a:latin typeface="Times New Roman"/>
                <a:cs typeface="Times New Roman"/>
              </a:rPr>
              <a:t>play.</a:t>
            </a:r>
            <a:endParaRPr sz="2000" dirty="0">
              <a:latin typeface="Times New Roman"/>
              <a:cs typeface="Times New Roman"/>
            </a:endParaRPr>
          </a:p>
          <a:p>
            <a:pPr marL="782320" lvl="1" indent="-203200">
              <a:lnSpc>
                <a:spcPct val="100000"/>
              </a:lnSpc>
              <a:spcBef>
                <a:spcPts val="330"/>
              </a:spcBef>
              <a:buClr>
                <a:srgbClr val="1CACE3"/>
              </a:buClr>
              <a:buSzPct val="95000"/>
              <a:buFont typeface="Wingdings"/>
              <a:buChar char=""/>
              <a:tabLst>
                <a:tab pos="782955" algn="l"/>
              </a:tabLst>
            </a:pPr>
            <a:r>
              <a:rPr sz="2000" spc="-45" dirty="0">
                <a:solidFill>
                  <a:srgbClr val="404040"/>
                </a:solidFill>
                <a:latin typeface="Times New Roman"/>
                <a:cs typeface="Times New Roman"/>
              </a:rPr>
              <a:t>Utilisateurs</a:t>
            </a:r>
            <a:r>
              <a:rPr sz="2000" spc="-15" dirty="0">
                <a:solidFill>
                  <a:srgbClr val="404040"/>
                </a:solidFill>
                <a:latin typeface="Times New Roman"/>
                <a:cs typeface="Times New Roman"/>
              </a:rPr>
              <a:t> </a:t>
            </a:r>
            <a:r>
              <a:rPr sz="2000" spc="-120" dirty="0">
                <a:solidFill>
                  <a:srgbClr val="404040"/>
                </a:solidFill>
                <a:latin typeface="Times New Roman"/>
                <a:cs typeface="Times New Roman"/>
              </a:rPr>
              <a:t>:</a:t>
            </a:r>
            <a:r>
              <a:rPr sz="2000" dirty="0">
                <a:solidFill>
                  <a:srgbClr val="404040"/>
                </a:solidFill>
                <a:latin typeface="Times New Roman"/>
                <a:cs typeface="Times New Roman"/>
              </a:rPr>
              <a:t> </a:t>
            </a:r>
            <a:r>
              <a:rPr sz="2000" spc="-55" dirty="0">
                <a:solidFill>
                  <a:srgbClr val="404040"/>
                </a:solidFill>
                <a:latin typeface="Times New Roman"/>
                <a:cs typeface="Times New Roman"/>
              </a:rPr>
              <a:t>Multitâches,</a:t>
            </a:r>
            <a:r>
              <a:rPr sz="2000" spc="5" dirty="0">
                <a:solidFill>
                  <a:srgbClr val="404040"/>
                </a:solidFill>
                <a:latin typeface="Times New Roman"/>
                <a:cs typeface="Times New Roman"/>
              </a:rPr>
              <a:t> </a:t>
            </a:r>
            <a:r>
              <a:rPr sz="2000" spc="-40" dirty="0">
                <a:solidFill>
                  <a:srgbClr val="404040"/>
                </a:solidFill>
                <a:latin typeface="Times New Roman"/>
                <a:cs typeface="Times New Roman"/>
              </a:rPr>
              <a:t>Nouvelles</a:t>
            </a:r>
            <a:r>
              <a:rPr sz="2000" spc="-15" dirty="0">
                <a:solidFill>
                  <a:srgbClr val="404040"/>
                </a:solidFill>
                <a:latin typeface="Times New Roman"/>
                <a:cs typeface="Times New Roman"/>
              </a:rPr>
              <a:t> </a:t>
            </a:r>
            <a:r>
              <a:rPr sz="2000" spc="-45" dirty="0">
                <a:solidFill>
                  <a:srgbClr val="404040"/>
                </a:solidFill>
                <a:latin typeface="Times New Roman"/>
                <a:cs typeface="Times New Roman"/>
              </a:rPr>
              <a:t>applications,</a:t>
            </a:r>
            <a:r>
              <a:rPr sz="2000" spc="25" dirty="0">
                <a:solidFill>
                  <a:srgbClr val="404040"/>
                </a:solidFill>
                <a:latin typeface="Times New Roman"/>
                <a:cs typeface="Times New Roman"/>
              </a:rPr>
              <a:t> </a:t>
            </a:r>
            <a:r>
              <a:rPr sz="2000" spc="-10" dirty="0">
                <a:solidFill>
                  <a:srgbClr val="404040"/>
                </a:solidFill>
                <a:latin typeface="Times New Roman"/>
                <a:cs typeface="Times New Roman"/>
              </a:rPr>
              <a:t>Nombreuses</a:t>
            </a:r>
            <a:r>
              <a:rPr sz="2000" spc="-25" dirty="0">
                <a:solidFill>
                  <a:srgbClr val="404040"/>
                </a:solidFill>
                <a:latin typeface="Times New Roman"/>
                <a:cs typeface="Times New Roman"/>
              </a:rPr>
              <a:t> </a:t>
            </a:r>
            <a:r>
              <a:rPr sz="2000" spc="-40" dirty="0">
                <a:solidFill>
                  <a:srgbClr val="404040"/>
                </a:solidFill>
                <a:latin typeface="Times New Roman"/>
                <a:cs typeface="Times New Roman"/>
              </a:rPr>
              <a:t>applications</a:t>
            </a:r>
            <a:r>
              <a:rPr sz="2000" spc="10" dirty="0">
                <a:solidFill>
                  <a:srgbClr val="404040"/>
                </a:solidFill>
                <a:latin typeface="Times New Roman"/>
                <a:cs typeface="Times New Roman"/>
              </a:rPr>
              <a:t> </a:t>
            </a:r>
            <a:r>
              <a:rPr sz="2000" spc="-20" dirty="0">
                <a:solidFill>
                  <a:srgbClr val="404040"/>
                </a:solidFill>
                <a:latin typeface="Times New Roman"/>
                <a:cs typeface="Times New Roman"/>
              </a:rPr>
              <a:t>par</a:t>
            </a:r>
            <a:r>
              <a:rPr sz="2000" dirty="0">
                <a:solidFill>
                  <a:srgbClr val="404040"/>
                </a:solidFill>
                <a:latin typeface="Times New Roman"/>
                <a:cs typeface="Times New Roman"/>
              </a:rPr>
              <a:t> </a:t>
            </a:r>
            <a:r>
              <a:rPr sz="2000" spc="-30" dirty="0">
                <a:solidFill>
                  <a:srgbClr val="404040"/>
                </a:solidFill>
                <a:latin typeface="Times New Roman"/>
                <a:cs typeface="Times New Roman"/>
              </a:rPr>
              <a:t>défaut.</a:t>
            </a:r>
            <a:endParaRPr sz="2000" dirty="0">
              <a:latin typeface="Times New Roman"/>
              <a:cs typeface="Times New Roman"/>
            </a:endParaRPr>
          </a:p>
          <a:p>
            <a:pPr marL="215265" indent="-203200">
              <a:lnSpc>
                <a:spcPct val="100000"/>
              </a:lnSpc>
              <a:spcBef>
                <a:spcPts val="1370"/>
              </a:spcBef>
              <a:buClr>
                <a:srgbClr val="1CACE3"/>
              </a:buClr>
              <a:buSzPct val="95000"/>
              <a:buFont typeface="Wingdings"/>
              <a:buChar char=""/>
              <a:tabLst>
                <a:tab pos="215900" algn="l"/>
                <a:tab pos="1213485" algn="l"/>
              </a:tabLst>
            </a:pPr>
            <a:r>
              <a:rPr sz="2000" spc="-60" dirty="0">
                <a:solidFill>
                  <a:srgbClr val="404040"/>
                </a:solidFill>
                <a:latin typeface="Times New Roman"/>
                <a:cs typeface="Times New Roman"/>
              </a:rPr>
              <a:t>Version</a:t>
            </a:r>
            <a:r>
              <a:rPr sz="2000" spc="5" dirty="0">
                <a:solidFill>
                  <a:srgbClr val="404040"/>
                </a:solidFill>
                <a:latin typeface="Times New Roman"/>
                <a:cs typeface="Times New Roman"/>
              </a:rPr>
              <a:t> </a:t>
            </a:r>
            <a:r>
              <a:rPr sz="2000" spc="-120" dirty="0">
                <a:solidFill>
                  <a:srgbClr val="404040"/>
                </a:solidFill>
                <a:latin typeface="Times New Roman"/>
                <a:cs typeface="Times New Roman"/>
              </a:rPr>
              <a:t>:	</a:t>
            </a:r>
            <a:r>
              <a:rPr sz="2000" spc="65" dirty="0">
                <a:solidFill>
                  <a:srgbClr val="404040"/>
                </a:solidFill>
                <a:latin typeface="Times New Roman"/>
                <a:cs typeface="Times New Roman"/>
              </a:rPr>
              <a:t>On</a:t>
            </a:r>
            <a:r>
              <a:rPr sz="2000" dirty="0">
                <a:solidFill>
                  <a:srgbClr val="404040"/>
                </a:solidFill>
                <a:latin typeface="Times New Roman"/>
                <a:cs typeface="Times New Roman"/>
              </a:rPr>
              <a:t> </a:t>
            </a:r>
            <a:r>
              <a:rPr sz="2000" spc="-15" dirty="0">
                <a:solidFill>
                  <a:srgbClr val="404040"/>
                </a:solidFill>
                <a:latin typeface="Times New Roman"/>
                <a:cs typeface="Times New Roman"/>
              </a:rPr>
              <a:t>en</a:t>
            </a:r>
            <a:r>
              <a:rPr sz="2000" dirty="0">
                <a:solidFill>
                  <a:srgbClr val="404040"/>
                </a:solidFill>
                <a:latin typeface="Times New Roman"/>
                <a:cs typeface="Times New Roman"/>
              </a:rPr>
              <a:t> </a:t>
            </a:r>
            <a:r>
              <a:rPr sz="2000" spc="-25" dirty="0">
                <a:solidFill>
                  <a:srgbClr val="404040"/>
                </a:solidFill>
                <a:latin typeface="Times New Roman"/>
                <a:cs typeface="Times New Roman"/>
              </a:rPr>
              <a:t>est</a:t>
            </a:r>
            <a:r>
              <a:rPr sz="2000" dirty="0">
                <a:solidFill>
                  <a:srgbClr val="404040"/>
                </a:solidFill>
                <a:latin typeface="Times New Roman"/>
                <a:cs typeface="Times New Roman"/>
              </a:rPr>
              <a:t> </a:t>
            </a:r>
            <a:r>
              <a:rPr sz="2000" spc="-75" dirty="0">
                <a:solidFill>
                  <a:srgbClr val="404040"/>
                </a:solidFill>
                <a:latin typeface="Times New Roman"/>
                <a:cs typeface="Times New Roman"/>
              </a:rPr>
              <a:t>à</a:t>
            </a:r>
            <a:r>
              <a:rPr sz="2000" spc="5" dirty="0">
                <a:solidFill>
                  <a:srgbClr val="404040"/>
                </a:solidFill>
                <a:latin typeface="Times New Roman"/>
                <a:cs typeface="Times New Roman"/>
              </a:rPr>
              <a:t> </a:t>
            </a:r>
            <a:r>
              <a:rPr sz="2000" spc="-90" dirty="0">
                <a:solidFill>
                  <a:srgbClr val="404040"/>
                </a:solidFill>
                <a:latin typeface="Times New Roman"/>
                <a:cs typeface="Times New Roman"/>
              </a:rPr>
              <a:t>la</a:t>
            </a:r>
            <a:r>
              <a:rPr sz="2000" spc="5" dirty="0">
                <a:solidFill>
                  <a:srgbClr val="404040"/>
                </a:solidFill>
                <a:latin typeface="Times New Roman"/>
                <a:cs typeface="Times New Roman"/>
              </a:rPr>
              <a:t> </a:t>
            </a:r>
            <a:r>
              <a:rPr sz="2000" spc="-40" dirty="0">
                <a:solidFill>
                  <a:srgbClr val="404040"/>
                </a:solidFill>
                <a:latin typeface="Times New Roman"/>
                <a:cs typeface="Times New Roman"/>
              </a:rPr>
              <a:t>version</a:t>
            </a:r>
            <a:r>
              <a:rPr sz="2000" spc="-20" dirty="0">
                <a:solidFill>
                  <a:srgbClr val="404040"/>
                </a:solidFill>
                <a:latin typeface="Times New Roman"/>
                <a:cs typeface="Times New Roman"/>
              </a:rPr>
              <a:t> </a:t>
            </a:r>
            <a:r>
              <a:rPr sz="2000" spc="-65" dirty="0" smtClean="0">
                <a:solidFill>
                  <a:srgbClr val="404040"/>
                </a:solidFill>
                <a:latin typeface="Times New Roman"/>
                <a:cs typeface="Times New Roman"/>
              </a:rPr>
              <a:t>1</a:t>
            </a:r>
            <a:r>
              <a:rPr lang="en-US" sz="2000" spc="-65" dirty="0" smtClean="0">
                <a:solidFill>
                  <a:srgbClr val="404040"/>
                </a:solidFill>
                <a:latin typeface="Times New Roman"/>
                <a:cs typeface="Times New Roman"/>
              </a:rPr>
              <a:t>5</a:t>
            </a:r>
            <a:r>
              <a:rPr sz="2000" dirty="0" smtClean="0">
                <a:solidFill>
                  <a:srgbClr val="404040"/>
                </a:solidFill>
                <a:latin typeface="Times New Roman"/>
                <a:cs typeface="Times New Roman"/>
              </a:rPr>
              <a:t> </a:t>
            </a:r>
            <a:r>
              <a:rPr sz="2000" spc="-70" dirty="0" smtClean="0">
                <a:solidFill>
                  <a:srgbClr val="404040"/>
                </a:solidFill>
                <a:latin typeface="Times New Roman"/>
                <a:cs typeface="Times New Roman"/>
              </a:rPr>
              <a:t>(</a:t>
            </a:r>
            <a:r>
              <a:rPr lang="en-US" sz="2000" spc="-70" dirty="0" smtClean="0">
                <a:solidFill>
                  <a:srgbClr val="404040"/>
                </a:solidFill>
                <a:latin typeface="Times New Roman"/>
                <a:cs typeface="Times New Roman"/>
              </a:rPr>
              <a:t>Fin </a:t>
            </a:r>
            <a:r>
              <a:rPr sz="2000" spc="-70" dirty="0" smtClean="0">
                <a:solidFill>
                  <a:srgbClr val="404040"/>
                </a:solidFill>
                <a:latin typeface="Times New Roman"/>
                <a:cs typeface="Times New Roman"/>
              </a:rPr>
              <a:t>202</a:t>
            </a:r>
            <a:r>
              <a:rPr lang="en-US" sz="2000" spc="-70" dirty="0" smtClean="0">
                <a:solidFill>
                  <a:srgbClr val="404040"/>
                </a:solidFill>
                <a:latin typeface="Times New Roman"/>
                <a:cs typeface="Times New Roman"/>
              </a:rPr>
              <a:t>5</a:t>
            </a:r>
            <a:r>
              <a:rPr sz="2000" spc="-70" dirty="0" smtClean="0">
                <a:solidFill>
                  <a:srgbClr val="404040"/>
                </a:solidFill>
                <a:latin typeface="Times New Roman"/>
                <a:cs typeface="Times New Roman"/>
              </a:rPr>
              <a:t>)</a:t>
            </a:r>
            <a:r>
              <a:rPr sz="2000" spc="5" dirty="0" smtClean="0">
                <a:solidFill>
                  <a:srgbClr val="404040"/>
                </a:solidFill>
                <a:latin typeface="Times New Roman"/>
                <a:cs typeface="Times New Roman"/>
              </a:rPr>
              <a:t> </a:t>
            </a:r>
            <a:r>
              <a:rPr sz="2000" spc="-10" dirty="0">
                <a:solidFill>
                  <a:srgbClr val="404040"/>
                </a:solidFill>
                <a:latin typeface="Times New Roman"/>
                <a:cs typeface="Times New Roman"/>
              </a:rPr>
              <a:t>et</a:t>
            </a:r>
            <a:r>
              <a:rPr sz="2000" spc="-5" dirty="0">
                <a:solidFill>
                  <a:srgbClr val="404040"/>
                </a:solidFill>
                <a:latin typeface="Times New Roman"/>
                <a:cs typeface="Times New Roman"/>
              </a:rPr>
              <a:t> </a:t>
            </a:r>
            <a:r>
              <a:rPr sz="2000" spc="-75" dirty="0" err="1">
                <a:solidFill>
                  <a:srgbClr val="404040"/>
                </a:solidFill>
                <a:latin typeface="Times New Roman"/>
                <a:cs typeface="Times New Roman"/>
              </a:rPr>
              <a:t>l’API</a:t>
            </a:r>
            <a:r>
              <a:rPr sz="2000" dirty="0">
                <a:solidFill>
                  <a:srgbClr val="404040"/>
                </a:solidFill>
                <a:latin typeface="Times New Roman"/>
                <a:cs typeface="Times New Roman"/>
              </a:rPr>
              <a:t> </a:t>
            </a:r>
            <a:r>
              <a:rPr sz="2000" spc="-65" dirty="0" smtClean="0">
                <a:solidFill>
                  <a:srgbClr val="404040"/>
                </a:solidFill>
                <a:latin typeface="Times New Roman"/>
                <a:cs typeface="Times New Roman"/>
              </a:rPr>
              <a:t>3</a:t>
            </a:r>
            <a:r>
              <a:rPr lang="en-US" sz="2000" spc="-65" dirty="0" smtClean="0">
                <a:solidFill>
                  <a:srgbClr val="404040"/>
                </a:solidFill>
                <a:latin typeface="Times New Roman"/>
                <a:cs typeface="Times New Roman"/>
              </a:rPr>
              <a:t>5</a:t>
            </a:r>
            <a:r>
              <a:rPr sz="2000" spc="-20" dirty="0" smtClean="0">
                <a:solidFill>
                  <a:srgbClr val="404040"/>
                </a:solidFill>
                <a:latin typeface="Times New Roman"/>
                <a:cs typeface="Times New Roman"/>
              </a:rPr>
              <a:t> </a:t>
            </a:r>
            <a:r>
              <a:rPr sz="2000" spc="-120" dirty="0">
                <a:solidFill>
                  <a:srgbClr val="404040"/>
                </a:solidFill>
                <a:latin typeface="Times New Roman"/>
                <a:cs typeface="Times New Roman"/>
              </a:rPr>
              <a:t>:</a:t>
            </a:r>
            <a:endParaRPr sz="2000" dirty="0">
              <a:latin typeface="Times New Roman"/>
              <a:cs typeface="Times New Roman"/>
            </a:endParaRPr>
          </a:p>
          <a:p>
            <a:pPr marL="844550" lvl="1" indent="-265430">
              <a:lnSpc>
                <a:spcPct val="100000"/>
              </a:lnSpc>
              <a:spcBef>
                <a:spcPts val="155"/>
              </a:spcBef>
              <a:buClr>
                <a:srgbClr val="1CACE3"/>
              </a:buClr>
              <a:buSzPct val="95000"/>
              <a:buFont typeface="Wingdings"/>
              <a:buChar char=""/>
              <a:tabLst>
                <a:tab pos="845185" algn="l"/>
              </a:tabLst>
            </a:pPr>
            <a:r>
              <a:rPr sz="2000" spc="-75" dirty="0">
                <a:solidFill>
                  <a:srgbClr val="404040"/>
                </a:solidFill>
                <a:latin typeface="Times New Roman"/>
                <a:cs typeface="Times New Roman"/>
              </a:rPr>
              <a:t>La</a:t>
            </a:r>
            <a:r>
              <a:rPr sz="2000" spc="-10" dirty="0">
                <a:solidFill>
                  <a:srgbClr val="404040"/>
                </a:solidFill>
                <a:latin typeface="Times New Roman"/>
                <a:cs typeface="Times New Roman"/>
              </a:rPr>
              <a:t> </a:t>
            </a:r>
            <a:r>
              <a:rPr sz="2000" spc="-40" dirty="0">
                <a:solidFill>
                  <a:srgbClr val="404040"/>
                </a:solidFill>
                <a:latin typeface="Times New Roman"/>
                <a:cs typeface="Times New Roman"/>
              </a:rPr>
              <a:t>version</a:t>
            </a:r>
            <a:r>
              <a:rPr sz="2000" spc="-15" dirty="0">
                <a:solidFill>
                  <a:srgbClr val="404040"/>
                </a:solidFill>
                <a:latin typeface="Times New Roman"/>
                <a:cs typeface="Times New Roman"/>
              </a:rPr>
              <a:t> </a:t>
            </a:r>
            <a:r>
              <a:rPr sz="2000" spc="-65" dirty="0" smtClean="0">
                <a:solidFill>
                  <a:srgbClr val="404040"/>
                </a:solidFill>
                <a:latin typeface="Times New Roman"/>
                <a:cs typeface="Times New Roman"/>
              </a:rPr>
              <a:t>1</a:t>
            </a:r>
            <a:r>
              <a:rPr lang="en-US" sz="2000" spc="-65" dirty="0" smtClean="0">
                <a:solidFill>
                  <a:srgbClr val="404040"/>
                </a:solidFill>
                <a:latin typeface="Times New Roman"/>
                <a:cs typeface="Times New Roman"/>
              </a:rPr>
              <a:t>5</a:t>
            </a:r>
            <a:r>
              <a:rPr sz="2000" dirty="0" smtClean="0">
                <a:solidFill>
                  <a:srgbClr val="404040"/>
                </a:solidFill>
                <a:latin typeface="Times New Roman"/>
                <a:cs typeface="Times New Roman"/>
              </a:rPr>
              <a:t> </a:t>
            </a:r>
            <a:r>
              <a:rPr sz="2000" spc="-25" dirty="0">
                <a:solidFill>
                  <a:srgbClr val="404040"/>
                </a:solidFill>
                <a:latin typeface="Times New Roman"/>
                <a:cs typeface="Times New Roman"/>
              </a:rPr>
              <a:t>est</a:t>
            </a:r>
            <a:r>
              <a:rPr sz="2000" spc="5" dirty="0">
                <a:solidFill>
                  <a:srgbClr val="404040"/>
                </a:solidFill>
                <a:latin typeface="Times New Roman"/>
                <a:cs typeface="Times New Roman"/>
              </a:rPr>
              <a:t> </a:t>
            </a:r>
            <a:r>
              <a:rPr sz="2000" spc="-80" dirty="0">
                <a:solidFill>
                  <a:srgbClr val="404040"/>
                </a:solidFill>
                <a:latin typeface="Times New Roman"/>
                <a:cs typeface="Times New Roman"/>
              </a:rPr>
              <a:t>le</a:t>
            </a:r>
            <a:r>
              <a:rPr sz="2000" spc="10" dirty="0">
                <a:solidFill>
                  <a:srgbClr val="404040"/>
                </a:solidFill>
                <a:latin typeface="Times New Roman"/>
                <a:cs typeface="Times New Roman"/>
              </a:rPr>
              <a:t> </a:t>
            </a:r>
            <a:r>
              <a:rPr sz="2000" spc="-15" dirty="0">
                <a:solidFill>
                  <a:srgbClr val="404040"/>
                </a:solidFill>
                <a:latin typeface="Times New Roman"/>
                <a:cs typeface="Times New Roman"/>
              </a:rPr>
              <a:t>numéro </a:t>
            </a:r>
            <a:r>
              <a:rPr sz="2000" dirty="0">
                <a:solidFill>
                  <a:srgbClr val="404040"/>
                </a:solidFill>
                <a:latin typeface="Times New Roman"/>
                <a:cs typeface="Times New Roman"/>
              </a:rPr>
              <a:t>pour</a:t>
            </a:r>
            <a:r>
              <a:rPr sz="2000" spc="-10" dirty="0">
                <a:solidFill>
                  <a:srgbClr val="404040"/>
                </a:solidFill>
                <a:latin typeface="Times New Roman"/>
                <a:cs typeface="Times New Roman"/>
              </a:rPr>
              <a:t> </a:t>
            </a:r>
            <a:r>
              <a:rPr sz="2000" spc="-80" dirty="0">
                <a:solidFill>
                  <a:srgbClr val="404040"/>
                </a:solidFill>
                <a:latin typeface="Times New Roman"/>
                <a:cs typeface="Times New Roman"/>
              </a:rPr>
              <a:t>le</a:t>
            </a:r>
            <a:r>
              <a:rPr sz="2000" spc="10" dirty="0">
                <a:solidFill>
                  <a:srgbClr val="404040"/>
                </a:solidFill>
                <a:latin typeface="Times New Roman"/>
                <a:cs typeface="Times New Roman"/>
              </a:rPr>
              <a:t> </a:t>
            </a:r>
            <a:r>
              <a:rPr sz="2000" spc="-25" dirty="0">
                <a:solidFill>
                  <a:srgbClr val="404040"/>
                </a:solidFill>
                <a:latin typeface="Times New Roman"/>
                <a:cs typeface="Times New Roman"/>
              </a:rPr>
              <a:t>grand</a:t>
            </a:r>
            <a:r>
              <a:rPr sz="2000" spc="-10" dirty="0">
                <a:solidFill>
                  <a:srgbClr val="404040"/>
                </a:solidFill>
                <a:latin typeface="Times New Roman"/>
                <a:cs typeface="Times New Roman"/>
              </a:rPr>
              <a:t> </a:t>
            </a:r>
            <a:r>
              <a:rPr sz="2000" spc="-45" dirty="0">
                <a:solidFill>
                  <a:srgbClr val="404040"/>
                </a:solidFill>
                <a:latin typeface="Times New Roman"/>
                <a:cs typeface="Times New Roman"/>
              </a:rPr>
              <a:t>public</a:t>
            </a:r>
            <a:endParaRPr sz="2000" dirty="0">
              <a:latin typeface="Times New Roman"/>
              <a:cs typeface="Times New Roman"/>
            </a:endParaRPr>
          </a:p>
          <a:p>
            <a:pPr marL="844550" lvl="1" indent="-265430">
              <a:lnSpc>
                <a:spcPct val="100000"/>
              </a:lnSpc>
              <a:spcBef>
                <a:spcPts val="360"/>
              </a:spcBef>
              <a:buClr>
                <a:srgbClr val="1CACE3"/>
              </a:buClr>
              <a:buSzPct val="95000"/>
              <a:buFont typeface="Wingdings"/>
              <a:buChar char=""/>
              <a:tabLst>
                <a:tab pos="845185" algn="l"/>
              </a:tabLst>
            </a:pPr>
            <a:r>
              <a:rPr sz="2000" spc="-60" dirty="0">
                <a:solidFill>
                  <a:srgbClr val="404040"/>
                </a:solidFill>
                <a:latin typeface="Times New Roman"/>
                <a:cs typeface="Times New Roman"/>
              </a:rPr>
              <a:t>Les</a:t>
            </a:r>
            <a:r>
              <a:rPr sz="2000" spc="-20" dirty="0">
                <a:solidFill>
                  <a:srgbClr val="404040"/>
                </a:solidFill>
                <a:latin typeface="Times New Roman"/>
                <a:cs typeface="Times New Roman"/>
              </a:rPr>
              <a:t> </a:t>
            </a:r>
            <a:r>
              <a:rPr sz="2000" spc="-40" dirty="0">
                <a:solidFill>
                  <a:srgbClr val="404040"/>
                </a:solidFill>
                <a:latin typeface="Times New Roman"/>
                <a:cs typeface="Times New Roman"/>
              </a:rPr>
              <a:t>versions</a:t>
            </a:r>
            <a:r>
              <a:rPr sz="2000" spc="-5" dirty="0">
                <a:solidFill>
                  <a:srgbClr val="404040"/>
                </a:solidFill>
                <a:latin typeface="Times New Roman"/>
                <a:cs typeface="Times New Roman"/>
              </a:rPr>
              <a:t> </a:t>
            </a:r>
            <a:r>
              <a:rPr sz="2000" spc="-55" dirty="0">
                <a:solidFill>
                  <a:srgbClr val="404040"/>
                </a:solidFill>
                <a:latin typeface="Times New Roman"/>
                <a:cs typeface="Times New Roman"/>
              </a:rPr>
              <a:t>d’API</a:t>
            </a:r>
            <a:r>
              <a:rPr sz="2000" spc="-20" dirty="0">
                <a:solidFill>
                  <a:srgbClr val="404040"/>
                </a:solidFill>
                <a:latin typeface="Times New Roman"/>
                <a:cs typeface="Times New Roman"/>
              </a:rPr>
              <a:t> </a:t>
            </a:r>
            <a:r>
              <a:rPr sz="2000" spc="5" dirty="0">
                <a:solidFill>
                  <a:srgbClr val="404040"/>
                </a:solidFill>
                <a:latin typeface="Times New Roman"/>
                <a:cs typeface="Times New Roman"/>
              </a:rPr>
              <a:t>sont </a:t>
            </a:r>
            <a:r>
              <a:rPr sz="2000" dirty="0">
                <a:solidFill>
                  <a:srgbClr val="404040"/>
                </a:solidFill>
                <a:latin typeface="Times New Roman"/>
                <a:cs typeface="Times New Roman"/>
              </a:rPr>
              <a:t>pour</a:t>
            </a:r>
            <a:r>
              <a:rPr sz="2000" spc="-5" dirty="0">
                <a:solidFill>
                  <a:srgbClr val="404040"/>
                </a:solidFill>
                <a:latin typeface="Times New Roman"/>
                <a:cs typeface="Times New Roman"/>
              </a:rPr>
              <a:t> </a:t>
            </a:r>
            <a:r>
              <a:rPr sz="2000" spc="-70" dirty="0">
                <a:solidFill>
                  <a:srgbClr val="404040"/>
                </a:solidFill>
                <a:latin typeface="Times New Roman"/>
                <a:cs typeface="Times New Roman"/>
              </a:rPr>
              <a:t>les</a:t>
            </a:r>
            <a:r>
              <a:rPr sz="2000" spc="10" dirty="0">
                <a:solidFill>
                  <a:srgbClr val="404040"/>
                </a:solidFill>
                <a:latin typeface="Times New Roman"/>
                <a:cs typeface="Times New Roman"/>
              </a:rPr>
              <a:t> </a:t>
            </a:r>
            <a:r>
              <a:rPr sz="2000" spc="-40" dirty="0">
                <a:solidFill>
                  <a:srgbClr val="404040"/>
                </a:solidFill>
                <a:latin typeface="Times New Roman"/>
                <a:cs typeface="Times New Roman"/>
              </a:rPr>
              <a:t>développeurs.</a:t>
            </a:r>
            <a:endParaRPr sz="2000" dirty="0">
              <a:latin typeface="Times New Roman"/>
              <a:cs typeface="Times New Roman"/>
            </a:endParaRPr>
          </a:p>
          <a:p>
            <a:pPr marL="215265" indent="-203200">
              <a:lnSpc>
                <a:spcPct val="100000"/>
              </a:lnSpc>
              <a:spcBef>
                <a:spcPts val="1355"/>
              </a:spcBef>
              <a:buClr>
                <a:srgbClr val="1CACE3"/>
              </a:buClr>
              <a:buSzPct val="95000"/>
              <a:buFont typeface="Wingdings"/>
              <a:buChar char=""/>
              <a:tabLst>
                <a:tab pos="215900" algn="l"/>
              </a:tabLst>
            </a:pPr>
            <a:r>
              <a:rPr sz="2000" spc="-35" dirty="0">
                <a:solidFill>
                  <a:srgbClr val="404040"/>
                </a:solidFill>
                <a:latin typeface="Times New Roman"/>
                <a:cs typeface="Times New Roman"/>
              </a:rPr>
              <a:t>Exemples</a:t>
            </a:r>
            <a:r>
              <a:rPr sz="2000" spc="-70" dirty="0">
                <a:solidFill>
                  <a:srgbClr val="404040"/>
                </a:solidFill>
                <a:latin typeface="Times New Roman"/>
                <a:cs typeface="Times New Roman"/>
              </a:rPr>
              <a:t> </a:t>
            </a:r>
            <a:r>
              <a:rPr sz="2000" spc="-120" dirty="0">
                <a:solidFill>
                  <a:srgbClr val="404040"/>
                </a:solidFill>
                <a:latin typeface="Times New Roman"/>
                <a:cs typeface="Times New Roman"/>
              </a:rPr>
              <a:t>:</a:t>
            </a:r>
            <a:endParaRPr sz="2000" dirty="0">
              <a:latin typeface="Times New Roman"/>
              <a:cs typeface="Times New Roman"/>
            </a:endParaRPr>
          </a:p>
        </p:txBody>
      </p:sp>
      <p:sp>
        <p:nvSpPr>
          <p:cNvPr id="4" name="object 4"/>
          <p:cNvSpPr txBox="1"/>
          <p:nvPr/>
        </p:nvSpPr>
        <p:spPr>
          <a:xfrm>
            <a:off x="1651761" y="4389475"/>
            <a:ext cx="2973070" cy="1076960"/>
          </a:xfrm>
          <a:prstGeom prst="rect">
            <a:avLst/>
          </a:prstGeom>
        </p:spPr>
        <p:txBody>
          <a:bodyPr vert="horz" wrap="square" lIns="0" tIns="58419" rIns="0" bIns="0" rtlCol="0">
            <a:spAutoFit/>
          </a:bodyPr>
          <a:lstStyle/>
          <a:p>
            <a:pPr marL="215265" indent="-203200">
              <a:lnSpc>
                <a:spcPct val="100000"/>
              </a:lnSpc>
              <a:spcBef>
                <a:spcPts val="459"/>
              </a:spcBef>
              <a:buClr>
                <a:srgbClr val="1CACE3"/>
              </a:buClr>
              <a:buSzPct val="95000"/>
              <a:buFont typeface="Wingdings"/>
              <a:buChar char=""/>
              <a:tabLst>
                <a:tab pos="215900" algn="l"/>
              </a:tabLst>
            </a:pPr>
            <a:r>
              <a:rPr sz="2000" spc="-65" dirty="0">
                <a:solidFill>
                  <a:srgbClr val="404040"/>
                </a:solidFill>
                <a:latin typeface="Times New Roman"/>
                <a:cs typeface="Times New Roman"/>
              </a:rPr>
              <a:t>4.1</a:t>
            </a:r>
            <a:r>
              <a:rPr sz="2000" spc="-25" dirty="0">
                <a:solidFill>
                  <a:srgbClr val="404040"/>
                </a:solidFill>
                <a:latin typeface="Times New Roman"/>
                <a:cs typeface="Times New Roman"/>
              </a:rPr>
              <a:t> </a:t>
            </a:r>
            <a:r>
              <a:rPr sz="2000" spc="-90" dirty="0">
                <a:solidFill>
                  <a:srgbClr val="404040"/>
                </a:solidFill>
                <a:latin typeface="Times New Roman"/>
                <a:cs typeface="Times New Roman"/>
              </a:rPr>
              <a:t>JellyBean</a:t>
            </a:r>
            <a:r>
              <a:rPr sz="2000" spc="-20" dirty="0">
                <a:solidFill>
                  <a:srgbClr val="404040"/>
                </a:solidFill>
                <a:latin typeface="Times New Roman"/>
                <a:cs typeface="Times New Roman"/>
              </a:rPr>
              <a:t> </a:t>
            </a:r>
            <a:r>
              <a:rPr sz="2000" spc="204" dirty="0">
                <a:solidFill>
                  <a:srgbClr val="404040"/>
                </a:solidFill>
                <a:latin typeface="Times New Roman"/>
                <a:cs typeface="Times New Roman"/>
              </a:rPr>
              <a:t>=</a:t>
            </a:r>
            <a:r>
              <a:rPr sz="2000" spc="-5" dirty="0">
                <a:solidFill>
                  <a:srgbClr val="404040"/>
                </a:solidFill>
                <a:latin typeface="Times New Roman"/>
                <a:cs typeface="Times New Roman"/>
              </a:rPr>
              <a:t> </a:t>
            </a:r>
            <a:r>
              <a:rPr sz="2000" spc="-15" dirty="0">
                <a:solidFill>
                  <a:srgbClr val="404040"/>
                </a:solidFill>
                <a:latin typeface="Times New Roman"/>
                <a:cs typeface="Times New Roman"/>
              </a:rPr>
              <a:t>API </a:t>
            </a:r>
            <a:r>
              <a:rPr sz="2000" spc="-65" dirty="0">
                <a:solidFill>
                  <a:srgbClr val="404040"/>
                </a:solidFill>
                <a:latin typeface="Times New Roman"/>
                <a:cs typeface="Times New Roman"/>
              </a:rPr>
              <a:t>16.</a:t>
            </a:r>
            <a:endParaRPr sz="2000" dirty="0">
              <a:latin typeface="Times New Roman"/>
              <a:cs typeface="Times New Roman"/>
            </a:endParaRPr>
          </a:p>
          <a:p>
            <a:pPr marL="215265" indent="-203200">
              <a:lnSpc>
                <a:spcPct val="100000"/>
              </a:lnSpc>
              <a:spcBef>
                <a:spcPts val="359"/>
              </a:spcBef>
              <a:buClr>
                <a:srgbClr val="1CACE3"/>
              </a:buClr>
              <a:buSzPct val="95000"/>
              <a:buFont typeface="Wingdings"/>
              <a:buChar char=""/>
              <a:tabLst>
                <a:tab pos="215900" algn="l"/>
              </a:tabLst>
            </a:pPr>
            <a:r>
              <a:rPr sz="2000" spc="-70" dirty="0">
                <a:solidFill>
                  <a:srgbClr val="404040"/>
                </a:solidFill>
                <a:latin typeface="Times New Roman"/>
                <a:cs typeface="Times New Roman"/>
              </a:rPr>
              <a:t>6.x</a:t>
            </a:r>
            <a:r>
              <a:rPr sz="2000" spc="-30" dirty="0">
                <a:solidFill>
                  <a:srgbClr val="404040"/>
                </a:solidFill>
                <a:latin typeface="Times New Roman"/>
                <a:cs typeface="Times New Roman"/>
              </a:rPr>
              <a:t> </a:t>
            </a:r>
            <a:r>
              <a:rPr sz="2000" spc="-60" dirty="0">
                <a:solidFill>
                  <a:srgbClr val="404040"/>
                </a:solidFill>
                <a:latin typeface="Times New Roman"/>
                <a:cs typeface="Times New Roman"/>
              </a:rPr>
              <a:t>Marshmallow</a:t>
            </a:r>
            <a:r>
              <a:rPr sz="2000" spc="-25" dirty="0">
                <a:solidFill>
                  <a:srgbClr val="404040"/>
                </a:solidFill>
                <a:latin typeface="Times New Roman"/>
                <a:cs typeface="Times New Roman"/>
              </a:rPr>
              <a:t> </a:t>
            </a:r>
            <a:r>
              <a:rPr sz="2000" spc="204" dirty="0">
                <a:solidFill>
                  <a:srgbClr val="404040"/>
                </a:solidFill>
                <a:latin typeface="Times New Roman"/>
                <a:cs typeface="Times New Roman"/>
              </a:rPr>
              <a:t>=</a:t>
            </a:r>
            <a:r>
              <a:rPr sz="2000" spc="-15" dirty="0">
                <a:solidFill>
                  <a:srgbClr val="404040"/>
                </a:solidFill>
                <a:latin typeface="Times New Roman"/>
                <a:cs typeface="Times New Roman"/>
              </a:rPr>
              <a:t> API</a:t>
            </a:r>
            <a:r>
              <a:rPr sz="2000" spc="-25" dirty="0">
                <a:solidFill>
                  <a:srgbClr val="404040"/>
                </a:solidFill>
                <a:latin typeface="Times New Roman"/>
                <a:cs typeface="Times New Roman"/>
              </a:rPr>
              <a:t> </a:t>
            </a:r>
            <a:r>
              <a:rPr sz="2000" spc="-65" dirty="0">
                <a:solidFill>
                  <a:srgbClr val="404040"/>
                </a:solidFill>
                <a:latin typeface="Times New Roman"/>
                <a:cs typeface="Times New Roman"/>
              </a:rPr>
              <a:t>23.</a:t>
            </a:r>
            <a:endParaRPr sz="2000" dirty="0">
              <a:latin typeface="Times New Roman"/>
              <a:cs typeface="Times New Roman"/>
            </a:endParaRPr>
          </a:p>
          <a:p>
            <a:pPr marL="215265" indent="-203200">
              <a:lnSpc>
                <a:spcPct val="100000"/>
              </a:lnSpc>
              <a:spcBef>
                <a:spcPts val="359"/>
              </a:spcBef>
              <a:buClr>
                <a:srgbClr val="1CACE3"/>
              </a:buClr>
              <a:buSzPct val="95000"/>
              <a:buFont typeface="Wingdings"/>
              <a:buChar char=""/>
              <a:tabLst>
                <a:tab pos="215900" algn="l"/>
              </a:tabLst>
            </a:pPr>
            <a:r>
              <a:rPr sz="2000" spc="-70" dirty="0">
                <a:solidFill>
                  <a:srgbClr val="404040"/>
                </a:solidFill>
                <a:latin typeface="Times New Roman"/>
                <a:cs typeface="Times New Roman"/>
              </a:rPr>
              <a:t>9.x</a:t>
            </a:r>
            <a:r>
              <a:rPr sz="2000" spc="-30" dirty="0">
                <a:solidFill>
                  <a:srgbClr val="404040"/>
                </a:solidFill>
                <a:latin typeface="Times New Roman"/>
                <a:cs typeface="Times New Roman"/>
              </a:rPr>
              <a:t> </a:t>
            </a:r>
            <a:r>
              <a:rPr sz="2000" spc="-45" dirty="0">
                <a:solidFill>
                  <a:srgbClr val="404040"/>
                </a:solidFill>
                <a:latin typeface="Times New Roman"/>
                <a:cs typeface="Times New Roman"/>
              </a:rPr>
              <a:t>Pie</a:t>
            </a:r>
            <a:r>
              <a:rPr sz="2000" spc="-10" dirty="0">
                <a:solidFill>
                  <a:srgbClr val="404040"/>
                </a:solidFill>
                <a:latin typeface="Times New Roman"/>
                <a:cs typeface="Times New Roman"/>
              </a:rPr>
              <a:t> </a:t>
            </a:r>
            <a:r>
              <a:rPr sz="2000" spc="204" dirty="0">
                <a:solidFill>
                  <a:srgbClr val="404040"/>
                </a:solidFill>
                <a:latin typeface="Times New Roman"/>
                <a:cs typeface="Times New Roman"/>
              </a:rPr>
              <a:t>=</a:t>
            </a:r>
            <a:r>
              <a:rPr sz="2000" spc="-15" dirty="0">
                <a:solidFill>
                  <a:srgbClr val="404040"/>
                </a:solidFill>
                <a:latin typeface="Times New Roman"/>
                <a:cs typeface="Times New Roman"/>
              </a:rPr>
              <a:t> API</a:t>
            </a:r>
            <a:r>
              <a:rPr sz="2000" spc="-25" dirty="0">
                <a:solidFill>
                  <a:srgbClr val="404040"/>
                </a:solidFill>
                <a:latin typeface="Times New Roman"/>
                <a:cs typeface="Times New Roman"/>
              </a:rPr>
              <a:t> </a:t>
            </a:r>
            <a:r>
              <a:rPr sz="2000" spc="-70" dirty="0">
                <a:solidFill>
                  <a:srgbClr val="404040"/>
                </a:solidFill>
                <a:latin typeface="Times New Roman"/>
                <a:cs typeface="Times New Roman"/>
              </a:rPr>
              <a:t>28</a:t>
            </a:r>
            <a:endParaRPr sz="2000" dirty="0">
              <a:latin typeface="Times New Roman"/>
              <a:cs typeface="Times New Roman"/>
            </a:endParaRPr>
          </a:p>
        </p:txBody>
      </p:sp>
      <p:sp>
        <p:nvSpPr>
          <p:cNvPr id="5" name="object 5"/>
          <p:cNvSpPr txBox="1"/>
          <p:nvPr/>
        </p:nvSpPr>
        <p:spPr>
          <a:xfrm>
            <a:off x="5658103" y="4516628"/>
            <a:ext cx="5756275" cy="848360"/>
          </a:xfrm>
          <a:prstGeom prst="rect">
            <a:avLst/>
          </a:prstGeom>
        </p:spPr>
        <p:txBody>
          <a:bodyPr vert="horz" wrap="square" lIns="0" tIns="12700" rIns="0" bIns="0" rtlCol="0">
            <a:spAutoFit/>
          </a:bodyPr>
          <a:lstStyle/>
          <a:p>
            <a:pPr marL="12700" marR="5080">
              <a:lnSpc>
                <a:spcPct val="100000"/>
              </a:lnSpc>
              <a:spcBef>
                <a:spcPts val="100"/>
              </a:spcBef>
            </a:pPr>
            <a:r>
              <a:rPr sz="1800" spc="-25" dirty="0">
                <a:latin typeface="Times New Roman"/>
                <a:cs typeface="Times New Roman"/>
              </a:rPr>
              <a:t>Une</a:t>
            </a:r>
            <a:r>
              <a:rPr sz="1800" spc="-15" dirty="0">
                <a:latin typeface="Times New Roman"/>
                <a:cs typeface="Times New Roman"/>
              </a:rPr>
              <a:t> API</a:t>
            </a:r>
            <a:r>
              <a:rPr sz="1800" spc="5" dirty="0">
                <a:latin typeface="Times New Roman"/>
                <a:cs typeface="Times New Roman"/>
              </a:rPr>
              <a:t> </a:t>
            </a:r>
            <a:r>
              <a:rPr sz="1800" spc="-40" dirty="0">
                <a:latin typeface="Times New Roman"/>
                <a:cs typeface="Times New Roman"/>
              </a:rPr>
              <a:t>(Application</a:t>
            </a:r>
            <a:r>
              <a:rPr sz="1800" spc="5" dirty="0">
                <a:latin typeface="Times New Roman"/>
                <a:cs typeface="Times New Roman"/>
              </a:rPr>
              <a:t> </a:t>
            </a:r>
            <a:r>
              <a:rPr sz="1800" spc="-30" dirty="0">
                <a:latin typeface="Times New Roman"/>
                <a:cs typeface="Times New Roman"/>
              </a:rPr>
              <a:t>Programming</a:t>
            </a:r>
            <a:r>
              <a:rPr sz="1800" spc="-15" dirty="0">
                <a:latin typeface="Times New Roman"/>
                <a:cs typeface="Times New Roman"/>
              </a:rPr>
              <a:t> </a:t>
            </a:r>
            <a:r>
              <a:rPr sz="1800" spc="-30" dirty="0">
                <a:latin typeface="Times New Roman"/>
                <a:cs typeface="Times New Roman"/>
              </a:rPr>
              <a:t>Interface)</a:t>
            </a:r>
            <a:r>
              <a:rPr sz="1800" spc="5" dirty="0">
                <a:latin typeface="Times New Roman"/>
                <a:cs typeface="Times New Roman"/>
              </a:rPr>
              <a:t> </a:t>
            </a:r>
            <a:r>
              <a:rPr sz="1800" spc="-30" dirty="0">
                <a:latin typeface="Times New Roman"/>
                <a:cs typeface="Times New Roman"/>
              </a:rPr>
              <a:t>est</a:t>
            </a:r>
            <a:r>
              <a:rPr sz="1800" spc="10" dirty="0">
                <a:latin typeface="Times New Roman"/>
                <a:cs typeface="Times New Roman"/>
              </a:rPr>
              <a:t> </a:t>
            </a:r>
            <a:r>
              <a:rPr sz="1800" spc="-5" dirty="0">
                <a:latin typeface="Times New Roman"/>
                <a:cs typeface="Times New Roman"/>
              </a:rPr>
              <a:t>un</a:t>
            </a:r>
            <a:r>
              <a:rPr sz="1800" dirty="0">
                <a:latin typeface="Times New Roman"/>
                <a:cs typeface="Times New Roman"/>
              </a:rPr>
              <a:t> </a:t>
            </a:r>
            <a:r>
              <a:rPr sz="1800" spc="-35" dirty="0">
                <a:latin typeface="Times New Roman"/>
                <a:cs typeface="Times New Roman"/>
              </a:rPr>
              <a:t>ensemble </a:t>
            </a:r>
            <a:r>
              <a:rPr sz="1800" spc="-30" dirty="0">
                <a:latin typeface="Times New Roman"/>
                <a:cs typeface="Times New Roman"/>
              </a:rPr>
              <a:t> </a:t>
            </a:r>
            <a:r>
              <a:rPr sz="1800" spc="-25" dirty="0">
                <a:latin typeface="Times New Roman"/>
                <a:cs typeface="Times New Roman"/>
              </a:rPr>
              <a:t>de</a:t>
            </a:r>
            <a:r>
              <a:rPr sz="1800" spc="-5" dirty="0">
                <a:latin typeface="Times New Roman"/>
                <a:cs typeface="Times New Roman"/>
              </a:rPr>
              <a:t> </a:t>
            </a:r>
            <a:r>
              <a:rPr sz="1800" spc="-30" dirty="0">
                <a:latin typeface="Times New Roman"/>
                <a:cs typeface="Times New Roman"/>
              </a:rPr>
              <a:t>bibliothèques</a:t>
            </a:r>
            <a:r>
              <a:rPr sz="1800" spc="5" dirty="0">
                <a:latin typeface="Times New Roman"/>
                <a:cs typeface="Times New Roman"/>
              </a:rPr>
              <a:t> </a:t>
            </a:r>
            <a:r>
              <a:rPr sz="1800" spc="-20" dirty="0">
                <a:latin typeface="Times New Roman"/>
                <a:cs typeface="Times New Roman"/>
              </a:rPr>
              <a:t>et</a:t>
            </a:r>
            <a:r>
              <a:rPr sz="1800" dirty="0">
                <a:latin typeface="Times New Roman"/>
                <a:cs typeface="Times New Roman"/>
              </a:rPr>
              <a:t> </a:t>
            </a:r>
            <a:r>
              <a:rPr sz="1800" spc="-25" dirty="0">
                <a:latin typeface="Times New Roman"/>
                <a:cs typeface="Times New Roman"/>
              </a:rPr>
              <a:t>de</a:t>
            </a:r>
            <a:r>
              <a:rPr sz="1800" spc="5" dirty="0">
                <a:latin typeface="Times New Roman"/>
                <a:cs typeface="Times New Roman"/>
              </a:rPr>
              <a:t> </a:t>
            </a:r>
            <a:r>
              <a:rPr sz="1800" spc="-60" dirty="0">
                <a:latin typeface="Times New Roman"/>
                <a:cs typeface="Times New Roman"/>
              </a:rPr>
              <a:t>classes</a:t>
            </a:r>
            <a:r>
              <a:rPr sz="1800" spc="25" dirty="0">
                <a:latin typeface="Times New Roman"/>
                <a:cs typeface="Times New Roman"/>
              </a:rPr>
              <a:t> </a:t>
            </a:r>
            <a:r>
              <a:rPr sz="1800" dirty="0">
                <a:latin typeface="Times New Roman"/>
                <a:cs typeface="Times New Roman"/>
              </a:rPr>
              <a:t>pour</a:t>
            </a:r>
            <a:r>
              <a:rPr sz="1800" spc="-5" dirty="0">
                <a:latin typeface="Times New Roman"/>
                <a:cs typeface="Times New Roman"/>
              </a:rPr>
              <a:t> </a:t>
            </a:r>
            <a:r>
              <a:rPr sz="1800" spc="-20" dirty="0">
                <a:latin typeface="Times New Roman"/>
                <a:cs typeface="Times New Roman"/>
              </a:rPr>
              <a:t>programmer</a:t>
            </a:r>
            <a:r>
              <a:rPr sz="1800" spc="-30" dirty="0">
                <a:latin typeface="Times New Roman"/>
                <a:cs typeface="Times New Roman"/>
              </a:rPr>
              <a:t> </a:t>
            </a:r>
            <a:r>
              <a:rPr sz="1800" spc="-35" dirty="0">
                <a:latin typeface="Times New Roman"/>
                <a:cs typeface="Times New Roman"/>
              </a:rPr>
              <a:t>des</a:t>
            </a:r>
            <a:r>
              <a:rPr sz="1800" spc="5" dirty="0">
                <a:latin typeface="Times New Roman"/>
                <a:cs typeface="Times New Roman"/>
              </a:rPr>
              <a:t> </a:t>
            </a:r>
            <a:r>
              <a:rPr sz="1800" spc="-45" dirty="0">
                <a:latin typeface="Times New Roman"/>
                <a:cs typeface="Times New Roman"/>
              </a:rPr>
              <a:t>applications. </a:t>
            </a:r>
            <a:r>
              <a:rPr sz="1800" spc="-434" dirty="0">
                <a:latin typeface="Times New Roman"/>
                <a:cs typeface="Times New Roman"/>
              </a:rPr>
              <a:t> </a:t>
            </a:r>
            <a:r>
              <a:rPr sz="1800" spc="-35" dirty="0">
                <a:latin typeface="Times New Roman"/>
                <a:cs typeface="Times New Roman"/>
              </a:rPr>
              <a:t>Son</a:t>
            </a:r>
            <a:r>
              <a:rPr sz="1800" spc="-30" dirty="0">
                <a:latin typeface="Times New Roman"/>
                <a:cs typeface="Times New Roman"/>
              </a:rPr>
              <a:t> </a:t>
            </a:r>
            <a:r>
              <a:rPr sz="1800" spc="-15" dirty="0">
                <a:latin typeface="Times New Roman"/>
                <a:cs typeface="Times New Roman"/>
              </a:rPr>
              <a:t>numéro</a:t>
            </a:r>
            <a:r>
              <a:rPr sz="1800" dirty="0">
                <a:latin typeface="Times New Roman"/>
                <a:cs typeface="Times New Roman"/>
              </a:rPr>
              <a:t> </a:t>
            </a:r>
            <a:r>
              <a:rPr sz="1800" spc="-25" dirty="0">
                <a:latin typeface="Times New Roman"/>
                <a:cs typeface="Times New Roman"/>
              </a:rPr>
              <a:t>de</a:t>
            </a:r>
            <a:r>
              <a:rPr sz="1800" dirty="0">
                <a:latin typeface="Times New Roman"/>
                <a:cs typeface="Times New Roman"/>
              </a:rPr>
              <a:t> </a:t>
            </a:r>
            <a:r>
              <a:rPr sz="1800" spc="-40" dirty="0">
                <a:latin typeface="Times New Roman"/>
                <a:cs typeface="Times New Roman"/>
              </a:rPr>
              <a:t>version</a:t>
            </a:r>
            <a:r>
              <a:rPr sz="1800" spc="5" dirty="0">
                <a:latin typeface="Times New Roman"/>
                <a:cs typeface="Times New Roman"/>
              </a:rPr>
              <a:t> </a:t>
            </a:r>
            <a:r>
              <a:rPr sz="1800" dirty="0">
                <a:latin typeface="Times New Roman"/>
                <a:cs typeface="Times New Roman"/>
              </a:rPr>
              <a:t>donne</a:t>
            </a:r>
            <a:r>
              <a:rPr sz="1800" spc="-40" dirty="0">
                <a:latin typeface="Times New Roman"/>
                <a:cs typeface="Times New Roman"/>
              </a:rPr>
              <a:t> </a:t>
            </a:r>
            <a:r>
              <a:rPr sz="1800" spc="-5" dirty="0">
                <a:latin typeface="Times New Roman"/>
                <a:cs typeface="Times New Roman"/>
              </a:rPr>
              <a:t>un</a:t>
            </a:r>
            <a:r>
              <a:rPr sz="1800" dirty="0">
                <a:latin typeface="Times New Roman"/>
                <a:cs typeface="Times New Roman"/>
              </a:rPr>
              <a:t> </a:t>
            </a:r>
            <a:r>
              <a:rPr sz="1800" spc="-45" dirty="0">
                <a:latin typeface="Times New Roman"/>
                <a:cs typeface="Times New Roman"/>
              </a:rPr>
              <a:t>indice</a:t>
            </a:r>
            <a:r>
              <a:rPr sz="1800" spc="5" dirty="0">
                <a:latin typeface="Times New Roman"/>
                <a:cs typeface="Times New Roman"/>
              </a:rPr>
              <a:t> </a:t>
            </a:r>
            <a:r>
              <a:rPr sz="1800" spc="-25" dirty="0">
                <a:latin typeface="Times New Roman"/>
                <a:cs typeface="Times New Roman"/>
              </a:rPr>
              <a:t>de</a:t>
            </a:r>
            <a:r>
              <a:rPr sz="1800" spc="-5" dirty="0">
                <a:latin typeface="Times New Roman"/>
                <a:cs typeface="Times New Roman"/>
              </a:rPr>
              <a:t> </a:t>
            </a:r>
            <a:r>
              <a:rPr sz="1800" spc="-50" dirty="0">
                <a:latin typeface="Times New Roman"/>
                <a:cs typeface="Times New Roman"/>
              </a:rPr>
              <a:t>ses</a:t>
            </a:r>
            <a:r>
              <a:rPr sz="1800" spc="5" dirty="0">
                <a:latin typeface="Times New Roman"/>
                <a:cs typeface="Times New Roman"/>
              </a:rPr>
              <a:t> </a:t>
            </a:r>
            <a:r>
              <a:rPr sz="1800" spc="-50" dirty="0">
                <a:latin typeface="Times New Roman"/>
                <a:cs typeface="Times New Roman"/>
              </a:rPr>
              <a:t>possibilités.</a:t>
            </a:r>
            <a:endParaRPr sz="1800">
              <a:latin typeface="Times New Roman"/>
              <a:cs typeface="Times New Roman"/>
            </a:endParaRPr>
          </a:p>
        </p:txBody>
      </p:sp>
      <p:grpSp>
        <p:nvGrpSpPr>
          <p:cNvPr id="6" name="object 6"/>
          <p:cNvGrpSpPr/>
          <p:nvPr/>
        </p:nvGrpSpPr>
        <p:grpSpPr>
          <a:xfrm>
            <a:off x="4907279" y="4789932"/>
            <a:ext cx="447040" cy="344805"/>
            <a:chOff x="4907279" y="4789932"/>
            <a:chExt cx="447040" cy="344805"/>
          </a:xfrm>
        </p:grpSpPr>
        <p:pic>
          <p:nvPicPr>
            <p:cNvPr id="7" name="object 7"/>
            <p:cNvPicPr/>
            <p:nvPr/>
          </p:nvPicPr>
          <p:blipFill>
            <a:blip r:embed="rId3" cstate="print"/>
            <a:stretch>
              <a:fillRect/>
            </a:stretch>
          </p:blipFill>
          <p:spPr>
            <a:xfrm>
              <a:off x="4913375" y="4796028"/>
              <a:ext cx="434339" cy="332232"/>
            </a:xfrm>
            <a:prstGeom prst="rect">
              <a:avLst/>
            </a:prstGeom>
          </p:spPr>
        </p:pic>
        <p:sp>
          <p:nvSpPr>
            <p:cNvPr id="8" name="object 8"/>
            <p:cNvSpPr/>
            <p:nvPr/>
          </p:nvSpPr>
          <p:spPr>
            <a:xfrm>
              <a:off x="4913375" y="4796028"/>
              <a:ext cx="434340" cy="332740"/>
            </a:xfrm>
            <a:custGeom>
              <a:avLst/>
              <a:gdLst/>
              <a:ahLst/>
              <a:cxnLst/>
              <a:rect l="l" t="t" r="r" b="b"/>
              <a:pathLst>
                <a:path w="434339" h="332739">
                  <a:moveTo>
                    <a:pt x="0" y="83058"/>
                  </a:moveTo>
                  <a:lnTo>
                    <a:pt x="268224" y="83058"/>
                  </a:lnTo>
                  <a:lnTo>
                    <a:pt x="268224" y="0"/>
                  </a:lnTo>
                  <a:lnTo>
                    <a:pt x="434339" y="166116"/>
                  </a:lnTo>
                  <a:lnTo>
                    <a:pt x="268224" y="332232"/>
                  </a:lnTo>
                  <a:lnTo>
                    <a:pt x="268224" y="249174"/>
                  </a:lnTo>
                  <a:lnTo>
                    <a:pt x="0" y="249174"/>
                  </a:lnTo>
                  <a:lnTo>
                    <a:pt x="0" y="83058"/>
                  </a:lnTo>
                  <a:close/>
                </a:path>
              </a:pathLst>
            </a:custGeom>
            <a:ln w="12192">
              <a:solidFill>
                <a:srgbClr val="1CACE3"/>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10</a:t>
            </a:fld>
            <a:endParaRPr dirty="0"/>
          </a:p>
        </p:txBody>
      </p:sp>
      <p:sp>
        <p:nvSpPr>
          <p:cNvPr id="10" name="Rectangle 9"/>
          <p:cNvSpPr/>
          <p:nvPr/>
        </p:nvSpPr>
        <p:spPr>
          <a:xfrm>
            <a:off x="1524000" y="4448071"/>
            <a:ext cx="10188000" cy="1548000"/>
          </a:xfrm>
          <a:prstGeom prst="rect">
            <a:avLst/>
          </a:prstGeom>
          <a:solidFill>
            <a:schemeClr val="accent3"/>
          </a:solidFill>
          <a:ln w="38100">
            <a:solidFill>
              <a:schemeClr val="accent3"/>
            </a:solidFill>
          </a:ln>
        </p:spPr>
        <p:txBody>
          <a:bodyPr wrap="square">
            <a:spAutoFit/>
          </a:bodyPr>
          <a:lstStyle/>
          <a:p>
            <a:endParaRPr lang="fr-FR" dirty="0" smtClean="0"/>
          </a:p>
          <a:p>
            <a:r>
              <a:rPr lang="fr-FR" dirty="0" smtClean="0"/>
              <a:t>À </a:t>
            </a:r>
            <a:r>
              <a:rPr lang="fr-FR" dirty="0"/>
              <a:t>l'heure actuelle, les applications existantes (sur mobile et Android Auto) doivent cibler Android 13 (niveau d'API 33) ou version ultérieure d'ici le 31 août 2024, Android 11 (niveau d'API 30) ou version ultérieure pour Wear OS et Android 12 (niveau d'API 32) ou version ultérieure pour Android TV.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4980940" cy="574040"/>
          </a:xfrm>
          <a:prstGeom prst="rect">
            <a:avLst/>
          </a:prstGeom>
        </p:spPr>
        <p:txBody>
          <a:bodyPr vert="horz" wrap="square" lIns="0" tIns="12700" rIns="0" bIns="0" rtlCol="0">
            <a:spAutoFit/>
          </a:bodyPr>
          <a:lstStyle/>
          <a:p>
            <a:pPr marL="12700">
              <a:lnSpc>
                <a:spcPct val="100000"/>
              </a:lnSpc>
              <a:spcBef>
                <a:spcPts val="100"/>
              </a:spcBef>
            </a:pPr>
            <a:r>
              <a:rPr spc="-165" dirty="0"/>
              <a:t>A</a:t>
            </a:r>
            <a:r>
              <a:rPr spc="-100" dirty="0"/>
              <a:t> </a:t>
            </a:r>
            <a:r>
              <a:rPr spc="-15" dirty="0"/>
              <a:t>p</a:t>
            </a:r>
            <a:r>
              <a:rPr spc="-50" dirty="0"/>
              <a:t>r</a:t>
            </a:r>
            <a:r>
              <a:rPr spc="-15" dirty="0"/>
              <a:t>opo</a:t>
            </a:r>
            <a:r>
              <a:rPr spc="-90" dirty="0"/>
              <a:t>s</a:t>
            </a:r>
            <a:r>
              <a:rPr spc="-100" dirty="0"/>
              <a:t> </a:t>
            </a:r>
            <a:r>
              <a:rPr spc="-50" dirty="0"/>
              <a:t>d</a:t>
            </a:r>
            <a:r>
              <a:rPr spc="-150" dirty="0"/>
              <a:t>e</a:t>
            </a:r>
            <a:r>
              <a:rPr spc="-90" dirty="0"/>
              <a:t>s</a:t>
            </a:r>
            <a:r>
              <a:rPr spc="-120" dirty="0"/>
              <a:t> </a:t>
            </a:r>
            <a:r>
              <a:rPr spc="-229" dirty="0"/>
              <a:t>v</a:t>
            </a:r>
            <a:r>
              <a:rPr spc="-145" dirty="0"/>
              <a:t>e</a:t>
            </a:r>
            <a:r>
              <a:rPr spc="-45" dirty="0"/>
              <a:t>r</a:t>
            </a:r>
            <a:r>
              <a:rPr spc="-140" dirty="0"/>
              <a:t>s</a:t>
            </a:r>
            <a:r>
              <a:rPr spc="-225" dirty="0"/>
              <a:t>i</a:t>
            </a:r>
            <a:r>
              <a:rPr spc="-15" dirty="0"/>
              <a:t>on</a:t>
            </a:r>
            <a:r>
              <a:rPr spc="-90" dirty="0"/>
              <a:t>s</a:t>
            </a:r>
            <a:r>
              <a:rPr spc="-110" dirty="0"/>
              <a:t> </a:t>
            </a:r>
            <a:r>
              <a:rPr spc="-50" dirty="0"/>
              <a:t>d</a:t>
            </a:r>
            <a:r>
              <a:rPr spc="-459" dirty="0"/>
              <a:t>’</a:t>
            </a:r>
            <a:r>
              <a:rPr spc="-215" dirty="0"/>
              <a:t>A</a:t>
            </a:r>
            <a:r>
              <a:rPr spc="-25" dirty="0"/>
              <a:t>P</a:t>
            </a:r>
            <a:r>
              <a:rPr spc="75" dirty="0"/>
              <a:t>I</a:t>
            </a:r>
          </a:p>
        </p:txBody>
      </p:sp>
      <p:sp>
        <p:nvSpPr>
          <p:cNvPr id="3" name="object 3"/>
          <p:cNvSpPr txBox="1"/>
          <p:nvPr/>
        </p:nvSpPr>
        <p:spPr>
          <a:xfrm>
            <a:off x="1084580" y="1176604"/>
            <a:ext cx="6346190" cy="4508500"/>
          </a:xfrm>
          <a:prstGeom prst="rect">
            <a:avLst/>
          </a:prstGeom>
        </p:spPr>
        <p:txBody>
          <a:bodyPr vert="horz" wrap="square" lIns="0" tIns="13335" rIns="0" bIns="0" rtlCol="0">
            <a:spAutoFit/>
          </a:bodyPr>
          <a:lstStyle/>
          <a:p>
            <a:pPr marL="215265" indent="-203200">
              <a:lnSpc>
                <a:spcPts val="2280"/>
              </a:lnSpc>
              <a:spcBef>
                <a:spcPts val="105"/>
              </a:spcBef>
              <a:buClr>
                <a:srgbClr val="1CACE3"/>
              </a:buClr>
              <a:buSzPct val="95000"/>
              <a:buFont typeface="Wingdings"/>
              <a:buChar char=""/>
              <a:tabLst>
                <a:tab pos="215900" algn="l"/>
              </a:tabLst>
            </a:pPr>
            <a:r>
              <a:rPr sz="2000" spc="-40" dirty="0">
                <a:solidFill>
                  <a:srgbClr val="404040"/>
                </a:solidFill>
                <a:latin typeface="Times New Roman"/>
                <a:cs typeface="Times New Roman"/>
              </a:rPr>
              <a:t>Chaque</a:t>
            </a:r>
            <a:r>
              <a:rPr sz="2000" spc="55" dirty="0">
                <a:solidFill>
                  <a:srgbClr val="404040"/>
                </a:solidFill>
                <a:latin typeface="Times New Roman"/>
                <a:cs typeface="Times New Roman"/>
              </a:rPr>
              <a:t> </a:t>
            </a:r>
            <a:r>
              <a:rPr sz="2000" spc="-15" dirty="0">
                <a:solidFill>
                  <a:srgbClr val="404040"/>
                </a:solidFill>
                <a:latin typeface="Times New Roman"/>
                <a:cs typeface="Times New Roman"/>
              </a:rPr>
              <a:t>API</a:t>
            </a:r>
            <a:r>
              <a:rPr sz="2000" spc="60" dirty="0">
                <a:solidFill>
                  <a:srgbClr val="404040"/>
                </a:solidFill>
                <a:latin typeface="Times New Roman"/>
                <a:cs typeface="Times New Roman"/>
              </a:rPr>
              <a:t> </a:t>
            </a:r>
            <a:r>
              <a:rPr sz="2000" spc="-5" dirty="0">
                <a:solidFill>
                  <a:srgbClr val="404040"/>
                </a:solidFill>
                <a:latin typeface="Times New Roman"/>
                <a:cs typeface="Times New Roman"/>
              </a:rPr>
              <a:t>apporte</a:t>
            </a:r>
            <a:r>
              <a:rPr sz="2000" spc="75" dirty="0">
                <a:solidFill>
                  <a:srgbClr val="404040"/>
                </a:solidFill>
                <a:latin typeface="Times New Roman"/>
                <a:cs typeface="Times New Roman"/>
              </a:rPr>
              <a:t> </a:t>
            </a:r>
            <a:r>
              <a:rPr sz="2000" spc="-35" dirty="0">
                <a:solidFill>
                  <a:srgbClr val="404040"/>
                </a:solidFill>
                <a:latin typeface="Times New Roman"/>
                <a:cs typeface="Times New Roman"/>
              </a:rPr>
              <a:t>des</a:t>
            </a:r>
            <a:r>
              <a:rPr sz="2000" spc="70" dirty="0">
                <a:solidFill>
                  <a:srgbClr val="404040"/>
                </a:solidFill>
                <a:latin typeface="Times New Roman"/>
                <a:cs typeface="Times New Roman"/>
              </a:rPr>
              <a:t> </a:t>
            </a:r>
            <a:r>
              <a:rPr sz="2000" spc="-25" dirty="0">
                <a:solidFill>
                  <a:srgbClr val="404040"/>
                </a:solidFill>
                <a:latin typeface="Times New Roman"/>
                <a:cs typeface="Times New Roman"/>
              </a:rPr>
              <a:t>fonctionnalités</a:t>
            </a:r>
            <a:r>
              <a:rPr sz="2000" spc="70" dirty="0">
                <a:solidFill>
                  <a:srgbClr val="404040"/>
                </a:solidFill>
                <a:latin typeface="Times New Roman"/>
                <a:cs typeface="Times New Roman"/>
              </a:rPr>
              <a:t> </a:t>
            </a:r>
            <a:r>
              <a:rPr sz="2000" spc="-40" dirty="0">
                <a:solidFill>
                  <a:srgbClr val="404040"/>
                </a:solidFill>
                <a:latin typeface="Times New Roman"/>
                <a:cs typeface="Times New Roman"/>
              </a:rPr>
              <a:t>supplémentaires:</a:t>
            </a:r>
            <a:r>
              <a:rPr sz="2000" spc="65" dirty="0">
                <a:solidFill>
                  <a:srgbClr val="404040"/>
                </a:solidFill>
                <a:latin typeface="Times New Roman"/>
                <a:cs typeface="Times New Roman"/>
              </a:rPr>
              <a:t> </a:t>
            </a:r>
            <a:r>
              <a:rPr sz="2000" spc="-30" dirty="0">
                <a:solidFill>
                  <a:srgbClr val="404040"/>
                </a:solidFill>
                <a:latin typeface="Times New Roman"/>
                <a:cs typeface="Times New Roman"/>
              </a:rPr>
              <a:t>Il</a:t>
            </a:r>
            <a:r>
              <a:rPr sz="2000" spc="65" dirty="0">
                <a:solidFill>
                  <a:srgbClr val="404040"/>
                </a:solidFill>
                <a:latin typeface="Times New Roman"/>
                <a:cs typeface="Times New Roman"/>
              </a:rPr>
              <a:t> </a:t>
            </a:r>
            <a:r>
              <a:rPr sz="2000" spc="-165" dirty="0">
                <a:solidFill>
                  <a:srgbClr val="404040"/>
                </a:solidFill>
                <a:latin typeface="Times New Roman"/>
                <a:cs typeface="Times New Roman"/>
              </a:rPr>
              <a:t>y</a:t>
            </a:r>
            <a:endParaRPr sz="2000" dirty="0">
              <a:latin typeface="Times New Roman"/>
              <a:cs typeface="Times New Roman"/>
            </a:endParaRPr>
          </a:p>
          <a:p>
            <a:pPr marL="104139">
              <a:lnSpc>
                <a:spcPts val="2280"/>
              </a:lnSpc>
            </a:pPr>
            <a:r>
              <a:rPr sz="2000" spc="-75" dirty="0">
                <a:solidFill>
                  <a:srgbClr val="404040"/>
                </a:solidFill>
                <a:latin typeface="Times New Roman"/>
                <a:cs typeface="Times New Roman"/>
              </a:rPr>
              <a:t>a</a:t>
            </a:r>
            <a:r>
              <a:rPr sz="2000" spc="-20" dirty="0">
                <a:solidFill>
                  <a:srgbClr val="404040"/>
                </a:solidFill>
                <a:latin typeface="Times New Roman"/>
                <a:cs typeface="Times New Roman"/>
              </a:rPr>
              <a:t> </a:t>
            </a:r>
            <a:r>
              <a:rPr sz="2000" spc="-40" dirty="0">
                <a:solidFill>
                  <a:srgbClr val="404040"/>
                </a:solidFill>
                <a:latin typeface="Times New Roman"/>
                <a:cs typeface="Times New Roman"/>
              </a:rPr>
              <a:t>compatibilité</a:t>
            </a:r>
            <a:r>
              <a:rPr sz="2000" spc="15" dirty="0">
                <a:solidFill>
                  <a:srgbClr val="404040"/>
                </a:solidFill>
                <a:latin typeface="Times New Roman"/>
                <a:cs typeface="Times New Roman"/>
              </a:rPr>
              <a:t> </a:t>
            </a:r>
            <a:r>
              <a:rPr sz="2000" spc="-35" dirty="0">
                <a:solidFill>
                  <a:srgbClr val="404040"/>
                </a:solidFill>
                <a:latin typeface="Times New Roman"/>
                <a:cs typeface="Times New Roman"/>
              </a:rPr>
              <a:t>ascendante.</a:t>
            </a:r>
            <a:endParaRPr sz="2000" dirty="0">
              <a:latin typeface="Times New Roman"/>
              <a:cs typeface="Times New Roman"/>
            </a:endParaRPr>
          </a:p>
          <a:p>
            <a:pPr marL="762635" marR="5080" lvl="1" indent="-182880">
              <a:lnSpc>
                <a:spcPts val="2160"/>
              </a:lnSpc>
              <a:spcBef>
                <a:spcPts val="430"/>
              </a:spcBef>
              <a:buClr>
                <a:srgbClr val="1CACE3"/>
              </a:buClr>
              <a:buSzPct val="95000"/>
              <a:buFont typeface="Wingdings"/>
              <a:buChar char=""/>
              <a:tabLst>
                <a:tab pos="782955" algn="l"/>
              </a:tabLst>
            </a:pPr>
            <a:r>
              <a:rPr sz="2000" spc="-35" dirty="0">
                <a:solidFill>
                  <a:srgbClr val="404040"/>
                </a:solidFill>
                <a:latin typeface="Times New Roman"/>
                <a:cs typeface="Times New Roman"/>
              </a:rPr>
              <a:t>Certaines</a:t>
            </a:r>
            <a:r>
              <a:rPr sz="2000" spc="25" dirty="0">
                <a:solidFill>
                  <a:srgbClr val="404040"/>
                </a:solidFill>
                <a:latin typeface="Times New Roman"/>
                <a:cs typeface="Times New Roman"/>
              </a:rPr>
              <a:t> </a:t>
            </a:r>
            <a:r>
              <a:rPr sz="2000" spc="-25" dirty="0">
                <a:solidFill>
                  <a:srgbClr val="404040"/>
                </a:solidFill>
                <a:latin typeface="Times New Roman"/>
                <a:cs typeface="Times New Roman"/>
              </a:rPr>
              <a:t>fonctionnalités</a:t>
            </a:r>
            <a:r>
              <a:rPr sz="2000" spc="10" dirty="0">
                <a:solidFill>
                  <a:srgbClr val="404040"/>
                </a:solidFill>
                <a:latin typeface="Times New Roman"/>
                <a:cs typeface="Times New Roman"/>
              </a:rPr>
              <a:t> </a:t>
            </a:r>
            <a:r>
              <a:rPr sz="2000" spc="-25" dirty="0">
                <a:solidFill>
                  <a:srgbClr val="404040"/>
                </a:solidFill>
                <a:latin typeface="Times New Roman"/>
                <a:cs typeface="Times New Roman"/>
              </a:rPr>
              <a:t>deviennent</a:t>
            </a:r>
            <a:r>
              <a:rPr sz="2000" spc="15" dirty="0">
                <a:solidFill>
                  <a:srgbClr val="404040"/>
                </a:solidFill>
                <a:latin typeface="Times New Roman"/>
                <a:cs typeface="Times New Roman"/>
              </a:rPr>
              <a:t> </a:t>
            </a:r>
            <a:r>
              <a:rPr sz="2000" spc="-45" dirty="0">
                <a:solidFill>
                  <a:srgbClr val="404040"/>
                </a:solidFill>
                <a:latin typeface="Times New Roman"/>
                <a:cs typeface="Times New Roman"/>
              </a:rPr>
              <a:t>dépréciées</a:t>
            </a:r>
            <a:r>
              <a:rPr sz="2000" spc="484" dirty="0">
                <a:solidFill>
                  <a:srgbClr val="404040"/>
                </a:solidFill>
                <a:latin typeface="Times New Roman"/>
                <a:cs typeface="Times New Roman"/>
              </a:rPr>
              <a:t> </a:t>
            </a:r>
            <a:r>
              <a:rPr sz="2000" spc="-55" dirty="0">
                <a:solidFill>
                  <a:srgbClr val="404040"/>
                </a:solidFill>
                <a:latin typeface="Times New Roman"/>
                <a:cs typeface="Times New Roman"/>
              </a:rPr>
              <a:t>au</a:t>
            </a:r>
            <a:r>
              <a:rPr sz="2000" spc="484" dirty="0">
                <a:solidFill>
                  <a:srgbClr val="404040"/>
                </a:solidFill>
                <a:latin typeface="Times New Roman"/>
                <a:cs typeface="Times New Roman"/>
              </a:rPr>
              <a:t> </a:t>
            </a:r>
            <a:r>
              <a:rPr sz="2000" spc="-75" dirty="0">
                <a:solidFill>
                  <a:srgbClr val="404040"/>
                </a:solidFill>
                <a:latin typeface="Times New Roman"/>
                <a:cs typeface="Times New Roman"/>
              </a:rPr>
              <a:t>fil </a:t>
            </a:r>
            <a:r>
              <a:rPr sz="2000" spc="-484" dirty="0">
                <a:solidFill>
                  <a:srgbClr val="404040"/>
                </a:solidFill>
                <a:latin typeface="Times New Roman"/>
                <a:cs typeface="Times New Roman"/>
              </a:rPr>
              <a:t> </a:t>
            </a:r>
            <a:r>
              <a:rPr sz="2000" spc="-10" dirty="0">
                <a:solidFill>
                  <a:srgbClr val="404040"/>
                </a:solidFill>
                <a:latin typeface="Times New Roman"/>
                <a:cs typeface="Times New Roman"/>
              </a:rPr>
              <a:t>du</a:t>
            </a:r>
            <a:r>
              <a:rPr sz="2000" spc="-20" dirty="0">
                <a:solidFill>
                  <a:srgbClr val="404040"/>
                </a:solidFill>
                <a:latin typeface="Times New Roman"/>
                <a:cs typeface="Times New Roman"/>
              </a:rPr>
              <a:t> </a:t>
            </a:r>
            <a:r>
              <a:rPr sz="2000" spc="-30" dirty="0">
                <a:solidFill>
                  <a:srgbClr val="404040"/>
                </a:solidFill>
                <a:latin typeface="Times New Roman"/>
                <a:cs typeface="Times New Roman"/>
              </a:rPr>
              <a:t>temps,</a:t>
            </a:r>
            <a:r>
              <a:rPr sz="2000" spc="-10" dirty="0">
                <a:solidFill>
                  <a:srgbClr val="404040"/>
                </a:solidFill>
                <a:latin typeface="Times New Roman"/>
                <a:cs typeface="Times New Roman"/>
              </a:rPr>
              <a:t> </a:t>
            </a:r>
            <a:r>
              <a:rPr sz="2000" spc="-60" dirty="0">
                <a:solidFill>
                  <a:srgbClr val="404040"/>
                </a:solidFill>
                <a:latin typeface="Times New Roman"/>
                <a:cs typeface="Times New Roman"/>
              </a:rPr>
              <a:t>mais</a:t>
            </a:r>
            <a:r>
              <a:rPr sz="2000" spc="-20" dirty="0">
                <a:solidFill>
                  <a:srgbClr val="404040"/>
                </a:solidFill>
                <a:latin typeface="Times New Roman"/>
                <a:cs typeface="Times New Roman"/>
              </a:rPr>
              <a:t> </a:t>
            </a:r>
            <a:r>
              <a:rPr sz="2000" spc="-15" dirty="0">
                <a:solidFill>
                  <a:srgbClr val="404040"/>
                </a:solidFill>
                <a:latin typeface="Times New Roman"/>
                <a:cs typeface="Times New Roman"/>
              </a:rPr>
              <a:t>restent</a:t>
            </a:r>
            <a:r>
              <a:rPr sz="2000" spc="5" dirty="0">
                <a:solidFill>
                  <a:srgbClr val="404040"/>
                </a:solidFill>
                <a:latin typeface="Times New Roman"/>
                <a:cs typeface="Times New Roman"/>
              </a:rPr>
              <a:t> </a:t>
            </a:r>
            <a:r>
              <a:rPr sz="2000" spc="-40" dirty="0">
                <a:solidFill>
                  <a:srgbClr val="404040"/>
                </a:solidFill>
                <a:latin typeface="Times New Roman"/>
                <a:cs typeface="Times New Roman"/>
              </a:rPr>
              <a:t>généralement</a:t>
            </a:r>
            <a:r>
              <a:rPr sz="2000" spc="-5" dirty="0">
                <a:solidFill>
                  <a:srgbClr val="404040"/>
                </a:solidFill>
                <a:latin typeface="Times New Roman"/>
                <a:cs typeface="Times New Roman"/>
              </a:rPr>
              <a:t> </a:t>
            </a:r>
            <a:r>
              <a:rPr sz="2000" spc="-45" dirty="0">
                <a:solidFill>
                  <a:srgbClr val="404040"/>
                </a:solidFill>
                <a:latin typeface="Times New Roman"/>
                <a:cs typeface="Times New Roman"/>
              </a:rPr>
              <a:t>disponibles.</a:t>
            </a:r>
            <a:endParaRPr sz="2000" dirty="0">
              <a:latin typeface="Times New Roman"/>
              <a:cs typeface="Times New Roman"/>
            </a:endParaRPr>
          </a:p>
          <a:p>
            <a:pPr marL="104139" marR="5080" indent="-92075" algn="just">
              <a:lnSpc>
                <a:spcPct val="90000"/>
              </a:lnSpc>
              <a:spcBef>
                <a:spcPts val="1575"/>
              </a:spcBef>
              <a:buClr>
                <a:srgbClr val="1CACE3"/>
              </a:buClr>
              <a:buSzPct val="95000"/>
              <a:buFont typeface="Wingdings"/>
              <a:buChar char=""/>
              <a:tabLst>
                <a:tab pos="215900" algn="l"/>
              </a:tabLst>
            </a:pPr>
            <a:r>
              <a:rPr sz="2000" spc="65" dirty="0">
                <a:solidFill>
                  <a:srgbClr val="404040"/>
                </a:solidFill>
                <a:latin typeface="Times New Roman"/>
                <a:cs typeface="Times New Roman"/>
              </a:rPr>
              <a:t>On</a:t>
            </a:r>
            <a:r>
              <a:rPr sz="2000" spc="70" dirty="0">
                <a:solidFill>
                  <a:srgbClr val="404040"/>
                </a:solidFill>
                <a:latin typeface="Times New Roman"/>
                <a:cs typeface="Times New Roman"/>
              </a:rPr>
              <a:t> </a:t>
            </a:r>
            <a:r>
              <a:rPr sz="2000" spc="-30" dirty="0">
                <a:solidFill>
                  <a:srgbClr val="404040"/>
                </a:solidFill>
                <a:latin typeface="Times New Roman"/>
                <a:cs typeface="Times New Roman"/>
              </a:rPr>
              <a:t>souhaite</a:t>
            </a:r>
            <a:r>
              <a:rPr sz="2000" spc="-25" dirty="0">
                <a:solidFill>
                  <a:srgbClr val="404040"/>
                </a:solidFill>
                <a:latin typeface="Times New Roman"/>
                <a:cs typeface="Times New Roman"/>
              </a:rPr>
              <a:t> </a:t>
            </a:r>
            <a:r>
              <a:rPr sz="2000" spc="-20" dirty="0">
                <a:solidFill>
                  <a:srgbClr val="404040"/>
                </a:solidFill>
                <a:latin typeface="Times New Roman"/>
                <a:cs typeface="Times New Roman"/>
              </a:rPr>
              <a:t>toujours</a:t>
            </a:r>
            <a:r>
              <a:rPr sz="2000" spc="-15" dirty="0">
                <a:solidFill>
                  <a:srgbClr val="404040"/>
                </a:solidFill>
                <a:latin typeface="Times New Roman"/>
                <a:cs typeface="Times New Roman"/>
              </a:rPr>
              <a:t> </a:t>
            </a:r>
            <a:r>
              <a:rPr sz="2000" spc="-25" dirty="0">
                <a:solidFill>
                  <a:srgbClr val="404040"/>
                </a:solidFill>
                <a:latin typeface="Times New Roman"/>
                <a:cs typeface="Times New Roman"/>
              </a:rPr>
              <a:t>programmer</a:t>
            </a:r>
            <a:r>
              <a:rPr sz="2000" spc="-20" dirty="0">
                <a:solidFill>
                  <a:srgbClr val="404040"/>
                </a:solidFill>
                <a:latin typeface="Times New Roman"/>
                <a:cs typeface="Times New Roman"/>
              </a:rPr>
              <a:t> </a:t>
            </a:r>
            <a:r>
              <a:rPr sz="2000" spc="-80" dirty="0">
                <a:solidFill>
                  <a:srgbClr val="404040"/>
                </a:solidFill>
                <a:latin typeface="Times New Roman"/>
                <a:cs typeface="Times New Roman"/>
              </a:rPr>
              <a:t>avec</a:t>
            </a:r>
            <a:r>
              <a:rPr sz="2000" spc="-75" dirty="0">
                <a:solidFill>
                  <a:srgbClr val="404040"/>
                </a:solidFill>
                <a:latin typeface="Times New Roman"/>
                <a:cs typeface="Times New Roman"/>
              </a:rPr>
              <a:t> </a:t>
            </a:r>
            <a:r>
              <a:rPr sz="2000" spc="-90" dirty="0">
                <a:solidFill>
                  <a:srgbClr val="404040"/>
                </a:solidFill>
                <a:latin typeface="Times New Roman"/>
                <a:cs typeface="Times New Roman"/>
              </a:rPr>
              <a:t>la</a:t>
            </a:r>
            <a:r>
              <a:rPr sz="2000" spc="-85" dirty="0">
                <a:solidFill>
                  <a:srgbClr val="404040"/>
                </a:solidFill>
                <a:latin typeface="Times New Roman"/>
                <a:cs typeface="Times New Roman"/>
              </a:rPr>
              <a:t> </a:t>
            </a:r>
            <a:r>
              <a:rPr sz="2000" spc="-25" dirty="0">
                <a:solidFill>
                  <a:srgbClr val="404040"/>
                </a:solidFill>
                <a:latin typeface="Times New Roman"/>
                <a:cs typeface="Times New Roman"/>
              </a:rPr>
              <a:t>dernière</a:t>
            </a:r>
            <a:r>
              <a:rPr sz="2000" spc="-20" dirty="0">
                <a:solidFill>
                  <a:srgbClr val="404040"/>
                </a:solidFill>
                <a:latin typeface="Times New Roman"/>
                <a:cs typeface="Times New Roman"/>
              </a:rPr>
              <a:t> </a:t>
            </a:r>
            <a:r>
              <a:rPr sz="2000" spc="-15" dirty="0">
                <a:solidFill>
                  <a:srgbClr val="404040"/>
                </a:solidFill>
                <a:latin typeface="Times New Roman"/>
                <a:cs typeface="Times New Roman"/>
              </a:rPr>
              <a:t>API </a:t>
            </a:r>
            <a:r>
              <a:rPr sz="2000" spc="-10" dirty="0">
                <a:solidFill>
                  <a:srgbClr val="404040"/>
                </a:solidFill>
                <a:latin typeface="Times New Roman"/>
                <a:cs typeface="Times New Roman"/>
              </a:rPr>
              <a:t> </a:t>
            </a:r>
            <a:r>
              <a:rPr sz="2000" spc="-20" dirty="0">
                <a:solidFill>
                  <a:srgbClr val="404040"/>
                </a:solidFill>
                <a:latin typeface="Times New Roman"/>
                <a:cs typeface="Times New Roman"/>
              </a:rPr>
              <a:t>(fonctions </a:t>
            </a:r>
            <a:r>
              <a:rPr sz="2000" spc="-40" dirty="0">
                <a:solidFill>
                  <a:srgbClr val="404040"/>
                </a:solidFill>
                <a:latin typeface="Times New Roman"/>
                <a:cs typeface="Times New Roman"/>
              </a:rPr>
              <a:t>plus </a:t>
            </a:r>
            <a:r>
              <a:rPr sz="2000" spc="-30" dirty="0">
                <a:solidFill>
                  <a:srgbClr val="404040"/>
                </a:solidFill>
                <a:latin typeface="Times New Roman"/>
                <a:cs typeface="Times New Roman"/>
              </a:rPr>
              <a:t>complètes </a:t>
            </a:r>
            <a:r>
              <a:rPr sz="2000" spc="-10" dirty="0">
                <a:solidFill>
                  <a:srgbClr val="404040"/>
                </a:solidFill>
                <a:latin typeface="Times New Roman"/>
                <a:cs typeface="Times New Roman"/>
              </a:rPr>
              <a:t>et </a:t>
            </a:r>
            <a:r>
              <a:rPr sz="2000" spc="-30" dirty="0">
                <a:solidFill>
                  <a:srgbClr val="404040"/>
                </a:solidFill>
                <a:latin typeface="Times New Roman"/>
                <a:cs typeface="Times New Roman"/>
              </a:rPr>
              <a:t>modernes), </a:t>
            </a:r>
            <a:r>
              <a:rPr sz="2000" spc="-60" dirty="0">
                <a:solidFill>
                  <a:srgbClr val="404040"/>
                </a:solidFill>
                <a:latin typeface="Times New Roman"/>
                <a:cs typeface="Times New Roman"/>
              </a:rPr>
              <a:t>mais</a:t>
            </a:r>
            <a:r>
              <a:rPr sz="2000" spc="-55" dirty="0">
                <a:solidFill>
                  <a:srgbClr val="404040"/>
                </a:solidFill>
                <a:latin typeface="Times New Roman"/>
                <a:cs typeface="Times New Roman"/>
              </a:rPr>
              <a:t> </a:t>
            </a:r>
            <a:r>
              <a:rPr sz="2000" spc="-70" dirty="0">
                <a:solidFill>
                  <a:srgbClr val="404040"/>
                </a:solidFill>
                <a:latin typeface="Times New Roman"/>
                <a:cs typeface="Times New Roman"/>
              </a:rPr>
              <a:t>les</a:t>
            </a:r>
            <a:r>
              <a:rPr sz="2000" spc="360" dirty="0">
                <a:solidFill>
                  <a:srgbClr val="404040"/>
                </a:solidFill>
                <a:latin typeface="Times New Roman"/>
                <a:cs typeface="Times New Roman"/>
              </a:rPr>
              <a:t> </a:t>
            </a:r>
            <a:r>
              <a:rPr sz="2000" spc="-45" dirty="0">
                <a:solidFill>
                  <a:srgbClr val="404040"/>
                </a:solidFill>
                <a:latin typeface="Times New Roman"/>
                <a:cs typeface="Times New Roman"/>
              </a:rPr>
              <a:t>utilisateurs </a:t>
            </a:r>
            <a:r>
              <a:rPr sz="2000" spc="-40" dirty="0">
                <a:solidFill>
                  <a:srgbClr val="404040"/>
                </a:solidFill>
                <a:latin typeface="Times New Roman"/>
                <a:cs typeface="Times New Roman"/>
              </a:rPr>
              <a:t> </a:t>
            </a:r>
            <a:r>
              <a:rPr sz="2000" spc="20" dirty="0">
                <a:solidFill>
                  <a:srgbClr val="404040"/>
                </a:solidFill>
                <a:latin typeface="Times New Roman"/>
                <a:cs typeface="Times New Roman"/>
              </a:rPr>
              <a:t>ont </a:t>
            </a:r>
            <a:r>
              <a:rPr sz="2000" spc="-25" dirty="0">
                <a:solidFill>
                  <a:srgbClr val="404040"/>
                </a:solidFill>
                <a:latin typeface="Times New Roman"/>
                <a:cs typeface="Times New Roman"/>
              </a:rPr>
              <a:t>souvent </a:t>
            </a:r>
            <a:r>
              <a:rPr sz="2000" spc="-35" dirty="0">
                <a:solidFill>
                  <a:srgbClr val="404040"/>
                </a:solidFill>
                <a:latin typeface="Times New Roman"/>
                <a:cs typeface="Times New Roman"/>
              </a:rPr>
              <a:t>des </a:t>
            </a:r>
            <a:r>
              <a:rPr sz="2000" spc="-10" dirty="0">
                <a:solidFill>
                  <a:srgbClr val="404040"/>
                </a:solidFill>
                <a:latin typeface="Times New Roman"/>
                <a:cs typeface="Times New Roman"/>
              </a:rPr>
              <a:t>smartphones </a:t>
            </a:r>
            <a:r>
              <a:rPr sz="2000" spc="-40" dirty="0">
                <a:solidFill>
                  <a:srgbClr val="404040"/>
                </a:solidFill>
                <a:latin typeface="Times New Roman"/>
                <a:cs typeface="Times New Roman"/>
              </a:rPr>
              <a:t>plus </a:t>
            </a:r>
            <a:r>
              <a:rPr sz="2000" spc="-55" dirty="0">
                <a:solidFill>
                  <a:srgbClr val="404040"/>
                </a:solidFill>
                <a:latin typeface="Times New Roman"/>
                <a:cs typeface="Times New Roman"/>
              </a:rPr>
              <a:t>anciens, </a:t>
            </a:r>
            <a:r>
              <a:rPr sz="2000" spc="-50" dirty="0">
                <a:solidFill>
                  <a:srgbClr val="404040"/>
                </a:solidFill>
                <a:latin typeface="Times New Roman"/>
                <a:cs typeface="Times New Roman"/>
              </a:rPr>
              <a:t>qui </a:t>
            </a:r>
            <a:r>
              <a:rPr sz="2000" spc="-40" dirty="0">
                <a:solidFill>
                  <a:srgbClr val="404040"/>
                </a:solidFill>
                <a:latin typeface="Times New Roman"/>
                <a:cs typeface="Times New Roman"/>
              </a:rPr>
              <a:t>n’ont pas </a:t>
            </a:r>
            <a:r>
              <a:rPr sz="2000" spc="-20" dirty="0">
                <a:solidFill>
                  <a:srgbClr val="404040"/>
                </a:solidFill>
                <a:latin typeface="Times New Roman"/>
                <a:cs typeface="Times New Roman"/>
              </a:rPr>
              <a:t>cette </a:t>
            </a:r>
            <a:r>
              <a:rPr sz="2000" spc="-15" dirty="0">
                <a:solidFill>
                  <a:srgbClr val="404040"/>
                </a:solidFill>
                <a:latin typeface="Times New Roman"/>
                <a:cs typeface="Times New Roman"/>
              </a:rPr>
              <a:t> </a:t>
            </a:r>
            <a:r>
              <a:rPr sz="2000" spc="-30" dirty="0">
                <a:solidFill>
                  <a:srgbClr val="404040"/>
                </a:solidFill>
                <a:latin typeface="Times New Roman"/>
                <a:cs typeface="Times New Roman"/>
              </a:rPr>
              <a:t>API.</a:t>
            </a:r>
            <a:endParaRPr sz="2000" dirty="0">
              <a:latin typeface="Times New Roman"/>
              <a:cs typeface="Times New Roman"/>
            </a:endParaRPr>
          </a:p>
          <a:p>
            <a:pPr marL="104139" marR="6350" indent="-92075" algn="just">
              <a:lnSpc>
                <a:spcPct val="90000"/>
              </a:lnSpc>
              <a:spcBef>
                <a:spcPts val="1390"/>
              </a:spcBef>
              <a:buClr>
                <a:srgbClr val="1CACE3"/>
              </a:buClr>
              <a:buSzPct val="95000"/>
              <a:buFont typeface="Wingdings"/>
              <a:buChar char=""/>
              <a:tabLst>
                <a:tab pos="215900" algn="l"/>
              </a:tabLst>
            </a:pPr>
            <a:r>
              <a:rPr sz="2000" spc="-25" dirty="0">
                <a:solidFill>
                  <a:srgbClr val="404040"/>
                </a:solidFill>
                <a:latin typeface="Times New Roman"/>
                <a:cs typeface="Times New Roman"/>
              </a:rPr>
              <a:t>Android</a:t>
            </a:r>
            <a:r>
              <a:rPr sz="2000" spc="-20" dirty="0">
                <a:solidFill>
                  <a:srgbClr val="404040"/>
                </a:solidFill>
                <a:latin typeface="Times New Roman"/>
                <a:cs typeface="Times New Roman"/>
              </a:rPr>
              <a:t> ne</a:t>
            </a:r>
            <a:r>
              <a:rPr sz="2000" spc="-15" dirty="0">
                <a:solidFill>
                  <a:srgbClr val="404040"/>
                </a:solidFill>
                <a:latin typeface="Times New Roman"/>
                <a:cs typeface="Times New Roman"/>
              </a:rPr>
              <a:t> </a:t>
            </a:r>
            <a:r>
              <a:rPr sz="2000" spc="-10" dirty="0">
                <a:solidFill>
                  <a:srgbClr val="404040"/>
                </a:solidFill>
                <a:latin typeface="Times New Roman"/>
                <a:cs typeface="Times New Roman"/>
              </a:rPr>
              <a:t>propose</a:t>
            </a:r>
            <a:r>
              <a:rPr sz="2000" spc="-5" dirty="0">
                <a:solidFill>
                  <a:srgbClr val="404040"/>
                </a:solidFill>
                <a:latin typeface="Times New Roman"/>
                <a:cs typeface="Times New Roman"/>
              </a:rPr>
              <a:t> </a:t>
            </a:r>
            <a:r>
              <a:rPr sz="2000" spc="-35" dirty="0">
                <a:solidFill>
                  <a:srgbClr val="404040"/>
                </a:solidFill>
                <a:latin typeface="Times New Roman"/>
                <a:cs typeface="Times New Roman"/>
              </a:rPr>
              <a:t>aucune</a:t>
            </a:r>
            <a:r>
              <a:rPr sz="2000" spc="-30" dirty="0">
                <a:solidFill>
                  <a:srgbClr val="404040"/>
                </a:solidFill>
                <a:latin typeface="Times New Roman"/>
                <a:cs typeface="Times New Roman"/>
              </a:rPr>
              <a:t> </a:t>
            </a:r>
            <a:r>
              <a:rPr sz="2000" spc="-55" dirty="0">
                <a:solidFill>
                  <a:srgbClr val="404040"/>
                </a:solidFill>
                <a:latin typeface="Times New Roman"/>
                <a:cs typeface="Times New Roman"/>
              </a:rPr>
              <a:t>mise</a:t>
            </a:r>
            <a:r>
              <a:rPr sz="2000" spc="-50" dirty="0">
                <a:solidFill>
                  <a:srgbClr val="404040"/>
                </a:solidFill>
                <a:latin typeface="Times New Roman"/>
                <a:cs typeface="Times New Roman"/>
              </a:rPr>
              <a:t> </a:t>
            </a:r>
            <a:r>
              <a:rPr sz="2000" spc="-75" dirty="0">
                <a:solidFill>
                  <a:srgbClr val="404040"/>
                </a:solidFill>
                <a:latin typeface="Times New Roman"/>
                <a:cs typeface="Times New Roman"/>
              </a:rPr>
              <a:t>à</a:t>
            </a:r>
            <a:r>
              <a:rPr sz="2000" spc="-70" dirty="0">
                <a:solidFill>
                  <a:srgbClr val="404040"/>
                </a:solidFill>
                <a:latin typeface="Times New Roman"/>
                <a:cs typeface="Times New Roman"/>
              </a:rPr>
              <a:t> </a:t>
            </a:r>
            <a:r>
              <a:rPr sz="2000" spc="-30" dirty="0">
                <a:solidFill>
                  <a:srgbClr val="404040"/>
                </a:solidFill>
                <a:latin typeface="Times New Roman"/>
                <a:cs typeface="Times New Roman"/>
              </a:rPr>
              <a:t>jour</a:t>
            </a:r>
            <a:r>
              <a:rPr sz="2000" spc="-25" dirty="0">
                <a:solidFill>
                  <a:srgbClr val="404040"/>
                </a:solidFill>
                <a:latin typeface="Times New Roman"/>
                <a:cs typeface="Times New Roman"/>
              </a:rPr>
              <a:t> </a:t>
            </a:r>
            <a:r>
              <a:rPr sz="2000" spc="-50" dirty="0">
                <a:solidFill>
                  <a:srgbClr val="404040"/>
                </a:solidFill>
                <a:latin typeface="Times New Roman"/>
                <a:cs typeface="Times New Roman"/>
              </a:rPr>
              <a:t>majeure</a:t>
            </a:r>
            <a:r>
              <a:rPr sz="2000" spc="-45" dirty="0">
                <a:solidFill>
                  <a:srgbClr val="404040"/>
                </a:solidFill>
                <a:latin typeface="Times New Roman"/>
                <a:cs typeface="Times New Roman"/>
              </a:rPr>
              <a:t> </a:t>
            </a:r>
            <a:r>
              <a:rPr sz="2000" spc="-120" dirty="0">
                <a:solidFill>
                  <a:srgbClr val="404040"/>
                </a:solidFill>
                <a:latin typeface="Times New Roman"/>
                <a:cs typeface="Times New Roman"/>
              </a:rPr>
              <a:t>:</a:t>
            </a:r>
            <a:r>
              <a:rPr sz="2000" spc="265" dirty="0">
                <a:solidFill>
                  <a:srgbClr val="404040"/>
                </a:solidFill>
                <a:latin typeface="Times New Roman"/>
                <a:cs typeface="Times New Roman"/>
              </a:rPr>
              <a:t> </a:t>
            </a:r>
            <a:r>
              <a:rPr sz="2000" spc="-65" dirty="0">
                <a:solidFill>
                  <a:srgbClr val="404040"/>
                </a:solidFill>
                <a:latin typeface="Times New Roman"/>
                <a:cs typeface="Times New Roman"/>
              </a:rPr>
              <a:t>Les </a:t>
            </a:r>
            <a:r>
              <a:rPr sz="2000" spc="-60" dirty="0">
                <a:solidFill>
                  <a:srgbClr val="404040"/>
                </a:solidFill>
                <a:latin typeface="Times New Roman"/>
                <a:cs typeface="Times New Roman"/>
              </a:rPr>
              <a:t> </a:t>
            </a:r>
            <a:r>
              <a:rPr sz="2000" spc="-10" dirty="0">
                <a:solidFill>
                  <a:srgbClr val="404040"/>
                </a:solidFill>
                <a:latin typeface="Times New Roman"/>
                <a:cs typeface="Times New Roman"/>
              </a:rPr>
              <a:t>smartphones </a:t>
            </a:r>
            <a:r>
              <a:rPr sz="2000" spc="-15" dirty="0">
                <a:solidFill>
                  <a:srgbClr val="404040"/>
                </a:solidFill>
                <a:latin typeface="Times New Roman"/>
                <a:cs typeface="Times New Roman"/>
              </a:rPr>
              <a:t>restent </a:t>
            </a:r>
            <a:r>
              <a:rPr sz="2000" spc="-5" dirty="0">
                <a:solidFill>
                  <a:srgbClr val="404040"/>
                </a:solidFill>
                <a:latin typeface="Times New Roman"/>
                <a:cs typeface="Times New Roman"/>
              </a:rPr>
              <a:t>toute </a:t>
            </a:r>
            <a:r>
              <a:rPr sz="2000" spc="-50" dirty="0">
                <a:solidFill>
                  <a:srgbClr val="404040"/>
                </a:solidFill>
                <a:latin typeface="Times New Roman"/>
                <a:cs typeface="Times New Roman"/>
              </a:rPr>
              <a:t>leur </a:t>
            </a:r>
            <a:r>
              <a:rPr sz="2000" spc="-75" dirty="0">
                <a:solidFill>
                  <a:srgbClr val="404040"/>
                </a:solidFill>
                <a:latin typeface="Times New Roman"/>
                <a:cs typeface="Times New Roman"/>
              </a:rPr>
              <a:t>vie</a:t>
            </a:r>
            <a:r>
              <a:rPr sz="2000" spc="-70" dirty="0">
                <a:solidFill>
                  <a:srgbClr val="404040"/>
                </a:solidFill>
                <a:latin typeface="Times New Roman"/>
                <a:cs typeface="Times New Roman"/>
              </a:rPr>
              <a:t> </a:t>
            </a:r>
            <a:r>
              <a:rPr sz="2000" spc="-80" dirty="0">
                <a:solidFill>
                  <a:srgbClr val="404040"/>
                </a:solidFill>
                <a:latin typeface="Times New Roman"/>
                <a:cs typeface="Times New Roman"/>
              </a:rPr>
              <a:t>avec</a:t>
            </a:r>
            <a:r>
              <a:rPr sz="2000" spc="-75" dirty="0">
                <a:solidFill>
                  <a:srgbClr val="404040"/>
                </a:solidFill>
                <a:latin typeface="Times New Roman"/>
                <a:cs typeface="Times New Roman"/>
              </a:rPr>
              <a:t> l’API</a:t>
            </a:r>
            <a:r>
              <a:rPr sz="2000" spc="-70" dirty="0">
                <a:solidFill>
                  <a:srgbClr val="404040"/>
                </a:solidFill>
                <a:latin typeface="Times New Roman"/>
                <a:cs typeface="Times New Roman"/>
              </a:rPr>
              <a:t> </a:t>
            </a:r>
            <a:r>
              <a:rPr sz="2000" spc="-90" dirty="0">
                <a:solidFill>
                  <a:srgbClr val="404040"/>
                </a:solidFill>
                <a:latin typeface="Times New Roman"/>
                <a:cs typeface="Times New Roman"/>
              </a:rPr>
              <a:t>qu’ils</a:t>
            </a:r>
            <a:r>
              <a:rPr sz="2000" spc="-85" dirty="0">
                <a:solidFill>
                  <a:srgbClr val="404040"/>
                </a:solidFill>
                <a:latin typeface="Times New Roman"/>
                <a:cs typeface="Times New Roman"/>
              </a:rPr>
              <a:t> </a:t>
            </a:r>
            <a:r>
              <a:rPr sz="2000" spc="20" dirty="0">
                <a:solidFill>
                  <a:srgbClr val="404040"/>
                </a:solidFill>
                <a:latin typeface="Times New Roman"/>
                <a:cs typeface="Times New Roman"/>
              </a:rPr>
              <a:t>ont </a:t>
            </a:r>
            <a:r>
              <a:rPr sz="2000" spc="-75" dirty="0">
                <a:solidFill>
                  <a:srgbClr val="404040"/>
                </a:solidFill>
                <a:latin typeface="Times New Roman"/>
                <a:cs typeface="Times New Roman"/>
              </a:rPr>
              <a:t>à</a:t>
            </a:r>
            <a:r>
              <a:rPr sz="2000" spc="-70" dirty="0">
                <a:solidFill>
                  <a:srgbClr val="404040"/>
                </a:solidFill>
                <a:latin typeface="Times New Roman"/>
                <a:cs typeface="Times New Roman"/>
              </a:rPr>
              <a:t> </a:t>
            </a:r>
            <a:r>
              <a:rPr sz="2000" spc="-90" dirty="0">
                <a:solidFill>
                  <a:srgbClr val="404040"/>
                </a:solidFill>
                <a:latin typeface="Times New Roman"/>
                <a:cs typeface="Times New Roman"/>
              </a:rPr>
              <a:t>la </a:t>
            </a:r>
            <a:r>
              <a:rPr sz="2000" spc="-85" dirty="0">
                <a:solidFill>
                  <a:srgbClr val="404040"/>
                </a:solidFill>
                <a:latin typeface="Times New Roman"/>
                <a:cs typeface="Times New Roman"/>
              </a:rPr>
              <a:t> </a:t>
            </a:r>
            <a:r>
              <a:rPr sz="2000" spc="-55" dirty="0">
                <a:solidFill>
                  <a:srgbClr val="404040"/>
                </a:solidFill>
                <a:latin typeface="Times New Roman"/>
                <a:cs typeface="Times New Roman"/>
              </a:rPr>
              <a:t>naissance.</a:t>
            </a:r>
            <a:endParaRPr sz="2000" dirty="0">
              <a:latin typeface="Times New Roman"/>
              <a:cs typeface="Times New Roman"/>
            </a:endParaRPr>
          </a:p>
          <a:p>
            <a:pPr marL="12700" marR="5080" algn="just">
              <a:lnSpc>
                <a:spcPts val="2160"/>
              </a:lnSpc>
              <a:spcBef>
                <a:spcPts val="1435"/>
              </a:spcBef>
            </a:pPr>
            <a:r>
              <a:rPr sz="2000" dirty="0">
                <a:solidFill>
                  <a:srgbClr val="404040"/>
                </a:solidFill>
                <a:latin typeface="Wingdings"/>
                <a:cs typeface="Wingdings"/>
              </a:rPr>
              <a:t></a:t>
            </a:r>
            <a:r>
              <a:rPr sz="2000" spc="5" dirty="0">
                <a:solidFill>
                  <a:srgbClr val="404040"/>
                </a:solidFill>
                <a:latin typeface="Times New Roman"/>
                <a:cs typeface="Times New Roman"/>
              </a:rPr>
              <a:t> </a:t>
            </a:r>
            <a:r>
              <a:rPr sz="2000" spc="-65" dirty="0">
                <a:solidFill>
                  <a:srgbClr val="404040"/>
                </a:solidFill>
                <a:latin typeface="Times New Roman"/>
                <a:cs typeface="Times New Roman"/>
              </a:rPr>
              <a:t>Les</a:t>
            </a:r>
            <a:r>
              <a:rPr sz="2000" spc="-60" dirty="0">
                <a:solidFill>
                  <a:srgbClr val="404040"/>
                </a:solidFill>
                <a:latin typeface="Times New Roman"/>
                <a:cs typeface="Times New Roman"/>
              </a:rPr>
              <a:t> </a:t>
            </a:r>
            <a:r>
              <a:rPr sz="2000" spc="-30" dirty="0">
                <a:solidFill>
                  <a:srgbClr val="404040"/>
                </a:solidFill>
                <a:latin typeface="Times New Roman"/>
                <a:cs typeface="Times New Roman"/>
              </a:rPr>
              <a:t>développeurs</a:t>
            </a:r>
            <a:r>
              <a:rPr sz="2000" spc="-25" dirty="0">
                <a:solidFill>
                  <a:srgbClr val="404040"/>
                </a:solidFill>
                <a:latin typeface="Times New Roman"/>
                <a:cs typeface="Times New Roman"/>
              </a:rPr>
              <a:t> </a:t>
            </a:r>
            <a:r>
              <a:rPr sz="2000" spc="-30" dirty="0">
                <a:solidFill>
                  <a:srgbClr val="404040"/>
                </a:solidFill>
                <a:latin typeface="Times New Roman"/>
                <a:cs typeface="Times New Roman"/>
              </a:rPr>
              <a:t>doivent</a:t>
            </a:r>
            <a:r>
              <a:rPr sz="2000" spc="-25" dirty="0">
                <a:solidFill>
                  <a:srgbClr val="404040"/>
                </a:solidFill>
                <a:latin typeface="Times New Roman"/>
                <a:cs typeface="Times New Roman"/>
              </a:rPr>
              <a:t> </a:t>
            </a:r>
            <a:r>
              <a:rPr sz="2000" spc="-5" dirty="0">
                <a:solidFill>
                  <a:srgbClr val="404040"/>
                </a:solidFill>
                <a:latin typeface="Times New Roman"/>
                <a:cs typeface="Times New Roman"/>
              </a:rPr>
              <a:t>donc</a:t>
            </a:r>
            <a:r>
              <a:rPr sz="2000" dirty="0">
                <a:solidFill>
                  <a:srgbClr val="404040"/>
                </a:solidFill>
                <a:latin typeface="Times New Roman"/>
                <a:cs typeface="Times New Roman"/>
              </a:rPr>
              <a:t> </a:t>
            </a:r>
            <a:r>
              <a:rPr sz="2000" spc="-45" dirty="0">
                <a:solidFill>
                  <a:srgbClr val="404040"/>
                </a:solidFill>
                <a:latin typeface="Times New Roman"/>
                <a:cs typeface="Times New Roman"/>
              </a:rPr>
              <a:t>choisir</a:t>
            </a:r>
            <a:r>
              <a:rPr sz="2000" spc="-40" dirty="0">
                <a:solidFill>
                  <a:srgbClr val="404040"/>
                </a:solidFill>
                <a:latin typeface="Times New Roman"/>
                <a:cs typeface="Times New Roman"/>
              </a:rPr>
              <a:t> </a:t>
            </a:r>
            <a:r>
              <a:rPr sz="2000" spc="-20" dirty="0">
                <a:solidFill>
                  <a:srgbClr val="404040"/>
                </a:solidFill>
                <a:latin typeface="Times New Roman"/>
                <a:cs typeface="Times New Roman"/>
              </a:rPr>
              <a:t>une</a:t>
            </a:r>
            <a:r>
              <a:rPr sz="2000" spc="-15" dirty="0">
                <a:solidFill>
                  <a:srgbClr val="404040"/>
                </a:solidFill>
                <a:latin typeface="Times New Roman"/>
                <a:cs typeface="Times New Roman"/>
              </a:rPr>
              <a:t> API</a:t>
            </a:r>
            <a:r>
              <a:rPr sz="2000" spc="-10" dirty="0">
                <a:solidFill>
                  <a:srgbClr val="404040"/>
                </a:solidFill>
                <a:latin typeface="Times New Roman"/>
                <a:cs typeface="Times New Roman"/>
              </a:rPr>
              <a:t> </a:t>
            </a:r>
            <a:r>
              <a:rPr sz="2000" spc="-50" dirty="0">
                <a:solidFill>
                  <a:srgbClr val="404040"/>
                </a:solidFill>
                <a:latin typeface="Times New Roman"/>
                <a:cs typeface="Times New Roman"/>
              </a:rPr>
              <a:t>qui </a:t>
            </a:r>
            <a:r>
              <a:rPr sz="2000" spc="-45" dirty="0">
                <a:solidFill>
                  <a:srgbClr val="404040"/>
                </a:solidFill>
                <a:latin typeface="Times New Roman"/>
                <a:cs typeface="Times New Roman"/>
              </a:rPr>
              <a:t> </a:t>
            </a:r>
            <a:r>
              <a:rPr sz="2000" spc="-5" dirty="0">
                <a:solidFill>
                  <a:srgbClr val="404040"/>
                </a:solidFill>
                <a:latin typeface="Times New Roman"/>
                <a:cs typeface="Times New Roman"/>
              </a:rPr>
              <a:t>correspond</a:t>
            </a:r>
            <a:r>
              <a:rPr sz="2000" dirty="0">
                <a:solidFill>
                  <a:srgbClr val="404040"/>
                </a:solidFill>
                <a:latin typeface="Times New Roman"/>
                <a:cs typeface="Times New Roman"/>
              </a:rPr>
              <a:t> </a:t>
            </a:r>
            <a:r>
              <a:rPr sz="2000" spc="-75" dirty="0">
                <a:solidFill>
                  <a:srgbClr val="404040"/>
                </a:solidFill>
                <a:latin typeface="Times New Roman"/>
                <a:cs typeface="Times New Roman"/>
              </a:rPr>
              <a:t>à</a:t>
            </a:r>
            <a:r>
              <a:rPr sz="2000" spc="-70" dirty="0">
                <a:solidFill>
                  <a:srgbClr val="404040"/>
                </a:solidFill>
                <a:latin typeface="Times New Roman"/>
                <a:cs typeface="Times New Roman"/>
              </a:rPr>
              <a:t> </a:t>
            </a:r>
            <a:r>
              <a:rPr sz="2000" spc="-90" dirty="0">
                <a:solidFill>
                  <a:srgbClr val="404040"/>
                </a:solidFill>
                <a:latin typeface="Times New Roman"/>
                <a:cs typeface="Times New Roman"/>
              </a:rPr>
              <a:t>la</a:t>
            </a:r>
            <a:r>
              <a:rPr sz="2000" spc="-85" dirty="0">
                <a:solidFill>
                  <a:srgbClr val="404040"/>
                </a:solidFill>
                <a:latin typeface="Times New Roman"/>
                <a:cs typeface="Times New Roman"/>
              </a:rPr>
              <a:t> </a:t>
            </a:r>
            <a:r>
              <a:rPr sz="2000" spc="-40" dirty="0">
                <a:solidFill>
                  <a:srgbClr val="404040"/>
                </a:solidFill>
                <a:latin typeface="Times New Roman"/>
                <a:cs typeface="Times New Roman"/>
              </a:rPr>
              <a:t>majorité</a:t>
            </a:r>
            <a:r>
              <a:rPr sz="2000" spc="-35" dirty="0">
                <a:solidFill>
                  <a:srgbClr val="404040"/>
                </a:solidFill>
                <a:latin typeface="Times New Roman"/>
                <a:cs typeface="Times New Roman"/>
              </a:rPr>
              <a:t> des</a:t>
            </a:r>
            <a:r>
              <a:rPr sz="2000" spc="-30" dirty="0">
                <a:solidFill>
                  <a:srgbClr val="404040"/>
                </a:solidFill>
                <a:latin typeface="Times New Roman"/>
                <a:cs typeface="Times New Roman"/>
              </a:rPr>
              <a:t> </a:t>
            </a:r>
            <a:r>
              <a:rPr sz="2000" spc="-10" dirty="0">
                <a:solidFill>
                  <a:srgbClr val="404040"/>
                </a:solidFill>
                <a:latin typeface="Times New Roman"/>
                <a:cs typeface="Times New Roman"/>
              </a:rPr>
              <a:t>smartphones</a:t>
            </a:r>
            <a:r>
              <a:rPr sz="2000" spc="-5" dirty="0">
                <a:solidFill>
                  <a:srgbClr val="404040"/>
                </a:solidFill>
                <a:latin typeface="Times New Roman"/>
                <a:cs typeface="Times New Roman"/>
              </a:rPr>
              <a:t> </a:t>
            </a:r>
            <a:r>
              <a:rPr sz="2000" spc="-40" dirty="0">
                <a:solidFill>
                  <a:srgbClr val="404040"/>
                </a:solidFill>
                <a:latin typeface="Times New Roman"/>
                <a:cs typeface="Times New Roman"/>
              </a:rPr>
              <a:t>existant</a:t>
            </a:r>
            <a:r>
              <a:rPr sz="2000" spc="420" dirty="0">
                <a:solidFill>
                  <a:srgbClr val="404040"/>
                </a:solidFill>
                <a:latin typeface="Times New Roman"/>
                <a:cs typeface="Times New Roman"/>
              </a:rPr>
              <a:t> </a:t>
            </a:r>
            <a:r>
              <a:rPr sz="2000" spc="-30" dirty="0">
                <a:solidFill>
                  <a:srgbClr val="404040"/>
                </a:solidFill>
                <a:latin typeface="Times New Roman"/>
                <a:cs typeface="Times New Roman"/>
              </a:rPr>
              <a:t>sur</a:t>
            </a:r>
            <a:r>
              <a:rPr sz="2000" spc="440" dirty="0">
                <a:solidFill>
                  <a:srgbClr val="404040"/>
                </a:solidFill>
                <a:latin typeface="Times New Roman"/>
                <a:cs typeface="Times New Roman"/>
              </a:rPr>
              <a:t> </a:t>
            </a:r>
            <a:r>
              <a:rPr sz="2000" spc="-80" dirty="0">
                <a:solidFill>
                  <a:srgbClr val="404040"/>
                </a:solidFill>
                <a:latin typeface="Times New Roman"/>
                <a:cs typeface="Times New Roman"/>
              </a:rPr>
              <a:t>le </a:t>
            </a:r>
            <a:r>
              <a:rPr sz="2000" spc="-75" dirty="0">
                <a:solidFill>
                  <a:srgbClr val="404040"/>
                </a:solidFill>
                <a:latin typeface="Times New Roman"/>
                <a:cs typeface="Times New Roman"/>
              </a:rPr>
              <a:t> </a:t>
            </a:r>
            <a:r>
              <a:rPr sz="2000" spc="-35" dirty="0">
                <a:solidFill>
                  <a:srgbClr val="404040"/>
                </a:solidFill>
                <a:latin typeface="Times New Roman"/>
                <a:cs typeface="Times New Roman"/>
              </a:rPr>
              <a:t>marché.</a:t>
            </a:r>
            <a:endParaRPr sz="2000" dirty="0">
              <a:latin typeface="Times New Roman"/>
              <a:cs typeface="Times New Roman"/>
            </a:endParaRPr>
          </a:p>
        </p:txBody>
      </p:sp>
      <p:pic>
        <p:nvPicPr>
          <p:cNvPr id="4" name="object 4"/>
          <p:cNvPicPr/>
          <p:nvPr/>
        </p:nvPicPr>
        <p:blipFill>
          <a:blip r:embed="rId2" cstate="print"/>
          <a:stretch>
            <a:fillRect/>
          </a:stretch>
        </p:blipFill>
        <p:spPr>
          <a:xfrm>
            <a:off x="7601711" y="1827276"/>
            <a:ext cx="4590287" cy="3328416"/>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11</a:t>
            </a:fld>
            <a:endParaRP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4980940" cy="574040"/>
          </a:xfrm>
          <a:prstGeom prst="rect">
            <a:avLst/>
          </a:prstGeom>
        </p:spPr>
        <p:txBody>
          <a:bodyPr vert="horz" wrap="square" lIns="0" tIns="12700" rIns="0" bIns="0" rtlCol="0">
            <a:spAutoFit/>
          </a:bodyPr>
          <a:lstStyle/>
          <a:p>
            <a:pPr marL="12700">
              <a:lnSpc>
                <a:spcPct val="100000"/>
              </a:lnSpc>
              <a:spcBef>
                <a:spcPts val="100"/>
              </a:spcBef>
            </a:pPr>
            <a:r>
              <a:rPr lang="en-US" dirty="0"/>
              <a:t>Histoire </a:t>
            </a:r>
            <a:r>
              <a:rPr lang="en-US" dirty="0" err="1"/>
              <a:t>d'Android</a:t>
            </a:r>
            <a:endParaRPr spc="7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12</a:t>
            </a:fld>
            <a:endParaRPr dirty="0"/>
          </a:p>
        </p:txBody>
      </p:sp>
      <p:sp>
        <p:nvSpPr>
          <p:cNvPr id="7" name="object 4"/>
          <p:cNvSpPr txBox="1"/>
          <p:nvPr/>
        </p:nvSpPr>
        <p:spPr>
          <a:xfrm>
            <a:off x="996112" y="1241411"/>
            <a:ext cx="10322304" cy="1482456"/>
          </a:xfrm>
          <a:prstGeom prst="rect">
            <a:avLst/>
          </a:prstGeom>
        </p:spPr>
        <p:txBody>
          <a:bodyPr vert="horz" wrap="square" lIns="0" tIns="58419" rIns="0" bIns="0" numCol="1" rtlCol="0">
            <a:spAutoFit/>
          </a:bodyPr>
          <a:lstStyle/>
          <a:p>
            <a:pPr marL="215265" indent="-203200">
              <a:lnSpc>
                <a:spcPct val="100000"/>
              </a:lnSpc>
              <a:spcBef>
                <a:spcPts val="459"/>
              </a:spcBef>
              <a:buClr>
                <a:srgbClr val="1CACE3"/>
              </a:buClr>
              <a:buSzPct val="95000"/>
              <a:buFont typeface="Wingdings"/>
              <a:buChar char=""/>
              <a:tabLst>
                <a:tab pos="215900" algn="l"/>
              </a:tabLst>
            </a:pPr>
            <a:r>
              <a:rPr lang="en-US" sz="2000" dirty="0" smtClean="0"/>
              <a:t>La version </a:t>
            </a:r>
            <a:r>
              <a:rPr lang="en-US" sz="2000" dirty="0" err="1" smtClean="0"/>
              <a:t>bêta</a:t>
            </a:r>
            <a:r>
              <a:rPr lang="en-US" sz="2000" dirty="0" smtClean="0"/>
              <a:t> </a:t>
            </a:r>
            <a:r>
              <a:rPr lang="en-US" sz="2000" dirty="0" err="1" smtClean="0"/>
              <a:t>d'Android</a:t>
            </a:r>
            <a:r>
              <a:rPr lang="en-US" sz="2000" dirty="0" smtClean="0"/>
              <a:t> a </a:t>
            </a:r>
            <a:r>
              <a:rPr lang="en-US" sz="2000" dirty="0" err="1" smtClean="0"/>
              <a:t>été</a:t>
            </a:r>
            <a:r>
              <a:rPr lang="en-US" sz="2000" dirty="0" smtClean="0"/>
              <a:t> </a:t>
            </a:r>
            <a:r>
              <a:rPr lang="en-US" sz="2000" dirty="0" err="1" smtClean="0"/>
              <a:t>publiée</a:t>
            </a:r>
            <a:r>
              <a:rPr lang="en-US" sz="2000" dirty="0" smtClean="0"/>
              <a:t> pour la première </a:t>
            </a:r>
            <a:r>
              <a:rPr lang="en-US" sz="2000" dirty="0" err="1" smtClean="0"/>
              <a:t>fois</a:t>
            </a:r>
            <a:r>
              <a:rPr lang="en-US" sz="2000" dirty="0" smtClean="0"/>
              <a:t> en </a:t>
            </a:r>
            <a:r>
              <a:rPr lang="en-US" sz="2000" dirty="0" err="1" smtClean="0"/>
              <a:t>novembre</a:t>
            </a:r>
            <a:r>
              <a:rPr lang="en-US" sz="2000" dirty="0" smtClean="0"/>
              <a:t> 2007. </a:t>
            </a:r>
          </a:p>
          <a:p>
            <a:pPr marL="215265" indent="-203200">
              <a:lnSpc>
                <a:spcPct val="100000"/>
              </a:lnSpc>
              <a:spcBef>
                <a:spcPts val="459"/>
              </a:spcBef>
              <a:buClr>
                <a:srgbClr val="1CACE3"/>
              </a:buClr>
              <a:buSzPct val="95000"/>
              <a:buFont typeface="Wingdings"/>
              <a:buChar char=""/>
              <a:tabLst>
                <a:tab pos="215900" algn="l"/>
              </a:tabLst>
            </a:pPr>
            <a:r>
              <a:rPr lang="en-US" sz="2000" dirty="0" smtClean="0"/>
              <a:t>La première version </a:t>
            </a:r>
            <a:r>
              <a:rPr lang="en-US" sz="2000" dirty="0" err="1" smtClean="0"/>
              <a:t>commerciale</a:t>
            </a:r>
            <a:r>
              <a:rPr lang="en-US" sz="2000" dirty="0" smtClean="0"/>
              <a:t>, Android 1.0, a </a:t>
            </a:r>
            <a:r>
              <a:rPr lang="en-US" sz="2000" dirty="0" err="1" smtClean="0"/>
              <a:t>été</a:t>
            </a:r>
            <a:r>
              <a:rPr lang="en-US" sz="2000" dirty="0" smtClean="0"/>
              <a:t> </a:t>
            </a:r>
            <a:r>
              <a:rPr lang="en-US" sz="2000" dirty="0" err="1" smtClean="0"/>
              <a:t>publiée</a:t>
            </a:r>
            <a:r>
              <a:rPr lang="en-US" sz="2000" dirty="0" smtClean="0"/>
              <a:t> en </a:t>
            </a:r>
            <a:r>
              <a:rPr lang="en-US" sz="2000" dirty="0" err="1" smtClean="0"/>
              <a:t>septembre</a:t>
            </a:r>
            <a:r>
              <a:rPr lang="en-US" sz="2000" dirty="0" smtClean="0"/>
              <a:t> 2008.</a:t>
            </a:r>
          </a:p>
          <a:p>
            <a:pPr marL="215265" indent="-203200">
              <a:spcBef>
                <a:spcPts val="459"/>
              </a:spcBef>
              <a:buClr>
                <a:srgbClr val="1CACE3"/>
              </a:buClr>
              <a:buSzPct val="95000"/>
              <a:buFont typeface="Wingdings"/>
              <a:buChar char=""/>
              <a:tabLst>
                <a:tab pos="215900" algn="l"/>
              </a:tabLst>
            </a:pPr>
            <a:r>
              <a:rPr lang="en-US" sz="2000" dirty="0" smtClean="0"/>
              <a:t> Android </a:t>
            </a:r>
            <a:r>
              <a:rPr lang="en-US" sz="2000" dirty="0" err="1" smtClean="0"/>
              <a:t>est</a:t>
            </a:r>
            <a:r>
              <a:rPr lang="en-US" sz="2000" dirty="0" smtClean="0"/>
              <a:t> </a:t>
            </a:r>
            <a:r>
              <a:rPr lang="en-US" sz="2000" dirty="0" err="1" smtClean="0"/>
              <a:t>continuellement</a:t>
            </a:r>
            <a:r>
              <a:rPr lang="en-US" sz="2000" dirty="0" smtClean="0"/>
              <a:t> </a:t>
            </a:r>
            <a:r>
              <a:rPr lang="en-US" sz="2000" dirty="0" err="1" smtClean="0"/>
              <a:t>développé</a:t>
            </a:r>
            <a:r>
              <a:rPr lang="en-US" sz="2000" dirty="0" smtClean="0"/>
              <a:t> par Google et </a:t>
            </a:r>
            <a:r>
              <a:rPr lang="en-US" sz="2000" dirty="0" err="1" smtClean="0"/>
              <a:t>l'Open</a:t>
            </a:r>
            <a:r>
              <a:rPr lang="en-US" sz="2000" dirty="0" smtClean="0"/>
              <a:t> Handset Alliance (OHA)</a:t>
            </a:r>
          </a:p>
          <a:p>
            <a:pPr marL="12065">
              <a:spcBef>
                <a:spcPts val="459"/>
              </a:spcBef>
              <a:buClr>
                <a:srgbClr val="1CACE3"/>
              </a:buClr>
              <a:buSzPct val="95000"/>
              <a:tabLst>
                <a:tab pos="215900" algn="l"/>
              </a:tabLst>
            </a:pPr>
            <a:endParaRPr lang="en-US" sz="2000" dirty="0" smtClean="0"/>
          </a:p>
        </p:txBody>
      </p:sp>
      <p:sp>
        <p:nvSpPr>
          <p:cNvPr id="8" name="Rectangle 7"/>
          <p:cNvSpPr/>
          <p:nvPr/>
        </p:nvSpPr>
        <p:spPr>
          <a:xfrm>
            <a:off x="914400" y="2664551"/>
            <a:ext cx="8991600" cy="3267561"/>
          </a:xfrm>
          <a:prstGeom prst="rect">
            <a:avLst/>
          </a:prstGeom>
        </p:spPr>
        <p:txBody>
          <a:bodyPr wrap="square" numCol="2">
            <a:spAutoFit/>
          </a:bodyPr>
          <a:lstStyle/>
          <a:p>
            <a:pPr marL="354965" indent="-342900">
              <a:spcBef>
                <a:spcPts val="459"/>
              </a:spcBef>
              <a:buClr>
                <a:srgbClr val="1CACE3"/>
              </a:buClr>
              <a:buSzPct val="95000"/>
              <a:buFont typeface="Courier New" panose="02070309020205020404" pitchFamily="49" charset="0"/>
              <a:buChar char="o"/>
              <a:tabLst>
                <a:tab pos="215900" algn="l"/>
              </a:tabLst>
            </a:pPr>
            <a:r>
              <a:rPr lang="en-US" sz="2000" dirty="0" smtClean="0"/>
              <a:t>Versions of Android</a:t>
            </a:r>
            <a:br>
              <a:rPr lang="en-US" sz="2000" dirty="0" smtClean="0"/>
            </a:br>
            <a:r>
              <a:rPr lang="en-US" sz="2000" dirty="0" smtClean="0"/>
              <a:t>○ 1.0</a:t>
            </a:r>
            <a:br>
              <a:rPr lang="en-US" sz="2000" dirty="0" smtClean="0"/>
            </a:br>
            <a:r>
              <a:rPr lang="en-US" sz="2000" dirty="0" smtClean="0"/>
              <a:t>○ 1.1</a:t>
            </a:r>
            <a:br>
              <a:rPr lang="en-US" sz="2000" dirty="0" smtClean="0"/>
            </a:br>
            <a:r>
              <a:rPr lang="en-US" sz="2000" dirty="0" smtClean="0"/>
              <a:t>○ Cupcake (1.5)</a:t>
            </a:r>
            <a:br>
              <a:rPr lang="en-US" sz="2000" dirty="0" smtClean="0"/>
            </a:br>
            <a:r>
              <a:rPr lang="en-US" sz="2000" dirty="0" smtClean="0"/>
              <a:t>○ Donut (1.6)</a:t>
            </a:r>
            <a:br>
              <a:rPr lang="en-US" sz="2000" dirty="0" smtClean="0"/>
            </a:br>
            <a:r>
              <a:rPr lang="en-US" sz="2000" dirty="0" smtClean="0"/>
              <a:t>○ </a:t>
            </a:r>
            <a:r>
              <a:rPr lang="en-US" sz="2000" dirty="0" err="1" smtClean="0"/>
              <a:t>Eclair</a:t>
            </a:r>
            <a:r>
              <a:rPr lang="en-US" sz="2000" dirty="0" smtClean="0"/>
              <a:t> (2.0–2.1)</a:t>
            </a:r>
            <a:br>
              <a:rPr lang="en-US" sz="2000" dirty="0" smtClean="0"/>
            </a:br>
            <a:r>
              <a:rPr lang="en-US" sz="2000" dirty="0" smtClean="0"/>
              <a:t>○ </a:t>
            </a:r>
            <a:r>
              <a:rPr lang="en-US" sz="2000" dirty="0" err="1" smtClean="0"/>
              <a:t>Froyo</a:t>
            </a:r>
            <a:r>
              <a:rPr lang="en-US" sz="2000" dirty="0" smtClean="0"/>
              <a:t> (2.2–2.2.3)</a:t>
            </a:r>
            <a:br>
              <a:rPr lang="en-US" sz="2000" dirty="0" smtClean="0"/>
            </a:br>
            <a:r>
              <a:rPr lang="en-US" sz="2000" dirty="0" smtClean="0"/>
              <a:t>○ Gingerbread (2.3–2.3.7)</a:t>
            </a:r>
            <a:br>
              <a:rPr lang="en-US" sz="2000" dirty="0" smtClean="0"/>
            </a:br>
            <a:r>
              <a:rPr lang="en-US" sz="2000" dirty="0" smtClean="0"/>
              <a:t>○ Honeycomb (3.0–3.2.6)</a:t>
            </a:r>
          </a:p>
          <a:p>
            <a:pPr marL="354965" indent="-342900">
              <a:spcBef>
                <a:spcPts val="459"/>
              </a:spcBef>
              <a:buClr>
                <a:srgbClr val="1CACE3"/>
              </a:buClr>
              <a:buSzPct val="95000"/>
              <a:buFont typeface="Courier New" panose="02070309020205020404" pitchFamily="49" charset="0"/>
              <a:buChar char="o"/>
              <a:tabLst>
                <a:tab pos="215900" algn="l"/>
              </a:tabLst>
            </a:pPr>
            <a:endParaRPr lang="en-US" sz="2000" dirty="0"/>
          </a:p>
          <a:p>
            <a:pPr marL="354965" indent="-342900">
              <a:spcBef>
                <a:spcPts val="459"/>
              </a:spcBef>
              <a:buClr>
                <a:srgbClr val="1CACE3"/>
              </a:buClr>
              <a:buSzPct val="95000"/>
              <a:buFont typeface="Courier New" panose="02070309020205020404" pitchFamily="49" charset="0"/>
              <a:buChar char="o"/>
              <a:tabLst>
                <a:tab pos="215900" algn="l"/>
              </a:tabLst>
            </a:pPr>
            <a:endParaRPr lang="en-US" sz="2000" dirty="0" smtClean="0"/>
          </a:p>
          <a:p>
            <a:pPr marL="12065">
              <a:spcBef>
                <a:spcPts val="459"/>
              </a:spcBef>
              <a:buClr>
                <a:srgbClr val="1CACE3"/>
              </a:buClr>
              <a:buSzPct val="95000"/>
              <a:tabLst>
                <a:tab pos="215900" algn="l"/>
              </a:tabLst>
            </a:pPr>
            <a:r>
              <a:rPr lang="en-US" sz="2000" dirty="0" smtClean="0"/>
              <a:t/>
            </a:r>
            <a:br>
              <a:rPr lang="en-US" sz="2000" dirty="0" smtClean="0"/>
            </a:br>
            <a:r>
              <a:rPr lang="en-US" sz="2000" dirty="0" smtClean="0"/>
              <a:t>○ Ice Cream Sandwich (4.0–4.0.4)</a:t>
            </a:r>
            <a:br>
              <a:rPr lang="en-US" sz="2000" dirty="0" smtClean="0"/>
            </a:br>
            <a:r>
              <a:rPr lang="en-US" sz="2000" dirty="0" smtClean="0"/>
              <a:t>○ Jelly Bean (4.1–4.3.1)</a:t>
            </a:r>
            <a:br>
              <a:rPr lang="en-US" sz="2000" dirty="0" smtClean="0"/>
            </a:br>
            <a:r>
              <a:rPr lang="en-US" sz="2000" dirty="0" smtClean="0"/>
              <a:t>○ </a:t>
            </a:r>
            <a:r>
              <a:rPr lang="en-US" sz="2000" dirty="0" err="1" smtClean="0"/>
              <a:t>KitKat</a:t>
            </a:r>
            <a:r>
              <a:rPr lang="en-US" sz="2000" dirty="0" smtClean="0"/>
              <a:t> (4.4–4.4.4, 4.4W–4.4W.2)</a:t>
            </a:r>
            <a:br>
              <a:rPr lang="en-US" sz="2000" dirty="0" smtClean="0"/>
            </a:br>
            <a:r>
              <a:rPr lang="en-US" sz="2000" dirty="0" smtClean="0"/>
              <a:t>○ Lollipop (5.0–5.1.1)</a:t>
            </a:r>
            <a:br>
              <a:rPr lang="en-US" sz="2000" dirty="0" smtClean="0"/>
            </a:br>
            <a:r>
              <a:rPr lang="en-US" sz="2000" dirty="0" smtClean="0"/>
              <a:t>○ Marshmallow (6.0)</a:t>
            </a:r>
          </a:p>
          <a:p>
            <a:pPr marL="12065">
              <a:spcBef>
                <a:spcPts val="459"/>
              </a:spcBef>
              <a:buClr>
                <a:srgbClr val="1CACE3"/>
              </a:buClr>
              <a:buSzPct val="95000"/>
              <a:tabLst>
                <a:tab pos="215900" algn="l"/>
              </a:tabLst>
            </a:pPr>
            <a:r>
              <a:rPr lang="en-US" sz="2000" dirty="0" smtClean="0"/>
              <a:t>….</a:t>
            </a:r>
          </a:p>
          <a:p>
            <a:pPr marL="12065">
              <a:spcBef>
                <a:spcPts val="459"/>
              </a:spcBef>
              <a:buClr>
                <a:srgbClr val="1CACE3"/>
              </a:buClr>
              <a:buSzPct val="95000"/>
              <a:tabLst>
                <a:tab pos="215900" algn="l"/>
              </a:tabLst>
            </a:pPr>
            <a:r>
              <a:rPr lang="en-US" sz="2000" dirty="0" smtClean="0"/>
              <a:t> </a:t>
            </a:r>
            <a:endParaRPr lang="en-US" sz="2000" dirty="0"/>
          </a:p>
        </p:txBody>
      </p:sp>
    </p:spTree>
    <p:extLst>
      <p:ext uri="{BB962C8B-B14F-4D97-AF65-F5344CB8AC3E}">
        <p14:creationId xmlns:p14="http://schemas.microsoft.com/office/powerpoint/2010/main" val="13143795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4980940" cy="574040"/>
          </a:xfrm>
          <a:prstGeom prst="rect">
            <a:avLst/>
          </a:prstGeom>
        </p:spPr>
        <p:txBody>
          <a:bodyPr vert="horz" wrap="square" lIns="0" tIns="12700" rIns="0" bIns="0" rtlCol="0">
            <a:spAutoFit/>
          </a:bodyPr>
          <a:lstStyle/>
          <a:p>
            <a:pPr marL="12700">
              <a:lnSpc>
                <a:spcPct val="100000"/>
              </a:lnSpc>
              <a:spcBef>
                <a:spcPts val="100"/>
              </a:spcBef>
            </a:pPr>
            <a:r>
              <a:rPr lang="en-US" dirty="0"/>
              <a:t>Histoire </a:t>
            </a:r>
            <a:r>
              <a:rPr lang="en-US" dirty="0" err="1"/>
              <a:t>d'Android</a:t>
            </a:r>
            <a:endParaRPr spc="7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13</a:t>
            </a:fld>
            <a:endParaRPr dirty="0"/>
          </a:p>
        </p:txBody>
      </p:sp>
      <p:sp>
        <p:nvSpPr>
          <p:cNvPr id="7" name="object 4"/>
          <p:cNvSpPr txBox="1"/>
          <p:nvPr/>
        </p:nvSpPr>
        <p:spPr>
          <a:xfrm>
            <a:off x="996112" y="1447800"/>
            <a:ext cx="10322304" cy="1418336"/>
          </a:xfrm>
          <a:prstGeom prst="rect">
            <a:avLst/>
          </a:prstGeom>
        </p:spPr>
        <p:txBody>
          <a:bodyPr vert="horz" wrap="square" lIns="0" tIns="58419" rIns="0" bIns="0" numCol="1" rtlCol="0">
            <a:spAutoFit/>
          </a:bodyPr>
          <a:lstStyle/>
          <a:p>
            <a:pPr marL="215265" indent="-203200">
              <a:lnSpc>
                <a:spcPct val="100000"/>
              </a:lnSpc>
              <a:spcBef>
                <a:spcPts val="459"/>
              </a:spcBef>
              <a:buClr>
                <a:srgbClr val="1CACE3"/>
              </a:buClr>
              <a:buSzPct val="95000"/>
              <a:buFont typeface="Wingdings"/>
              <a:buChar char=""/>
              <a:tabLst>
                <a:tab pos="215900" algn="l"/>
              </a:tabLst>
            </a:pPr>
            <a:r>
              <a:rPr lang="fr-FR" sz="2000" dirty="0" smtClean="0"/>
              <a:t>Version 1.0</a:t>
            </a:r>
          </a:p>
          <a:p>
            <a:pPr marL="469265" lvl="1">
              <a:spcBef>
                <a:spcPts val="459"/>
              </a:spcBef>
              <a:buClr>
                <a:srgbClr val="1CACE3"/>
              </a:buClr>
              <a:buSzPct val="95000"/>
              <a:tabLst>
                <a:tab pos="215900" algn="l"/>
              </a:tabLst>
            </a:pPr>
            <a:r>
              <a:rPr lang="fr-FR" sz="2000" dirty="0" smtClean="0"/>
              <a:t>● Android 1.0, la première version commerciale du logiciel, a été publiée le 23 septembre 2008.</a:t>
            </a:r>
          </a:p>
          <a:p>
            <a:pPr marL="469265" lvl="1">
              <a:spcBef>
                <a:spcPts val="459"/>
              </a:spcBef>
              <a:buClr>
                <a:srgbClr val="1CACE3"/>
              </a:buClr>
              <a:buSzPct val="95000"/>
              <a:tabLst>
                <a:tab pos="215900" algn="l"/>
              </a:tabLst>
            </a:pPr>
            <a:r>
              <a:rPr lang="fr-FR" sz="2000" dirty="0" smtClean="0"/>
              <a:t>● Navigateur web, prise en charge de l'appareil photo, recherche, </a:t>
            </a:r>
            <a:r>
              <a:rPr lang="fr-FR" sz="2000" dirty="0" err="1" smtClean="0"/>
              <a:t>maps</a:t>
            </a:r>
            <a:r>
              <a:rPr lang="fr-FR" sz="2000" dirty="0" smtClean="0"/>
              <a:t>, services. synchronisation, messagerie instantanée, lecteur multimédia, etc.</a:t>
            </a:r>
            <a:endParaRPr lang="en-US" sz="2000" dirty="0" smtClean="0"/>
          </a:p>
        </p:txBody>
      </p:sp>
      <p:sp>
        <p:nvSpPr>
          <p:cNvPr id="6" name="object 4"/>
          <p:cNvSpPr txBox="1"/>
          <p:nvPr/>
        </p:nvSpPr>
        <p:spPr>
          <a:xfrm>
            <a:off x="996112" y="2971800"/>
            <a:ext cx="10891088" cy="1790233"/>
          </a:xfrm>
          <a:prstGeom prst="rect">
            <a:avLst/>
          </a:prstGeom>
        </p:spPr>
        <p:txBody>
          <a:bodyPr vert="horz" wrap="square" lIns="0" tIns="58419" rIns="0" bIns="0" numCol="1" rtlCol="0">
            <a:spAutoFit/>
          </a:bodyPr>
          <a:lstStyle/>
          <a:p>
            <a:pPr marL="215265" indent="-203200">
              <a:lnSpc>
                <a:spcPct val="100000"/>
              </a:lnSpc>
              <a:spcBef>
                <a:spcPts val="459"/>
              </a:spcBef>
              <a:buClr>
                <a:srgbClr val="1CACE3"/>
              </a:buClr>
              <a:buSzPct val="95000"/>
              <a:buFont typeface="Wingdings"/>
              <a:buChar char=""/>
              <a:tabLst>
                <a:tab pos="215900" algn="l"/>
              </a:tabLst>
            </a:pPr>
            <a:r>
              <a:rPr lang="fr-FR" sz="2000" dirty="0" smtClean="0"/>
              <a:t>Version 1.5 – Cupcake</a:t>
            </a:r>
          </a:p>
          <a:p>
            <a:pPr marL="469265" lvl="1">
              <a:spcBef>
                <a:spcPts val="459"/>
              </a:spcBef>
              <a:buClr>
                <a:srgbClr val="1CACE3"/>
              </a:buClr>
              <a:buSzPct val="95000"/>
              <a:tabLst>
                <a:tab pos="215900" algn="l"/>
              </a:tabLst>
            </a:pPr>
            <a:r>
              <a:rPr lang="fr-FR" sz="2000" dirty="0" smtClean="0"/>
              <a:t>● Le 27 avril 2009, la mise à jour Android 1.5 a été publiée.</a:t>
            </a:r>
          </a:p>
          <a:p>
            <a:pPr marL="469265" lvl="1">
              <a:spcBef>
                <a:spcPts val="459"/>
              </a:spcBef>
              <a:buClr>
                <a:srgbClr val="1CACE3"/>
              </a:buClr>
              <a:buSzPct val="95000"/>
              <a:tabLst>
                <a:tab pos="215900" algn="l"/>
              </a:tabLst>
            </a:pPr>
            <a:r>
              <a:rPr lang="fr-FR" sz="2000" dirty="0" smtClean="0"/>
              <a:t>● Première version à utiliser officiellement un nom de code basé sur un d'un dessert ("Cupcake")</a:t>
            </a:r>
          </a:p>
          <a:p>
            <a:pPr marL="469265" lvl="1">
              <a:spcBef>
                <a:spcPts val="459"/>
              </a:spcBef>
              <a:buClr>
                <a:srgbClr val="1CACE3"/>
              </a:buClr>
              <a:buSzPct val="95000"/>
              <a:tabLst>
                <a:tab pos="215900" algn="l"/>
              </a:tabLst>
            </a:pPr>
            <a:r>
              <a:rPr lang="fr-FR" sz="2000" dirty="0" smtClean="0"/>
              <a:t>● Prise en charge de la vidéo, écran d'accueil, </a:t>
            </a:r>
            <a:r>
              <a:rPr lang="fr-FR" sz="2000" dirty="0" err="1" smtClean="0"/>
              <a:t>widgets</a:t>
            </a:r>
            <a:r>
              <a:rPr lang="fr-FR" sz="2000" dirty="0" smtClean="0"/>
              <a:t>, copier/coller dans le navigateur web, photos dans les contacts, transitions d'écran animées transitions d'écran animées, option d'</a:t>
            </a:r>
            <a:r>
              <a:rPr lang="fr-FR" sz="2000" dirty="0" err="1" smtClean="0"/>
              <a:t>auto-rotation</a:t>
            </a:r>
            <a:r>
              <a:rPr lang="fr-FR" sz="2000" dirty="0" smtClean="0"/>
              <a:t>.</a:t>
            </a:r>
            <a:endParaRPr lang="en-US" sz="2000" dirty="0" smtClean="0"/>
          </a:p>
        </p:txBody>
      </p:sp>
      <p:sp>
        <p:nvSpPr>
          <p:cNvPr id="9" name="object 4"/>
          <p:cNvSpPr txBox="1"/>
          <p:nvPr/>
        </p:nvSpPr>
        <p:spPr>
          <a:xfrm>
            <a:off x="996112" y="4776210"/>
            <a:ext cx="10891088" cy="1418336"/>
          </a:xfrm>
          <a:prstGeom prst="rect">
            <a:avLst/>
          </a:prstGeom>
        </p:spPr>
        <p:txBody>
          <a:bodyPr vert="horz" wrap="square" lIns="0" tIns="58419" rIns="0" bIns="0" numCol="1" rtlCol="0">
            <a:spAutoFit/>
          </a:bodyPr>
          <a:lstStyle/>
          <a:p>
            <a:pPr marL="215265" indent="-203200">
              <a:lnSpc>
                <a:spcPct val="100000"/>
              </a:lnSpc>
              <a:spcBef>
                <a:spcPts val="459"/>
              </a:spcBef>
              <a:buClr>
                <a:srgbClr val="1CACE3"/>
              </a:buClr>
              <a:buSzPct val="95000"/>
              <a:buFont typeface="Wingdings"/>
              <a:buChar char=""/>
              <a:tabLst>
                <a:tab pos="215900" algn="l"/>
              </a:tabLst>
            </a:pPr>
            <a:r>
              <a:rPr lang="fr-FR" sz="2000" dirty="0" smtClean="0"/>
              <a:t>Version 2.0 - Eclair</a:t>
            </a:r>
          </a:p>
          <a:p>
            <a:pPr marL="469265" lvl="1">
              <a:spcBef>
                <a:spcPts val="459"/>
              </a:spcBef>
              <a:buClr>
                <a:srgbClr val="1CACE3"/>
              </a:buClr>
              <a:buSzPct val="95000"/>
              <a:tabLst>
                <a:tab pos="215900" algn="l"/>
              </a:tabLst>
            </a:pPr>
            <a:r>
              <a:rPr lang="fr-FR" sz="2000" dirty="0" smtClean="0"/>
              <a:t>● Le 26 octobre 2009, l'Android 2.0 AKA Eclair.</a:t>
            </a:r>
          </a:p>
          <a:p>
            <a:pPr marL="469265" lvl="1">
              <a:spcBef>
                <a:spcPts val="459"/>
              </a:spcBef>
              <a:buClr>
                <a:srgbClr val="1CACE3"/>
              </a:buClr>
              <a:buSzPct val="95000"/>
              <a:tabLst>
                <a:tab pos="215900" algn="l"/>
              </a:tabLst>
            </a:pPr>
            <a:r>
              <a:rPr lang="fr-FR" sz="2000" dirty="0" smtClean="0"/>
              <a:t>● Comptes multiples, Bluetooth 2.1, Microsoft Exchange, recherche de messages SMS/MMS, plus de tailles d'écran</a:t>
            </a:r>
            <a:endParaRPr lang="en-US" sz="2000" dirty="0" smtClean="0"/>
          </a:p>
        </p:txBody>
      </p:sp>
    </p:spTree>
    <p:extLst>
      <p:ext uri="{BB962C8B-B14F-4D97-AF65-F5344CB8AC3E}">
        <p14:creationId xmlns:p14="http://schemas.microsoft.com/office/powerpoint/2010/main" val="154518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4980940" cy="574040"/>
          </a:xfrm>
          <a:prstGeom prst="rect">
            <a:avLst/>
          </a:prstGeom>
        </p:spPr>
        <p:txBody>
          <a:bodyPr vert="horz" wrap="square" lIns="0" tIns="12700" rIns="0" bIns="0" rtlCol="0">
            <a:spAutoFit/>
          </a:bodyPr>
          <a:lstStyle/>
          <a:p>
            <a:pPr marL="12700">
              <a:lnSpc>
                <a:spcPct val="100000"/>
              </a:lnSpc>
              <a:spcBef>
                <a:spcPts val="100"/>
              </a:spcBef>
            </a:pPr>
            <a:r>
              <a:rPr lang="en-US" dirty="0"/>
              <a:t>Histoire </a:t>
            </a:r>
            <a:r>
              <a:rPr lang="en-US" dirty="0" err="1"/>
              <a:t>d'Android</a:t>
            </a:r>
            <a:endParaRPr spc="7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14</a:t>
            </a:fld>
            <a:endParaRPr dirty="0"/>
          </a:p>
        </p:txBody>
      </p:sp>
      <p:sp>
        <p:nvSpPr>
          <p:cNvPr id="7" name="object 4"/>
          <p:cNvSpPr txBox="1"/>
          <p:nvPr/>
        </p:nvSpPr>
        <p:spPr>
          <a:xfrm>
            <a:off x="996112" y="1447800"/>
            <a:ext cx="10891088" cy="1418336"/>
          </a:xfrm>
          <a:prstGeom prst="rect">
            <a:avLst/>
          </a:prstGeom>
        </p:spPr>
        <p:txBody>
          <a:bodyPr vert="horz" wrap="square" lIns="0" tIns="58419" rIns="0" bIns="0" numCol="1" rtlCol="0">
            <a:spAutoFit/>
          </a:bodyPr>
          <a:lstStyle/>
          <a:p>
            <a:pPr marL="215265" indent="-203200">
              <a:lnSpc>
                <a:spcPct val="100000"/>
              </a:lnSpc>
              <a:spcBef>
                <a:spcPts val="459"/>
              </a:spcBef>
              <a:buClr>
                <a:srgbClr val="1CACE3"/>
              </a:buClr>
              <a:buSzPct val="95000"/>
              <a:buFont typeface="Wingdings"/>
              <a:buChar char=""/>
              <a:tabLst>
                <a:tab pos="215900" algn="l"/>
              </a:tabLst>
            </a:pPr>
            <a:r>
              <a:rPr lang="fr-FR" sz="2000" dirty="0" smtClean="0"/>
              <a:t>Version 2.2 – </a:t>
            </a:r>
            <a:r>
              <a:rPr lang="fr-FR" sz="2000" dirty="0" err="1" smtClean="0"/>
              <a:t>Froyo</a:t>
            </a:r>
            <a:endParaRPr lang="fr-FR" sz="2000" dirty="0" smtClean="0"/>
          </a:p>
          <a:p>
            <a:pPr marL="469265" lvl="1">
              <a:spcBef>
                <a:spcPts val="459"/>
              </a:spcBef>
              <a:buClr>
                <a:srgbClr val="1CACE3"/>
              </a:buClr>
              <a:buSzPct val="95000"/>
              <a:tabLst>
                <a:tab pos="215900" algn="l"/>
              </a:tabLst>
            </a:pPr>
            <a:r>
              <a:rPr lang="fr-FR" sz="2000" dirty="0" smtClean="0"/>
              <a:t>● Le 20 mai 2010, le SDK pour Android 2.2 (</a:t>
            </a:r>
            <a:r>
              <a:rPr lang="fr-FR" sz="2000" dirty="0" err="1" smtClean="0"/>
              <a:t>Froyo</a:t>
            </a:r>
            <a:r>
              <a:rPr lang="fr-FR" sz="2000" dirty="0" smtClean="0"/>
              <a:t>, abréviation </a:t>
            </a:r>
            <a:r>
              <a:rPr lang="fr-FR" sz="2000" dirty="0" smtClean="0"/>
              <a:t>de </a:t>
            </a:r>
            <a:r>
              <a:rPr lang="fr-FR" sz="2000" dirty="0" err="1" smtClean="0"/>
              <a:t>frozen</a:t>
            </a:r>
            <a:r>
              <a:rPr lang="fr-FR" sz="2000" dirty="0" smtClean="0"/>
              <a:t> </a:t>
            </a:r>
            <a:r>
              <a:rPr lang="fr-FR" sz="2000" dirty="0" err="1" smtClean="0"/>
              <a:t>yogurt</a:t>
            </a:r>
            <a:r>
              <a:rPr lang="fr-FR" sz="2000" dirty="0" smtClean="0"/>
              <a:t>) a été publié</a:t>
            </a:r>
          </a:p>
          <a:p>
            <a:pPr marL="469265" lvl="1">
              <a:spcBef>
                <a:spcPts val="459"/>
              </a:spcBef>
              <a:buClr>
                <a:srgbClr val="1CACE3"/>
              </a:buClr>
              <a:buSzPct val="95000"/>
              <a:tabLst>
                <a:tab pos="215900" algn="l"/>
              </a:tabLst>
            </a:pPr>
            <a:r>
              <a:rPr lang="fr-FR" sz="2000" dirty="0" smtClean="0"/>
              <a:t>● Améliorations de la vitesse et de la mémoire, nouveau moteur JavaScript V8 dans Chrome, USB </a:t>
            </a:r>
            <a:r>
              <a:rPr lang="fr-FR" sz="2000" dirty="0" err="1" smtClean="0"/>
              <a:t>tethering</a:t>
            </a:r>
            <a:r>
              <a:rPr lang="fr-FR" sz="2000" dirty="0" smtClean="0"/>
              <a:t> &amp; </a:t>
            </a:r>
            <a:r>
              <a:rPr lang="fr-FR" sz="2000" dirty="0" err="1" smtClean="0"/>
              <a:t>Wi-fi</a:t>
            </a:r>
            <a:r>
              <a:rPr lang="fr-FR" sz="2000" dirty="0" smtClean="0"/>
              <a:t> </a:t>
            </a:r>
            <a:r>
              <a:rPr lang="fr-FR" sz="2000" dirty="0" err="1" smtClean="0"/>
              <a:t>hotspot</a:t>
            </a:r>
            <a:endParaRPr lang="en-US" sz="2000" dirty="0" smtClean="0"/>
          </a:p>
        </p:txBody>
      </p:sp>
      <p:sp>
        <p:nvSpPr>
          <p:cNvPr id="6" name="object 4"/>
          <p:cNvSpPr txBox="1"/>
          <p:nvPr/>
        </p:nvSpPr>
        <p:spPr>
          <a:xfrm>
            <a:off x="996112" y="2971800"/>
            <a:ext cx="10891088" cy="1418336"/>
          </a:xfrm>
          <a:prstGeom prst="rect">
            <a:avLst/>
          </a:prstGeom>
        </p:spPr>
        <p:txBody>
          <a:bodyPr vert="horz" wrap="square" lIns="0" tIns="58419" rIns="0" bIns="0" numCol="1" rtlCol="0">
            <a:spAutoFit/>
          </a:bodyPr>
          <a:lstStyle/>
          <a:p>
            <a:pPr marL="215265" indent="-203200">
              <a:lnSpc>
                <a:spcPct val="100000"/>
              </a:lnSpc>
              <a:spcBef>
                <a:spcPts val="459"/>
              </a:spcBef>
              <a:buClr>
                <a:srgbClr val="1CACE3"/>
              </a:buClr>
              <a:buSzPct val="95000"/>
              <a:buFont typeface="Wingdings"/>
              <a:buChar char=""/>
              <a:tabLst>
                <a:tab pos="215900" algn="l"/>
              </a:tabLst>
            </a:pPr>
            <a:r>
              <a:rPr lang="fr-FR" sz="2000" dirty="0" smtClean="0"/>
              <a:t>Version 4.0 - </a:t>
            </a:r>
            <a:r>
              <a:rPr lang="fr-FR" sz="2000" dirty="0" err="1" smtClean="0"/>
              <a:t>Ice</a:t>
            </a:r>
            <a:r>
              <a:rPr lang="fr-FR" sz="2000" dirty="0" smtClean="0"/>
              <a:t> </a:t>
            </a:r>
            <a:r>
              <a:rPr lang="fr-FR" sz="2000" dirty="0" err="1" smtClean="0"/>
              <a:t>Cream</a:t>
            </a:r>
            <a:r>
              <a:rPr lang="fr-FR" sz="2000" dirty="0" smtClean="0"/>
              <a:t> Sandwich</a:t>
            </a:r>
          </a:p>
          <a:p>
            <a:pPr marL="469265" lvl="1">
              <a:spcBef>
                <a:spcPts val="459"/>
              </a:spcBef>
              <a:buClr>
                <a:srgbClr val="1CACE3"/>
              </a:buClr>
              <a:buSzPct val="95000"/>
              <a:tabLst>
                <a:tab pos="215900" algn="l"/>
              </a:tabLst>
            </a:pPr>
            <a:r>
              <a:rPr lang="fr-FR" sz="2000" dirty="0" smtClean="0"/>
              <a:t>● Le SDK pour Android 4.0.1 (</a:t>
            </a:r>
            <a:r>
              <a:rPr lang="fr-FR" sz="2000" dirty="0" err="1" smtClean="0"/>
              <a:t>Ice</a:t>
            </a:r>
            <a:r>
              <a:rPr lang="fr-FR" sz="2000" dirty="0" smtClean="0"/>
              <a:t> </a:t>
            </a:r>
            <a:r>
              <a:rPr lang="fr-FR" sz="2000" dirty="0" err="1" smtClean="0"/>
              <a:t>Cream</a:t>
            </a:r>
            <a:r>
              <a:rPr lang="fr-FR" sz="2000" dirty="0" smtClean="0"/>
              <a:t> Sandwich), a été rendu public le 19 octobre 2011</a:t>
            </a:r>
          </a:p>
          <a:p>
            <a:pPr marL="469265" lvl="1">
              <a:spcBef>
                <a:spcPts val="459"/>
              </a:spcBef>
              <a:buClr>
                <a:srgbClr val="1CACE3"/>
              </a:buClr>
              <a:buSzPct val="95000"/>
              <a:tabLst>
                <a:tab pos="215900" algn="l"/>
              </a:tabLst>
            </a:pPr>
            <a:r>
              <a:rPr lang="fr-FR" sz="2000" dirty="0" smtClean="0"/>
              <a:t>● Unification des SDK pour tablettes et smartphones, ainsi qu'une amélioration de la vidéo et un lanceur personnalisable. vidéo et un lanceur personnalisable</a:t>
            </a:r>
            <a:endParaRPr lang="en-US" sz="2000" dirty="0" smtClean="0"/>
          </a:p>
        </p:txBody>
      </p:sp>
      <p:sp>
        <p:nvSpPr>
          <p:cNvPr id="9" name="object 4"/>
          <p:cNvSpPr txBox="1"/>
          <p:nvPr/>
        </p:nvSpPr>
        <p:spPr>
          <a:xfrm>
            <a:off x="996112" y="4495800"/>
            <a:ext cx="10891088" cy="1726113"/>
          </a:xfrm>
          <a:prstGeom prst="rect">
            <a:avLst/>
          </a:prstGeom>
        </p:spPr>
        <p:txBody>
          <a:bodyPr vert="horz" wrap="square" lIns="0" tIns="58419" rIns="0" bIns="0" numCol="1" rtlCol="0">
            <a:spAutoFit/>
          </a:bodyPr>
          <a:lstStyle/>
          <a:p>
            <a:pPr marL="215265" indent="-203200">
              <a:lnSpc>
                <a:spcPct val="100000"/>
              </a:lnSpc>
              <a:spcBef>
                <a:spcPts val="459"/>
              </a:spcBef>
              <a:buClr>
                <a:srgbClr val="1CACE3"/>
              </a:buClr>
              <a:buSzPct val="95000"/>
              <a:buFont typeface="Wingdings"/>
              <a:buChar char=""/>
              <a:tabLst>
                <a:tab pos="215900" algn="l"/>
              </a:tabLst>
            </a:pPr>
            <a:r>
              <a:rPr lang="fr-FR" sz="2000" dirty="0" smtClean="0"/>
              <a:t>Version 6.0 – Marshmallow</a:t>
            </a:r>
          </a:p>
          <a:p>
            <a:pPr marL="469265" lvl="1">
              <a:spcBef>
                <a:spcPts val="459"/>
              </a:spcBef>
              <a:buClr>
                <a:srgbClr val="1CACE3"/>
              </a:buClr>
              <a:buSzPct val="95000"/>
              <a:tabLst>
                <a:tab pos="215900" algn="l"/>
              </a:tabLst>
            </a:pPr>
            <a:r>
              <a:rPr lang="fr-FR" sz="2000" dirty="0" smtClean="0"/>
              <a:t>● Android 6.0 "Marshmallow" a été dévoilé sous le nom de code "Android M" lors de la conférence Google I/O du 28 mai 2015.</a:t>
            </a:r>
          </a:p>
          <a:p>
            <a:pPr marL="469265" lvl="1">
              <a:spcBef>
                <a:spcPts val="459"/>
              </a:spcBef>
              <a:buClr>
                <a:srgbClr val="1CACE3"/>
              </a:buClr>
              <a:buSzPct val="95000"/>
              <a:tabLst>
                <a:tab pos="215900" algn="l"/>
              </a:tabLst>
            </a:pPr>
            <a:r>
              <a:rPr lang="fr-FR" sz="2000" dirty="0" smtClean="0"/>
              <a:t>● </a:t>
            </a:r>
            <a:r>
              <a:rPr lang="fr-FR" sz="2000" dirty="0" err="1" smtClean="0"/>
              <a:t>Now</a:t>
            </a:r>
            <a:r>
              <a:rPr lang="fr-FR" sz="2000" dirty="0" smtClean="0"/>
              <a:t> on </a:t>
            </a:r>
            <a:r>
              <a:rPr lang="fr-FR" sz="2000" dirty="0" err="1" smtClean="0"/>
              <a:t>Tap</a:t>
            </a:r>
            <a:r>
              <a:rPr lang="fr-FR" sz="2000" dirty="0" smtClean="0"/>
              <a:t>, mode </a:t>
            </a:r>
            <a:r>
              <a:rPr lang="fr-FR" sz="2000" dirty="0" err="1" smtClean="0"/>
              <a:t>Doze</a:t>
            </a:r>
            <a:r>
              <a:rPr lang="fr-FR" sz="2000" dirty="0" smtClean="0"/>
              <a:t>, mode Ne pas déranger, prise en charge de l'USB Type-C, mode d'affichage 4K pour les </a:t>
            </a:r>
            <a:r>
              <a:rPr lang="fr-FR" sz="2000" dirty="0" err="1" smtClean="0"/>
              <a:t>apps</a:t>
            </a:r>
            <a:r>
              <a:rPr lang="fr-FR" sz="2000" dirty="0" smtClean="0"/>
              <a:t>, prise en charge MIDI pour les instruments de musique.</a:t>
            </a:r>
            <a:endParaRPr lang="en-US" sz="2000" dirty="0" smtClean="0"/>
          </a:p>
        </p:txBody>
      </p:sp>
    </p:spTree>
    <p:extLst>
      <p:ext uri="{BB962C8B-B14F-4D97-AF65-F5344CB8AC3E}">
        <p14:creationId xmlns:p14="http://schemas.microsoft.com/office/powerpoint/2010/main" val="429115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4016375" cy="574040"/>
          </a:xfrm>
          <a:prstGeom prst="rect">
            <a:avLst/>
          </a:prstGeom>
        </p:spPr>
        <p:txBody>
          <a:bodyPr vert="horz" wrap="square" lIns="0" tIns="12700" rIns="0" bIns="0" rtlCol="0">
            <a:spAutoFit/>
          </a:bodyPr>
          <a:lstStyle/>
          <a:p>
            <a:pPr marL="12700">
              <a:lnSpc>
                <a:spcPct val="100000"/>
              </a:lnSpc>
              <a:spcBef>
                <a:spcPts val="100"/>
              </a:spcBef>
            </a:pPr>
            <a:r>
              <a:rPr spc="120" dirty="0"/>
              <a:t>Q</a:t>
            </a:r>
            <a:r>
              <a:rPr spc="-90" dirty="0"/>
              <a:t>u</a:t>
            </a:r>
            <a:r>
              <a:rPr spc="-459" dirty="0"/>
              <a:t>’</a:t>
            </a:r>
            <a:r>
              <a:rPr spc="-150" dirty="0"/>
              <a:t>e</a:t>
            </a:r>
            <a:r>
              <a:rPr spc="-145" dirty="0"/>
              <a:t>s</a:t>
            </a:r>
            <a:r>
              <a:rPr spc="-15" dirty="0"/>
              <a:t>t</a:t>
            </a:r>
            <a:r>
              <a:rPr spc="-120" dirty="0"/>
              <a:t>-</a:t>
            </a:r>
            <a:r>
              <a:rPr spc="-150" dirty="0"/>
              <a:t>c</a:t>
            </a:r>
            <a:r>
              <a:rPr spc="-100" dirty="0"/>
              <a:t>e</a:t>
            </a:r>
            <a:r>
              <a:rPr spc="-110" dirty="0"/>
              <a:t> </a:t>
            </a:r>
            <a:r>
              <a:rPr spc="-90" dirty="0"/>
              <a:t>qu</a:t>
            </a:r>
            <a:r>
              <a:rPr spc="-459" dirty="0"/>
              <a:t>’</a:t>
            </a:r>
            <a:r>
              <a:rPr spc="-220" dirty="0"/>
              <a:t>A</a:t>
            </a:r>
            <a:r>
              <a:rPr spc="-15" dirty="0"/>
              <a:t>n</a:t>
            </a:r>
            <a:r>
              <a:rPr spc="-50" dirty="0"/>
              <a:t>dr</a:t>
            </a:r>
            <a:r>
              <a:rPr spc="-15" dirty="0"/>
              <a:t>o</a:t>
            </a:r>
            <a:r>
              <a:rPr spc="-225" dirty="0"/>
              <a:t>i</a:t>
            </a:r>
            <a:r>
              <a:rPr dirty="0"/>
              <a:t>d</a:t>
            </a:r>
            <a:r>
              <a:rPr spc="-135" dirty="0"/>
              <a:t> </a:t>
            </a:r>
            <a:r>
              <a:rPr spc="-285" dirty="0"/>
              <a:t>?</a:t>
            </a:r>
          </a:p>
        </p:txBody>
      </p:sp>
      <p:sp>
        <p:nvSpPr>
          <p:cNvPr id="3" name="object 3"/>
          <p:cNvSpPr txBox="1"/>
          <p:nvPr/>
        </p:nvSpPr>
        <p:spPr>
          <a:xfrm>
            <a:off x="696874" y="1175080"/>
            <a:ext cx="6250940" cy="346075"/>
          </a:xfrm>
          <a:prstGeom prst="rect">
            <a:avLst/>
          </a:prstGeom>
        </p:spPr>
        <p:txBody>
          <a:bodyPr vert="horz" wrap="square" lIns="0" tIns="12700" rIns="0" bIns="0" rtlCol="0">
            <a:spAutoFit/>
          </a:bodyPr>
          <a:lstStyle/>
          <a:p>
            <a:pPr marL="225425" indent="-213360">
              <a:lnSpc>
                <a:spcPct val="100000"/>
              </a:lnSpc>
              <a:spcBef>
                <a:spcPts val="100"/>
              </a:spcBef>
              <a:buClr>
                <a:srgbClr val="1CACE3"/>
              </a:buClr>
              <a:buSzPct val="95238"/>
              <a:buFont typeface="Wingdings"/>
              <a:buChar char=""/>
              <a:tabLst>
                <a:tab pos="226060" algn="l"/>
              </a:tabLst>
            </a:pPr>
            <a:r>
              <a:rPr sz="2100" spc="-25" dirty="0">
                <a:solidFill>
                  <a:srgbClr val="404040"/>
                </a:solidFill>
                <a:latin typeface="Times New Roman"/>
                <a:cs typeface="Times New Roman"/>
              </a:rPr>
              <a:t>Android</a:t>
            </a:r>
            <a:r>
              <a:rPr sz="2100" spc="-5" dirty="0">
                <a:solidFill>
                  <a:srgbClr val="404040"/>
                </a:solidFill>
                <a:latin typeface="Times New Roman"/>
                <a:cs typeface="Times New Roman"/>
              </a:rPr>
              <a:t> </a:t>
            </a:r>
            <a:r>
              <a:rPr sz="2100" spc="-30" dirty="0">
                <a:solidFill>
                  <a:srgbClr val="404040"/>
                </a:solidFill>
                <a:latin typeface="Times New Roman"/>
                <a:cs typeface="Times New Roman"/>
              </a:rPr>
              <a:t>est</a:t>
            </a:r>
            <a:r>
              <a:rPr sz="2100" spc="-15" dirty="0">
                <a:solidFill>
                  <a:srgbClr val="404040"/>
                </a:solidFill>
                <a:latin typeface="Times New Roman"/>
                <a:cs typeface="Times New Roman"/>
              </a:rPr>
              <a:t> </a:t>
            </a:r>
            <a:r>
              <a:rPr sz="2100" spc="-20" dirty="0">
                <a:solidFill>
                  <a:srgbClr val="404040"/>
                </a:solidFill>
                <a:latin typeface="Times New Roman"/>
                <a:cs typeface="Times New Roman"/>
              </a:rPr>
              <a:t>une</a:t>
            </a:r>
            <a:r>
              <a:rPr sz="2100" spc="-10" dirty="0">
                <a:solidFill>
                  <a:srgbClr val="404040"/>
                </a:solidFill>
                <a:latin typeface="Times New Roman"/>
                <a:cs typeface="Times New Roman"/>
              </a:rPr>
              <a:t> </a:t>
            </a:r>
            <a:r>
              <a:rPr sz="2100" spc="-30" dirty="0">
                <a:solidFill>
                  <a:srgbClr val="404040"/>
                </a:solidFill>
                <a:latin typeface="Times New Roman"/>
                <a:cs typeface="Times New Roman"/>
              </a:rPr>
              <a:t>surcouche</a:t>
            </a:r>
            <a:r>
              <a:rPr sz="2100" spc="-15" dirty="0">
                <a:solidFill>
                  <a:srgbClr val="404040"/>
                </a:solidFill>
                <a:latin typeface="Times New Roman"/>
                <a:cs typeface="Times New Roman"/>
              </a:rPr>
              <a:t> </a:t>
            </a:r>
            <a:r>
              <a:rPr sz="2100" spc="-55" dirty="0">
                <a:solidFill>
                  <a:srgbClr val="404040"/>
                </a:solidFill>
                <a:latin typeface="Times New Roman"/>
                <a:cs typeface="Times New Roman"/>
              </a:rPr>
              <a:t>au</a:t>
            </a:r>
            <a:r>
              <a:rPr sz="2100" spc="-15" dirty="0">
                <a:solidFill>
                  <a:srgbClr val="404040"/>
                </a:solidFill>
                <a:latin typeface="Times New Roman"/>
                <a:cs typeface="Times New Roman"/>
              </a:rPr>
              <a:t> </a:t>
            </a:r>
            <a:r>
              <a:rPr sz="2100" spc="-40" dirty="0">
                <a:solidFill>
                  <a:srgbClr val="404040"/>
                </a:solidFill>
                <a:latin typeface="Times New Roman"/>
                <a:cs typeface="Times New Roman"/>
              </a:rPr>
              <a:t>dessus</a:t>
            </a:r>
            <a:r>
              <a:rPr sz="2100" spc="-30" dirty="0">
                <a:solidFill>
                  <a:srgbClr val="404040"/>
                </a:solidFill>
                <a:latin typeface="Times New Roman"/>
                <a:cs typeface="Times New Roman"/>
              </a:rPr>
              <a:t> </a:t>
            </a:r>
            <a:r>
              <a:rPr sz="2100" spc="-60" dirty="0">
                <a:solidFill>
                  <a:srgbClr val="404040"/>
                </a:solidFill>
                <a:latin typeface="Times New Roman"/>
                <a:cs typeface="Times New Roman"/>
              </a:rPr>
              <a:t>d’un</a:t>
            </a:r>
            <a:r>
              <a:rPr sz="2100" dirty="0">
                <a:solidFill>
                  <a:srgbClr val="404040"/>
                </a:solidFill>
                <a:latin typeface="Times New Roman"/>
                <a:cs typeface="Times New Roman"/>
              </a:rPr>
              <a:t> </a:t>
            </a:r>
            <a:r>
              <a:rPr sz="2100" spc="-55" dirty="0">
                <a:solidFill>
                  <a:srgbClr val="404040"/>
                </a:solidFill>
                <a:latin typeface="Times New Roman"/>
                <a:cs typeface="Times New Roman"/>
              </a:rPr>
              <a:t>système</a:t>
            </a:r>
            <a:r>
              <a:rPr sz="2100" spc="-25" dirty="0">
                <a:solidFill>
                  <a:srgbClr val="404040"/>
                </a:solidFill>
                <a:latin typeface="Times New Roman"/>
                <a:cs typeface="Times New Roman"/>
              </a:rPr>
              <a:t> </a:t>
            </a:r>
            <a:r>
              <a:rPr sz="2100" spc="-60" dirty="0">
                <a:solidFill>
                  <a:srgbClr val="404040"/>
                </a:solidFill>
                <a:latin typeface="Times New Roman"/>
                <a:cs typeface="Times New Roman"/>
              </a:rPr>
              <a:t>Linux</a:t>
            </a:r>
            <a:r>
              <a:rPr sz="2100" spc="-15" dirty="0">
                <a:solidFill>
                  <a:srgbClr val="404040"/>
                </a:solidFill>
                <a:latin typeface="Times New Roman"/>
                <a:cs typeface="Times New Roman"/>
              </a:rPr>
              <a:t> </a:t>
            </a:r>
            <a:r>
              <a:rPr sz="2100" spc="-125" dirty="0">
                <a:solidFill>
                  <a:srgbClr val="404040"/>
                </a:solidFill>
                <a:latin typeface="Times New Roman"/>
                <a:cs typeface="Times New Roman"/>
              </a:rPr>
              <a:t>:</a:t>
            </a:r>
            <a:endParaRPr sz="2100">
              <a:latin typeface="Times New Roman"/>
              <a:cs typeface="Times New Roman"/>
            </a:endParaRPr>
          </a:p>
        </p:txBody>
      </p:sp>
      <p:grpSp>
        <p:nvGrpSpPr>
          <p:cNvPr id="4" name="object 4"/>
          <p:cNvGrpSpPr/>
          <p:nvPr/>
        </p:nvGrpSpPr>
        <p:grpSpPr>
          <a:xfrm>
            <a:off x="3535553" y="1585848"/>
            <a:ext cx="3539490" cy="4770755"/>
            <a:chOff x="3544062" y="1604772"/>
            <a:chExt cx="3539490" cy="4770755"/>
          </a:xfrm>
        </p:grpSpPr>
        <p:pic>
          <p:nvPicPr>
            <p:cNvPr id="5" name="object 5"/>
            <p:cNvPicPr/>
            <p:nvPr/>
          </p:nvPicPr>
          <p:blipFill>
            <a:blip r:embed="rId3" cstate="print"/>
            <a:stretch>
              <a:fillRect/>
            </a:stretch>
          </p:blipFill>
          <p:spPr>
            <a:xfrm>
              <a:off x="3553968" y="1604772"/>
              <a:ext cx="3529584" cy="4725924"/>
            </a:xfrm>
            <a:prstGeom prst="rect">
              <a:avLst/>
            </a:prstGeom>
          </p:spPr>
        </p:pic>
        <p:sp>
          <p:nvSpPr>
            <p:cNvPr id="6" name="object 6"/>
            <p:cNvSpPr/>
            <p:nvPr/>
          </p:nvSpPr>
          <p:spPr>
            <a:xfrm>
              <a:off x="3544062" y="3147822"/>
              <a:ext cx="3531235" cy="3227705"/>
            </a:xfrm>
            <a:custGeom>
              <a:avLst/>
              <a:gdLst/>
              <a:ahLst/>
              <a:cxnLst/>
              <a:rect l="l" t="t" r="r" b="b"/>
              <a:pathLst>
                <a:path w="3531234" h="3227704">
                  <a:moveTo>
                    <a:pt x="3521964" y="932688"/>
                  </a:moveTo>
                  <a:lnTo>
                    <a:pt x="3521964" y="3227451"/>
                  </a:lnTo>
                </a:path>
                <a:path w="3531234" h="3227704">
                  <a:moveTo>
                    <a:pt x="3522091" y="3221824"/>
                  </a:moveTo>
                  <a:lnTo>
                    <a:pt x="1524" y="3212591"/>
                  </a:lnTo>
                </a:path>
                <a:path w="3531234" h="3227704">
                  <a:moveTo>
                    <a:pt x="10667" y="3197250"/>
                  </a:moveTo>
                  <a:lnTo>
                    <a:pt x="10667" y="839723"/>
                  </a:lnTo>
                </a:path>
                <a:path w="3531234" h="3227704">
                  <a:moveTo>
                    <a:pt x="3530727" y="926591"/>
                  </a:moveTo>
                  <a:lnTo>
                    <a:pt x="2348484" y="926591"/>
                  </a:lnTo>
                </a:path>
                <a:path w="3531234" h="3227704">
                  <a:moveTo>
                    <a:pt x="2339340" y="935863"/>
                  </a:moveTo>
                  <a:lnTo>
                    <a:pt x="2339340" y="3048"/>
                  </a:lnTo>
                </a:path>
                <a:path w="3531234" h="3227704">
                  <a:moveTo>
                    <a:pt x="2347595" y="0"/>
                  </a:moveTo>
                  <a:lnTo>
                    <a:pt x="0" y="0"/>
                  </a:lnTo>
                </a:path>
                <a:path w="3531234" h="3227704">
                  <a:moveTo>
                    <a:pt x="10667" y="9143"/>
                  </a:moveTo>
                  <a:lnTo>
                    <a:pt x="10667" y="845565"/>
                  </a:lnTo>
                </a:path>
              </a:pathLst>
            </a:custGeom>
            <a:ln w="28956">
              <a:solidFill>
                <a:srgbClr val="000000"/>
              </a:solidFill>
            </a:ln>
          </p:spPr>
          <p:txBody>
            <a:bodyPr wrap="square" lIns="0" tIns="0" rIns="0" bIns="0" rtlCol="0"/>
            <a:lstStyle/>
            <a:p>
              <a:endParaRPr/>
            </a:p>
          </p:txBody>
        </p:sp>
      </p:grpSp>
      <p:sp>
        <p:nvSpPr>
          <p:cNvPr id="9" name="object 9"/>
          <p:cNvSpPr txBox="1"/>
          <p:nvPr/>
        </p:nvSpPr>
        <p:spPr>
          <a:xfrm>
            <a:off x="2541777" y="5748020"/>
            <a:ext cx="600075" cy="299720"/>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Times New Roman"/>
                <a:cs typeface="Times New Roman"/>
              </a:rPr>
              <a:t>Li</a:t>
            </a:r>
            <a:r>
              <a:rPr sz="1800" b="1" spc="-40" dirty="0">
                <a:latin typeface="Times New Roman"/>
                <a:cs typeface="Times New Roman"/>
              </a:rPr>
              <a:t>n</a:t>
            </a:r>
            <a:r>
              <a:rPr sz="1800" b="1" spc="-10" dirty="0">
                <a:latin typeface="Times New Roman"/>
                <a:cs typeface="Times New Roman"/>
              </a:rPr>
              <a:t>ux</a:t>
            </a:r>
            <a:endParaRPr sz="1800">
              <a:latin typeface="Times New Roman"/>
              <a:cs typeface="Times New Roman"/>
            </a:endParaRPr>
          </a:p>
        </p:txBody>
      </p:sp>
      <p:sp>
        <p:nvSpPr>
          <p:cNvPr id="15" name="object 15"/>
          <p:cNvSpPr/>
          <p:nvPr/>
        </p:nvSpPr>
        <p:spPr>
          <a:xfrm>
            <a:off x="39588" y="1930295"/>
            <a:ext cx="3441863" cy="3709670"/>
          </a:xfrm>
          <a:custGeom>
            <a:avLst/>
            <a:gdLst/>
            <a:ahLst/>
            <a:cxnLst/>
            <a:rect l="l" t="t" r="r" b="b"/>
            <a:pathLst>
              <a:path w="3416935" h="3709670">
                <a:moveTo>
                  <a:pt x="0" y="409040"/>
                </a:moveTo>
                <a:lnTo>
                  <a:pt x="20687" y="350293"/>
                </a:lnTo>
                <a:lnTo>
                  <a:pt x="39633" y="309967"/>
                </a:lnTo>
                <a:lnTo>
                  <a:pt x="61545" y="271426"/>
                </a:lnTo>
                <a:lnTo>
                  <a:pt x="86275" y="234817"/>
                </a:lnTo>
                <a:lnTo>
                  <a:pt x="113677" y="200289"/>
                </a:lnTo>
                <a:lnTo>
                  <a:pt x="143602" y="167989"/>
                </a:lnTo>
                <a:lnTo>
                  <a:pt x="175902" y="138064"/>
                </a:lnTo>
                <a:lnTo>
                  <a:pt x="210431" y="110662"/>
                </a:lnTo>
                <a:lnTo>
                  <a:pt x="247040" y="85931"/>
                </a:lnTo>
                <a:lnTo>
                  <a:pt x="285582" y="64019"/>
                </a:lnTo>
                <a:lnTo>
                  <a:pt x="325909" y="45073"/>
                </a:lnTo>
                <a:lnTo>
                  <a:pt x="367874" y="29240"/>
                </a:lnTo>
                <a:lnTo>
                  <a:pt x="411330" y="16669"/>
                </a:lnTo>
                <a:lnTo>
                  <a:pt x="456127" y="7506"/>
                </a:lnTo>
                <a:lnTo>
                  <a:pt x="502120" y="1901"/>
                </a:lnTo>
                <a:lnTo>
                  <a:pt x="549160" y="0"/>
                </a:lnTo>
                <a:lnTo>
                  <a:pt x="2843276" y="0"/>
                </a:lnTo>
                <a:lnTo>
                  <a:pt x="2890312" y="1901"/>
                </a:lnTo>
                <a:lnTo>
                  <a:pt x="2936302" y="7506"/>
                </a:lnTo>
                <a:lnTo>
                  <a:pt x="2981097" y="16669"/>
                </a:lnTo>
                <a:lnTo>
                  <a:pt x="3024550" y="29240"/>
                </a:lnTo>
                <a:lnTo>
                  <a:pt x="3066514" y="45073"/>
                </a:lnTo>
                <a:lnTo>
                  <a:pt x="3106840" y="64019"/>
                </a:lnTo>
                <a:lnTo>
                  <a:pt x="3145381" y="85931"/>
                </a:lnTo>
                <a:lnTo>
                  <a:pt x="3181990" y="110662"/>
                </a:lnTo>
                <a:lnTo>
                  <a:pt x="3216518" y="138064"/>
                </a:lnTo>
                <a:lnTo>
                  <a:pt x="3248818" y="167989"/>
                </a:lnTo>
                <a:lnTo>
                  <a:pt x="3278743" y="200289"/>
                </a:lnTo>
                <a:lnTo>
                  <a:pt x="3306145" y="234817"/>
                </a:lnTo>
                <a:lnTo>
                  <a:pt x="3330876" y="271426"/>
                </a:lnTo>
                <a:lnTo>
                  <a:pt x="3352788" y="309967"/>
                </a:lnTo>
                <a:lnTo>
                  <a:pt x="3371734" y="350293"/>
                </a:lnTo>
                <a:lnTo>
                  <a:pt x="3387567" y="392257"/>
                </a:lnTo>
                <a:lnTo>
                  <a:pt x="3400138" y="435710"/>
                </a:lnTo>
                <a:lnTo>
                  <a:pt x="3409301" y="480505"/>
                </a:lnTo>
                <a:lnTo>
                  <a:pt x="3414906" y="526495"/>
                </a:lnTo>
                <a:lnTo>
                  <a:pt x="3416808" y="573532"/>
                </a:lnTo>
                <a:lnTo>
                  <a:pt x="3416808" y="3135884"/>
                </a:lnTo>
                <a:lnTo>
                  <a:pt x="3414906" y="3182920"/>
                </a:lnTo>
                <a:lnTo>
                  <a:pt x="3409301" y="3228910"/>
                </a:lnTo>
                <a:lnTo>
                  <a:pt x="3400138" y="3273705"/>
                </a:lnTo>
                <a:lnTo>
                  <a:pt x="3387567" y="3317158"/>
                </a:lnTo>
                <a:lnTo>
                  <a:pt x="3371734" y="3359122"/>
                </a:lnTo>
                <a:lnTo>
                  <a:pt x="3352788" y="3399448"/>
                </a:lnTo>
                <a:lnTo>
                  <a:pt x="3330876" y="3437989"/>
                </a:lnTo>
                <a:lnTo>
                  <a:pt x="3306145" y="3474598"/>
                </a:lnTo>
                <a:lnTo>
                  <a:pt x="3278743" y="3509126"/>
                </a:lnTo>
                <a:lnTo>
                  <a:pt x="3248818" y="3541426"/>
                </a:lnTo>
                <a:lnTo>
                  <a:pt x="3216518" y="3571351"/>
                </a:lnTo>
                <a:lnTo>
                  <a:pt x="3181990" y="3598753"/>
                </a:lnTo>
                <a:lnTo>
                  <a:pt x="3145381" y="3623484"/>
                </a:lnTo>
                <a:lnTo>
                  <a:pt x="3106840" y="3645396"/>
                </a:lnTo>
                <a:lnTo>
                  <a:pt x="3066514" y="3664342"/>
                </a:lnTo>
                <a:lnTo>
                  <a:pt x="3024550" y="3680175"/>
                </a:lnTo>
                <a:lnTo>
                  <a:pt x="2981097" y="3692746"/>
                </a:lnTo>
                <a:lnTo>
                  <a:pt x="2936302" y="3701909"/>
                </a:lnTo>
                <a:lnTo>
                  <a:pt x="2890312" y="3707514"/>
                </a:lnTo>
                <a:lnTo>
                  <a:pt x="2843276" y="3709416"/>
                </a:lnTo>
                <a:lnTo>
                  <a:pt x="549160" y="3709416"/>
                </a:lnTo>
                <a:lnTo>
                  <a:pt x="502120" y="3707514"/>
                </a:lnTo>
                <a:lnTo>
                  <a:pt x="456127" y="3701909"/>
                </a:lnTo>
                <a:lnTo>
                  <a:pt x="411330" y="3692746"/>
                </a:lnTo>
                <a:lnTo>
                  <a:pt x="367874" y="3680175"/>
                </a:lnTo>
                <a:lnTo>
                  <a:pt x="325909" y="3664342"/>
                </a:lnTo>
                <a:lnTo>
                  <a:pt x="285582" y="3645396"/>
                </a:lnTo>
                <a:lnTo>
                  <a:pt x="247040" y="3623484"/>
                </a:lnTo>
                <a:lnTo>
                  <a:pt x="210431" y="3598753"/>
                </a:lnTo>
                <a:lnTo>
                  <a:pt x="175902" y="3571351"/>
                </a:lnTo>
                <a:lnTo>
                  <a:pt x="143602" y="3541426"/>
                </a:lnTo>
                <a:lnTo>
                  <a:pt x="113677" y="3509126"/>
                </a:lnTo>
                <a:lnTo>
                  <a:pt x="86275" y="3474598"/>
                </a:lnTo>
                <a:lnTo>
                  <a:pt x="61545" y="3437989"/>
                </a:lnTo>
                <a:lnTo>
                  <a:pt x="39633" y="3399448"/>
                </a:lnTo>
                <a:lnTo>
                  <a:pt x="20687" y="3359122"/>
                </a:lnTo>
                <a:lnTo>
                  <a:pt x="4855" y="3317158"/>
                </a:lnTo>
                <a:lnTo>
                  <a:pt x="0" y="3300375"/>
                </a:lnTo>
              </a:path>
            </a:pathLst>
          </a:custGeom>
          <a:solidFill>
            <a:srgbClr val="9966FF"/>
          </a:solidFill>
          <a:ln w="12192">
            <a:solidFill>
              <a:srgbClr val="28C4CC"/>
            </a:solidFill>
          </a:ln>
        </p:spPr>
        <p:txBody>
          <a:bodyPr wrap="square" lIns="0" tIns="0" rIns="0" bIns="0" rtlCol="0"/>
          <a:lstStyle/>
          <a:p>
            <a:pPr marL="598805" algn="just">
              <a:lnSpc>
                <a:spcPct val="100000"/>
              </a:lnSpc>
              <a:spcBef>
                <a:spcPts val="915"/>
              </a:spcBef>
            </a:pPr>
            <a:r>
              <a:rPr lang="fr-FR" sz="1400" spc="-25" dirty="0" smtClean="0">
                <a:latin typeface="Times New Roman"/>
                <a:cs typeface="Times New Roman"/>
              </a:rPr>
              <a:t>Native</a:t>
            </a:r>
            <a:r>
              <a:rPr lang="fr-FR" sz="1400" spc="-10" dirty="0" smtClean="0">
                <a:latin typeface="Times New Roman"/>
                <a:cs typeface="Times New Roman"/>
              </a:rPr>
              <a:t> </a:t>
            </a:r>
            <a:r>
              <a:rPr lang="fr-FR" sz="1400" spc="100" dirty="0" smtClean="0">
                <a:latin typeface="Times New Roman"/>
                <a:cs typeface="Times New Roman"/>
              </a:rPr>
              <a:t>C/C++</a:t>
            </a:r>
            <a:r>
              <a:rPr lang="fr-FR" sz="1400" spc="-35" dirty="0" smtClean="0">
                <a:latin typeface="Times New Roman"/>
                <a:cs typeface="Times New Roman"/>
              </a:rPr>
              <a:t> </a:t>
            </a:r>
            <a:r>
              <a:rPr lang="fr-FR" sz="1400" spc="-40" dirty="0" smtClean="0">
                <a:latin typeface="Times New Roman"/>
                <a:cs typeface="Times New Roman"/>
              </a:rPr>
              <a:t>Librairies</a:t>
            </a:r>
            <a:endParaRPr lang="fr-FR" sz="1400" dirty="0" smtClean="0">
              <a:latin typeface="Times New Roman"/>
              <a:cs typeface="Times New Roman"/>
            </a:endParaRPr>
          </a:p>
          <a:p>
            <a:pPr marL="299085" marR="52705" indent="-287020" algn="just">
              <a:lnSpc>
                <a:spcPct val="100000"/>
              </a:lnSpc>
              <a:spcBef>
                <a:spcPts val="15"/>
              </a:spcBef>
              <a:buChar char="-"/>
              <a:tabLst>
                <a:tab pos="299720" algn="l"/>
              </a:tabLst>
            </a:pPr>
            <a:r>
              <a:rPr lang="fr-FR" sz="1300" spc="5" dirty="0" smtClean="0">
                <a:latin typeface="Times New Roman"/>
                <a:cs typeface="Times New Roman"/>
              </a:rPr>
              <a:t>De </a:t>
            </a:r>
            <a:r>
              <a:rPr lang="fr-FR" sz="1300" spc="-15" dirty="0" smtClean="0">
                <a:latin typeface="Times New Roman"/>
                <a:cs typeface="Times New Roman"/>
              </a:rPr>
              <a:t>nombreux composants et </a:t>
            </a:r>
            <a:r>
              <a:rPr lang="fr-FR" sz="1300" spc="-30" dirty="0" smtClean="0">
                <a:latin typeface="Times New Roman"/>
                <a:cs typeface="Times New Roman"/>
              </a:rPr>
              <a:t>services </a:t>
            </a:r>
            <a:r>
              <a:rPr lang="fr-FR" sz="1300" spc="-10" dirty="0" smtClean="0">
                <a:latin typeface="Times New Roman"/>
                <a:cs typeface="Times New Roman"/>
              </a:rPr>
              <a:t>du </a:t>
            </a:r>
            <a:r>
              <a:rPr lang="fr-FR" sz="1300" spc="-310" dirty="0" smtClean="0">
                <a:latin typeface="Times New Roman"/>
                <a:cs typeface="Times New Roman"/>
              </a:rPr>
              <a:t> </a:t>
            </a:r>
            <a:r>
              <a:rPr lang="fr-FR" sz="1300" spc="-40" dirty="0" smtClean="0">
                <a:latin typeface="Times New Roman"/>
                <a:cs typeface="Times New Roman"/>
              </a:rPr>
              <a:t>système</a:t>
            </a:r>
            <a:r>
              <a:rPr lang="fr-FR" sz="1300" spc="245" dirty="0" smtClean="0">
                <a:latin typeface="Times New Roman"/>
                <a:cs typeface="Times New Roman"/>
              </a:rPr>
              <a:t> </a:t>
            </a:r>
            <a:r>
              <a:rPr lang="fr-FR" sz="1300" spc="-20" dirty="0" smtClean="0">
                <a:latin typeface="Times New Roman"/>
                <a:cs typeface="Times New Roman"/>
              </a:rPr>
              <a:t>Android de </a:t>
            </a:r>
            <a:r>
              <a:rPr lang="fr-FR" sz="1300" spc="-35" dirty="0" smtClean="0">
                <a:latin typeface="Times New Roman"/>
                <a:cs typeface="Times New Roman"/>
              </a:rPr>
              <a:t>base,</a:t>
            </a:r>
            <a:r>
              <a:rPr lang="fr-FR" sz="1300" spc="254" dirty="0" smtClean="0">
                <a:latin typeface="Times New Roman"/>
                <a:cs typeface="Times New Roman"/>
              </a:rPr>
              <a:t> </a:t>
            </a:r>
            <a:r>
              <a:rPr lang="fr-FR" sz="1300" spc="-35" dirty="0" smtClean="0">
                <a:latin typeface="Times New Roman"/>
                <a:cs typeface="Times New Roman"/>
              </a:rPr>
              <a:t>tels </a:t>
            </a:r>
            <a:r>
              <a:rPr lang="fr-FR" sz="1300" spc="-25" dirty="0" smtClean="0">
                <a:latin typeface="Times New Roman"/>
                <a:cs typeface="Times New Roman"/>
              </a:rPr>
              <a:t>que </a:t>
            </a:r>
            <a:r>
              <a:rPr lang="fr-FR" sz="1300" spc="-45" dirty="0" smtClean="0">
                <a:latin typeface="Times New Roman"/>
                <a:cs typeface="Times New Roman"/>
              </a:rPr>
              <a:t>ART </a:t>
            </a:r>
            <a:r>
              <a:rPr lang="fr-FR" sz="1300" spc="-40" dirty="0" smtClean="0">
                <a:latin typeface="Times New Roman"/>
                <a:cs typeface="Times New Roman"/>
              </a:rPr>
              <a:t> </a:t>
            </a:r>
            <a:r>
              <a:rPr lang="fr-FR" sz="1300" spc="-15" dirty="0" smtClean="0">
                <a:latin typeface="Times New Roman"/>
                <a:cs typeface="Times New Roman"/>
              </a:rPr>
              <a:t>et </a:t>
            </a:r>
            <a:r>
              <a:rPr lang="fr-FR" sz="1300" spc="-35" dirty="0" smtClean="0">
                <a:latin typeface="Times New Roman"/>
                <a:cs typeface="Times New Roman"/>
              </a:rPr>
              <a:t>HAL, </a:t>
            </a:r>
            <a:r>
              <a:rPr lang="fr-FR" sz="1300" spc="-5" dirty="0" smtClean="0">
                <a:latin typeface="Times New Roman"/>
                <a:cs typeface="Times New Roman"/>
              </a:rPr>
              <a:t>sont </a:t>
            </a:r>
            <a:r>
              <a:rPr lang="fr-FR" sz="1300" spc="-10" dirty="0" smtClean="0">
                <a:latin typeface="Times New Roman"/>
                <a:cs typeface="Times New Roman"/>
              </a:rPr>
              <a:t>construits </a:t>
            </a:r>
            <a:r>
              <a:rPr lang="fr-FR" sz="1300" spc="-55" dirty="0" smtClean="0">
                <a:latin typeface="Times New Roman"/>
                <a:cs typeface="Times New Roman"/>
              </a:rPr>
              <a:t>à </a:t>
            </a:r>
            <a:r>
              <a:rPr lang="fr-FR" sz="1300" spc="-15" dirty="0" smtClean="0">
                <a:latin typeface="Times New Roman"/>
                <a:cs typeface="Times New Roman"/>
              </a:rPr>
              <a:t>partir </a:t>
            </a:r>
            <a:r>
              <a:rPr lang="fr-FR" sz="1300" spc="-20" dirty="0" smtClean="0">
                <a:latin typeface="Times New Roman"/>
                <a:cs typeface="Times New Roman"/>
              </a:rPr>
              <a:t>de code </a:t>
            </a:r>
            <a:r>
              <a:rPr lang="fr-FR" sz="1300" spc="-15" dirty="0" smtClean="0">
                <a:latin typeface="Times New Roman"/>
                <a:cs typeface="Times New Roman"/>
              </a:rPr>
              <a:t> </a:t>
            </a:r>
            <a:r>
              <a:rPr lang="fr-FR" sz="1300" spc="-25" dirty="0" smtClean="0">
                <a:latin typeface="Times New Roman"/>
                <a:cs typeface="Times New Roman"/>
              </a:rPr>
              <a:t>natif</a:t>
            </a:r>
            <a:r>
              <a:rPr lang="fr-FR" sz="1300" spc="-20" dirty="0" smtClean="0">
                <a:latin typeface="Times New Roman"/>
                <a:cs typeface="Times New Roman"/>
              </a:rPr>
              <a:t> </a:t>
            </a:r>
            <a:r>
              <a:rPr lang="fr-FR" sz="1300" spc="-35" dirty="0" smtClean="0">
                <a:latin typeface="Times New Roman"/>
                <a:cs typeface="Times New Roman"/>
              </a:rPr>
              <a:t>qui</a:t>
            </a:r>
            <a:r>
              <a:rPr lang="fr-FR" sz="1300" spc="-30" dirty="0" smtClean="0">
                <a:latin typeface="Times New Roman"/>
                <a:cs typeface="Times New Roman"/>
              </a:rPr>
              <a:t> </a:t>
            </a:r>
            <a:r>
              <a:rPr lang="fr-FR" sz="1300" spc="-25" dirty="0" smtClean="0">
                <a:latin typeface="Times New Roman"/>
                <a:cs typeface="Times New Roman"/>
              </a:rPr>
              <a:t>nécessitent</a:t>
            </a:r>
            <a:r>
              <a:rPr lang="fr-FR" sz="1300" spc="-20" dirty="0" smtClean="0">
                <a:latin typeface="Times New Roman"/>
                <a:cs typeface="Times New Roman"/>
              </a:rPr>
              <a:t> </a:t>
            </a:r>
            <a:r>
              <a:rPr lang="fr-FR" sz="1300" spc="-25" dirty="0" smtClean="0">
                <a:latin typeface="Times New Roman"/>
                <a:cs typeface="Times New Roman"/>
              </a:rPr>
              <a:t>des</a:t>
            </a:r>
            <a:r>
              <a:rPr lang="fr-FR" sz="1300" spc="-20" dirty="0" smtClean="0">
                <a:latin typeface="Times New Roman"/>
                <a:cs typeface="Times New Roman"/>
              </a:rPr>
              <a:t> </a:t>
            </a:r>
            <a:r>
              <a:rPr lang="fr-FR" sz="1300" spc="-25" dirty="0" smtClean="0">
                <a:latin typeface="Times New Roman"/>
                <a:cs typeface="Times New Roman"/>
              </a:rPr>
              <a:t>bibliothèques </a:t>
            </a:r>
            <a:r>
              <a:rPr lang="fr-FR" sz="1300" spc="-20" dirty="0" smtClean="0">
                <a:latin typeface="Times New Roman"/>
                <a:cs typeface="Times New Roman"/>
              </a:rPr>
              <a:t> </a:t>
            </a:r>
            <a:r>
              <a:rPr lang="fr-FR" sz="1300" spc="-40" dirty="0" smtClean="0">
                <a:latin typeface="Times New Roman"/>
                <a:cs typeface="Times New Roman"/>
              </a:rPr>
              <a:t>natives</a:t>
            </a:r>
            <a:r>
              <a:rPr lang="fr-FR" sz="1300" spc="-15" dirty="0" smtClean="0">
                <a:latin typeface="Times New Roman"/>
                <a:cs typeface="Times New Roman"/>
              </a:rPr>
              <a:t> </a:t>
            </a:r>
            <a:r>
              <a:rPr lang="fr-FR" sz="1300" spc="-30" dirty="0" smtClean="0">
                <a:latin typeface="Times New Roman"/>
                <a:cs typeface="Times New Roman"/>
              </a:rPr>
              <a:t>écrites</a:t>
            </a:r>
            <a:r>
              <a:rPr lang="fr-FR" sz="1300" dirty="0" smtClean="0">
                <a:latin typeface="Times New Roman"/>
                <a:cs typeface="Times New Roman"/>
              </a:rPr>
              <a:t> </a:t>
            </a:r>
            <a:r>
              <a:rPr lang="fr-FR" sz="1300" spc="-15" dirty="0" smtClean="0">
                <a:latin typeface="Times New Roman"/>
                <a:cs typeface="Times New Roman"/>
              </a:rPr>
              <a:t>en</a:t>
            </a:r>
            <a:r>
              <a:rPr lang="fr-FR" sz="1300" spc="-5" dirty="0" smtClean="0">
                <a:latin typeface="Times New Roman"/>
                <a:cs typeface="Times New Roman"/>
              </a:rPr>
              <a:t> </a:t>
            </a:r>
            <a:r>
              <a:rPr lang="fr-FR" sz="1300" spc="-45" dirty="0" smtClean="0">
                <a:latin typeface="Times New Roman"/>
                <a:cs typeface="Times New Roman"/>
              </a:rPr>
              <a:t>C</a:t>
            </a:r>
            <a:r>
              <a:rPr lang="fr-FR" sz="1300" dirty="0" smtClean="0">
                <a:latin typeface="Times New Roman"/>
                <a:cs typeface="Times New Roman"/>
              </a:rPr>
              <a:t> </a:t>
            </a:r>
            <a:r>
              <a:rPr lang="fr-FR" sz="1300" spc="-15" dirty="0" smtClean="0">
                <a:latin typeface="Times New Roman"/>
                <a:cs typeface="Times New Roman"/>
              </a:rPr>
              <a:t>et </a:t>
            </a:r>
            <a:r>
              <a:rPr lang="fr-FR" sz="1300" spc="-45" dirty="0" smtClean="0">
                <a:latin typeface="Times New Roman"/>
                <a:cs typeface="Times New Roman"/>
              </a:rPr>
              <a:t>C</a:t>
            </a:r>
            <a:r>
              <a:rPr lang="fr-FR" sz="1300" dirty="0" smtClean="0">
                <a:latin typeface="Times New Roman"/>
                <a:cs typeface="Times New Roman"/>
              </a:rPr>
              <a:t> </a:t>
            </a:r>
            <a:r>
              <a:rPr lang="fr-FR" sz="1300" spc="70" dirty="0" smtClean="0">
                <a:latin typeface="Times New Roman"/>
                <a:cs typeface="Times New Roman"/>
              </a:rPr>
              <a:t>++.</a:t>
            </a:r>
            <a:endParaRPr lang="fr-FR" sz="1300" dirty="0" smtClean="0">
              <a:latin typeface="Times New Roman"/>
              <a:cs typeface="Times New Roman"/>
            </a:endParaRPr>
          </a:p>
          <a:p>
            <a:pPr marL="299085" marR="53340" indent="-287020" algn="just">
              <a:lnSpc>
                <a:spcPct val="100000"/>
              </a:lnSpc>
              <a:spcBef>
                <a:spcPts val="5"/>
              </a:spcBef>
              <a:buChar char="-"/>
              <a:tabLst>
                <a:tab pos="299720" algn="l"/>
              </a:tabLst>
            </a:pPr>
            <a:r>
              <a:rPr lang="fr-FR" sz="1300" spc="-10" dirty="0" smtClean="0">
                <a:latin typeface="Times New Roman"/>
                <a:cs typeface="Times New Roman"/>
              </a:rPr>
              <a:t>Permet </a:t>
            </a:r>
            <a:r>
              <a:rPr lang="fr-FR" sz="1300" spc="-35" dirty="0" smtClean="0">
                <a:latin typeface="Times New Roman"/>
                <a:cs typeface="Times New Roman"/>
              </a:rPr>
              <a:t>d’exposer</a:t>
            </a:r>
            <a:r>
              <a:rPr lang="fr-FR" sz="1300" spc="-30" dirty="0" smtClean="0">
                <a:latin typeface="Times New Roman"/>
                <a:cs typeface="Times New Roman"/>
              </a:rPr>
              <a:t> </a:t>
            </a:r>
            <a:r>
              <a:rPr lang="fr-FR" sz="1300" spc="-45" dirty="0" smtClean="0">
                <a:latin typeface="Times New Roman"/>
                <a:cs typeface="Times New Roman"/>
              </a:rPr>
              <a:t>les</a:t>
            </a:r>
            <a:r>
              <a:rPr lang="fr-FR" sz="1300" spc="-40" dirty="0" smtClean="0">
                <a:latin typeface="Times New Roman"/>
                <a:cs typeface="Times New Roman"/>
              </a:rPr>
              <a:t> </a:t>
            </a:r>
            <a:r>
              <a:rPr lang="fr-FR" sz="1300" spc="-20" dirty="0" smtClean="0">
                <a:latin typeface="Times New Roman"/>
                <a:cs typeface="Times New Roman"/>
              </a:rPr>
              <a:t>fonctionnalités de </a:t>
            </a:r>
            <a:r>
              <a:rPr lang="fr-FR" sz="1300" spc="-15" dirty="0" smtClean="0">
                <a:latin typeface="Times New Roman"/>
                <a:cs typeface="Times New Roman"/>
              </a:rPr>
              <a:t> </a:t>
            </a:r>
            <a:r>
              <a:rPr lang="fr-FR" sz="1300" spc="-30" dirty="0" smtClean="0">
                <a:latin typeface="Times New Roman"/>
                <a:cs typeface="Times New Roman"/>
              </a:rPr>
              <a:t>certaines </a:t>
            </a:r>
            <a:r>
              <a:rPr lang="fr-FR" sz="1300" spc="-20" dirty="0" smtClean="0">
                <a:latin typeface="Times New Roman"/>
                <a:cs typeface="Times New Roman"/>
              </a:rPr>
              <a:t>de </a:t>
            </a:r>
            <a:r>
              <a:rPr lang="fr-FR" sz="1300" spc="-35" dirty="0" smtClean="0">
                <a:latin typeface="Times New Roman"/>
                <a:cs typeface="Times New Roman"/>
              </a:rPr>
              <a:t>ces </a:t>
            </a:r>
            <a:r>
              <a:rPr lang="fr-FR" sz="1300" spc="-25" dirty="0" smtClean="0">
                <a:latin typeface="Times New Roman"/>
                <a:cs typeface="Times New Roman"/>
              </a:rPr>
              <a:t>bibliothèques </a:t>
            </a:r>
            <a:r>
              <a:rPr lang="fr-FR" sz="1300" spc="-40" dirty="0" smtClean="0">
                <a:latin typeface="Times New Roman"/>
                <a:cs typeface="Times New Roman"/>
              </a:rPr>
              <a:t>natives </a:t>
            </a:r>
            <a:r>
              <a:rPr lang="fr-FR" sz="1300" spc="-45" dirty="0" smtClean="0">
                <a:latin typeface="Times New Roman"/>
                <a:cs typeface="Times New Roman"/>
              </a:rPr>
              <a:t>aux </a:t>
            </a:r>
            <a:r>
              <a:rPr lang="fr-FR" sz="1300" spc="-310" dirty="0" smtClean="0">
                <a:latin typeface="Times New Roman"/>
                <a:cs typeface="Times New Roman"/>
              </a:rPr>
              <a:t> </a:t>
            </a:r>
            <a:r>
              <a:rPr lang="fr-FR" sz="1300" spc="-35" dirty="0" smtClean="0">
                <a:latin typeface="Times New Roman"/>
                <a:cs typeface="Times New Roman"/>
              </a:rPr>
              <a:t>applications.</a:t>
            </a:r>
            <a:r>
              <a:rPr lang="fr-FR" sz="1300" spc="10" dirty="0" smtClean="0">
                <a:latin typeface="Times New Roman"/>
                <a:cs typeface="Times New Roman"/>
              </a:rPr>
              <a:t> </a:t>
            </a:r>
            <a:r>
              <a:rPr lang="fr-FR" sz="1300" spc="-30" dirty="0" smtClean="0">
                <a:latin typeface="Times New Roman"/>
                <a:cs typeface="Times New Roman"/>
              </a:rPr>
              <a:t>Par</a:t>
            </a:r>
            <a:r>
              <a:rPr lang="fr-FR" sz="1300" spc="-5" dirty="0" smtClean="0">
                <a:latin typeface="Times New Roman"/>
                <a:cs typeface="Times New Roman"/>
              </a:rPr>
              <a:t> </a:t>
            </a:r>
            <a:r>
              <a:rPr lang="fr-FR" sz="1300" spc="-40" dirty="0" smtClean="0">
                <a:latin typeface="Times New Roman"/>
                <a:cs typeface="Times New Roman"/>
              </a:rPr>
              <a:t>exemple</a:t>
            </a:r>
            <a:r>
              <a:rPr lang="fr-FR" sz="1300" spc="-10" dirty="0" smtClean="0">
                <a:latin typeface="Times New Roman"/>
                <a:cs typeface="Times New Roman"/>
              </a:rPr>
              <a:t> </a:t>
            </a:r>
            <a:r>
              <a:rPr lang="fr-FR" sz="1300" spc="-80" dirty="0" smtClean="0">
                <a:latin typeface="Times New Roman"/>
                <a:cs typeface="Times New Roman"/>
              </a:rPr>
              <a:t>:</a:t>
            </a:r>
          </a:p>
          <a:p>
            <a:pPr marL="756285" marR="5080" lvl="1" indent="-287020" algn="just">
              <a:spcBef>
                <a:spcPts val="95"/>
              </a:spcBef>
              <a:buFont typeface="Wingdings"/>
              <a:buChar char=""/>
              <a:tabLst>
                <a:tab pos="299720" algn="l"/>
              </a:tabLst>
            </a:pPr>
            <a:r>
              <a:rPr lang="fr-FR" sz="1300" spc="-35" dirty="0" err="1" smtClean="0">
                <a:latin typeface="Times New Roman"/>
                <a:cs typeface="Times New Roman"/>
              </a:rPr>
              <a:t>SQLite</a:t>
            </a:r>
            <a:r>
              <a:rPr lang="fr-FR" sz="1300" spc="-30" dirty="0" smtClean="0">
                <a:latin typeface="Times New Roman"/>
                <a:cs typeface="Times New Roman"/>
              </a:rPr>
              <a:t> </a:t>
            </a:r>
            <a:r>
              <a:rPr lang="fr-FR" sz="1300" spc="-80" dirty="0" smtClean="0">
                <a:latin typeface="Times New Roman"/>
                <a:cs typeface="Times New Roman"/>
              </a:rPr>
              <a:t>:</a:t>
            </a:r>
            <a:r>
              <a:rPr lang="fr-FR" sz="1300" spc="-75" dirty="0" smtClean="0">
                <a:latin typeface="Times New Roman"/>
                <a:cs typeface="Times New Roman"/>
              </a:rPr>
              <a:t> </a:t>
            </a:r>
            <a:r>
              <a:rPr lang="fr-FR" sz="1300" spc="-5" dirty="0" smtClean="0">
                <a:latin typeface="Times New Roman"/>
                <a:cs typeface="Times New Roman"/>
              </a:rPr>
              <a:t>un</a:t>
            </a:r>
            <a:r>
              <a:rPr lang="fr-FR" sz="1300" dirty="0" smtClean="0">
                <a:latin typeface="Times New Roman"/>
                <a:cs typeface="Times New Roman"/>
              </a:rPr>
              <a:t> </a:t>
            </a:r>
            <a:r>
              <a:rPr lang="fr-FR" sz="1300" spc="-15" dirty="0" smtClean="0">
                <a:latin typeface="Times New Roman"/>
                <a:cs typeface="Times New Roman"/>
              </a:rPr>
              <a:t>SGBD</a:t>
            </a:r>
            <a:r>
              <a:rPr lang="fr-FR" sz="1300" spc="-10" dirty="0" smtClean="0">
                <a:latin typeface="Times New Roman"/>
                <a:cs typeface="Times New Roman"/>
              </a:rPr>
              <a:t> </a:t>
            </a:r>
            <a:r>
              <a:rPr lang="fr-FR" sz="1300" spc="-35" dirty="0" smtClean="0">
                <a:latin typeface="Times New Roman"/>
                <a:cs typeface="Times New Roman"/>
              </a:rPr>
              <a:t>simple</a:t>
            </a:r>
            <a:r>
              <a:rPr lang="fr-FR" sz="1300" spc="-30" dirty="0" smtClean="0">
                <a:latin typeface="Times New Roman"/>
                <a:cs typeface="Times New Roman"/>
              </a:rPr>
              <a:t> </a:t>
            </a:r>
            <a:r>
              <a:rPr lang="fr-FR" sz="1300" spc="-15" dirty="0" smtClean="0">
                <a:latin typeface="Times New Roman"/>
                <a:cs typeface="Times New Roman"/>
              </a:rPr>
              <a:t>et </a:t>
            </a:r>
            <a:r>
              <a:rPr lang="fr-FR" sz="1300" spc="-10" dirty="0" smtClean="0">
                <a:latin typeface="Times New Roman"/>
                <a:cs typeface="Times New Roman"/>
              </a:rPr>
              <a:t> </a:t>
            </a:r>
            <a:r>
              <a:rPr lang="fr-FR" sz="1300" spc="-25" dirty="0" smtClean="0">
                <a:latin typeface="Times New Roman"/>
                <a:cs typeface="Times New Roman"/>
              </a:rPr>
              <a:t>puissant </a:t>
            </a:r>
            <a:r>
              <a:rPr lang="fr-FR" sz="1300" spc="-45" dirty="0" smtClean="0">
                <a:latin typeface="Times New Roman"/>
                <a:cs typeface="Times New Roman"/>
              </a:rPr>
              <a:t>accessible </a:t>
            </a:r>
            <a:r>
              <a:rPr lang="fr-FR" sz="1300" spc="-5" dirty="0" smtClean="0">
                <a:latin typeface="Times New Roman"/>
                <a:cs typeface="Times New Roman"/>
              </a:rPr>
              <a:t>pour </a:t>
            </a:r>
            <a:r>
              <a:rPr lang="fr-FR" sz="1300" spc="-15" dirty="0" smtClean="0">
                <a:latin typeface="Times New Roman"/>
                <a:cs typeface="Times New Roman"/>
              </a:rPr>
              <a:t>toutes </a:t>
            </a:r>
            <a:r>
              <a:rPr lang="fr-FR" sz="1300" spc="-45" dirty="0" smtClean="0">
                <a:latin typeface="Times New Roman"/>
                <a:cs typeface="Times New Roman"/>
              </a:rPr>
              <a:t>les </a:t>
            </a:r>
            <a:r>
              <a:rPr lang="fr-FR" sz="1300" spc="-40" dirty="0" smtClean="0">
                <a:latin typeface="Times New Roman"/>
                <a:cs typeface="Times New Roman"/>
              </a:rPr>
              <a:t> </a:t>
            </a:r>
            <a:r>
              <a:rPr lang="fr-FR" sz="1300" spc="-30" dirty="0" smtClean="0">
                <a:latin typeface="Times New Roman"/>
                <a:cs typeface="Times New Roman"/>
              </a:rPr>
              <a:t>applications</a:t>
            </a:r>
            <a:endParaRPr lang="fr-FR" sz="1300" dirty="0">
              <a:latin typeface="Times New Roman"/>
              <a:cs typeface="Times New Roman"/>
            </a:endParaRPr>
          </a:p>
          <a:p>
            <a:pPr marL="756285" marR="5080" lvl="1" indent="-287020" algn="just">
              <a:spcBef>
                <a:spcPts val="95"/>
              </a:spcBef>
              <a:buFont typeface="Wingdings"/>
              <a:buChar char=""/>
              <a:tabLst>
                <a:tab pos="299720" algn="l"/>
              </a:tabLst>
            </a:pPr>
            <a:r>
              <a:rPr lang="fr-FR" sz="1300" spc="-15" dirty="0" err="1" smtClean="0">
                <a:latin typeface="Times New Roman"/>
                <a:cs typeface="Times New Roman"/>
              </a:rPr>
              <a:t>Graphics</a:t>
            </a:r>
            <a:r>
              <a:rPr lang="fr-FR" sz="1300" spc="-15" dirty="0" smtClean="0">
                <a:latin typeface="Times New Roman"/>
                <a:cs typeface="Times New Roman"/>
              </a:rPr>
              <a:t>	</a:t>
            </a:r>
            <a:r>
              <a:rPr lang="fr-FR" sz="1300" spc="-40" dirty="0" smtClean="0">
                <a:latin typeface="Times New Roman"/>
                <a:cs typeface="Times New Roman"/>
              </a:rPr>
              <a:t>Librairies </a:t>
            </a:r>
            <a:r>
              <a:rPr lang="fr-FR" sz="1300" dirty="0" smtClean="0">
                <a:latin typeface="Times New Roman"/>
                <a:cs typeface="Times New Roman"/>
              </a:rPr>
              <a:t>(SGL/OpenGL):</a:t>
            </a:r>
            <a:r>
              <a:rPr lang="fr-FR" sz="1300" spc="5" dirty="0" smtClean="0">
                <a:latin typeface="Times New Roman"/>
                <a:cs typeface="Times New Roman"/>
              </a:rPr>
              <a:t> </a:t>
            </a:r>
            <a:r>
              <a:rPr lang="fr-FR" sz="1300" spc="-40" dirty="0" smtClean="0">
                <a:latin typeface="Times New Roman"/>
                <a:cs typeface="Times New Roman"/>
              </a:rPr>
              <a:t>librairies </a:t>
            </a:r>
            <a:r>
              <a:rPr lang="fr-FR" sz="1300" spc="-30" dirty="0" err="1" smtClean="0">
                <a:latin typeface="Times New Roman"/>
                <a:cs typeface="Times New Roman"/>
              </a:rPr>
              <a:t>dediéé</a:t>
            </a:r>
            <a:r>
              <a:rPr lang="fr-FR" sz="1300" spc="-30" dirty="0" smtClean="0">
                <a:latin typeface="Times New Roman"/>
                <a:cs typeface="Times New Roman"/>
              </a:rPr>
              <a:t> </a:t>
            </a:r>
            <a:r>
              <a:rPr lang="fr-FR" sz="1300" spc="-310" dirty="0" smtClean="0">
                <a:latin typeface="Times New Roman"/>
                <a:cs typeface="Times New Roman"/>
              </a:rPr>
              <a:t> </a:t>
            </a:r>
            <a:r>
              <a:rPr lang="fr-FR" sz="1300" spc="-5" dirty="0" smtClean="0">
                <a:latin typeface="Times New Roman"/>
                <a:cs typeface="Times New Roman"/>
              </a:rPr>
              <a:t>pour</a:t>
            </a:r>
            <a:r>
              <a:rPr lang="fr-FR" sz="1300" spc="5" dirty="0" smtClean="0">
                <a:latin typeface="Times New Roman"/>
                <a:cs typeface="Times New Roman"/>
              </a:rPr>
              <a:t> </a:t>
            </a:r>
            <a:r>
              <a:rPr lang="fr-FR" sz="1300" spc="-55" dirty="0" smtClean="0">
                <a:latin typeface="Times New Roman"/>
                <a:cs typeface="Times New Roman"/>
              </a:rPr>
              <a:t>l’affichage</a:t>
            </a:r>
            <a:r>
              <a:rPr lang="fr-FR" sz="1300" dirty="0" smtClean="0">
                <a:latin typeface="Times New Roman"/>
                <a:cs typeface="Times New Roman"/>
              </a:rPr>
              <a:t> </a:t>
            </a:r>
            <a:r>
              <a:rPr lang="fr-FR" sz="1300" spc="5" dirty="0" smtClean="0">
                <a:latin typeface="Times New Roman"/>
                <a:cs typeface="Times New Roman"/>
              </a:rPr>
              <a:t>2D </a:t>
            </a:r>
            <a:r>
              <a:rPr lang="fr-FR" sz="1300" spc="-15" dirty="0" smtClean="0">
                <a:latin typeface="Times New Roman"/>
                <a:cs typeface="Times New Roman"/>
              </a:rPr>
              <a:t>et</a:t>
            </a:r>
            <a:r>
              <a:rPr lang="fr-FR" sz="1300" spc="-10" dirty="0" smtClean="0">
                <a:latin typeface="Times New Roman"/>
                <a:cs typeface="Times New Roman"/>
              </a:rPr>
              <a:t> </a:t>
            </a:r>
            <a:r>
              <a:rPr lang="fr-FR" sz="1300" spc="5" dirty="0" smtClean="0">
                <a:latin typeface="Times New Roman"/>
                <a:cs typeface="Times New Roman"/>
              </a:rPr>
              <a:t>3D</a:t>
            </a:r>
            <a:endParaRPr lang="fr-FR" sz="1300" dirty="0" smtClean="0">
              <a:latin typeface="Times New Roman"/>
              <a:cs typeface="Times New Roman"/>
            </a:endParaRPr>
          </a:p>
          <a:p>
            <a:pPr marL="756285" marR="5080" lvl="1" indent="-287020" algn="just">
              <a:buFont typeface="Wingdings"/>
              <a:buChar char=""/>
              <a:tabLst>
                <a:tab pos="299720" algn="l"/>
              </a:tabLst>
            </a:pPr>
            <a:r>
              <a:rPr lang="fr-FR" sz="1300" spc="-40" dirty="0" smtClean="0">
                <a:latin typeface="Times New Roman"/>
                <a:cs typeface="Times New Roman"/>
              </a:rPr>
              <a:t>Surface Manager </a:t>
            </a:r>
            <a:r>
              <a:rPr lang="fr-FR" sz="1300" spc="-80" dirty="0" smtClean="0">
                <a:latin typeface="Times New Roman"/>
                <a:cs typeface="Times New Roman"/>
              </a:rPr>
              <a:t>: </a:t>
            </a:r>
            <a:r>
              <a:rPr lang="fr-FR" sz="1300" spc="-15" dirty="0" smtClean="0">
                <a:latin typeface="Times New Roman"/>
                <a:cs typeface="Times New Roman"/>
              </a:rPr>
              <a:t>Pour </a:t>
            </a:r>
            <a:r>
              <a:rPr lang="fr-FR" sz="1300" spc="-25" dirty="0" smtClean="0">
                <a:latin typeface="Times New Roman"/>
                <a:cs typeface="Times New Roman"/>
              </a:rPr>
              <a:t>créer </a:t>
            </a:r>
            <a:r>
              <a:rPr lang="fr-FR" sz="1300" spc="-30" dirty="0" smtClean="0">
                <a:latin typeface="Times New Roman"/>
                <a:cs typeface="Times New Roman"/>
              </a:rPr>
              <a:t>des </a:t>
            </a:r>
            <a:r>
              <a:rPr lang="fr-FR" sz="1300" spc="-25" dirty="0" smtClean="0">
                <a:latin typeface="Times New Roman"/>
                <a:cs typeface="Times New Roman"/>
              </a:rPr>
              <a:t> </a:t>
            </a:r>
            <a:r>
              <a:rPr lang="fr-FR" sz="1300" spc="-30" dirty="0" smtClean="0">
                <a:latin typeface="Times New Roman"/>
                <a:cs typeface="Times New Roman"/>
              </a:rPr>
              <a:t>interfaces</a:t>
            </a:r>
            <a:r>
              <a:rPr lang="fr-FR" sz="1300" spc="-25" dirty="0" smtClean="0">
                <a:latin typeface="Times New Roman"/>
                <a:cs typeface="Times New Roman"/>
              </a:rPr>
              <a:t> </a:t>
            </a:r>
            <a:r>
              <a:rPr lang="fr-FR" sz="1300" spc="-45" dirty="0" smtClean="0">
                <a:latin typeface="Times New Roman"/>
                <a:cs typeface="Times New Roman"/>
              </a:rPr>
              <a:t>visuelles</a:t>
            </a:r>
            <a:r>
              <a:rPr lang="fr-FR" sz="1300" spc="-40" dirty="0" smtClean="0">
                <a:latin typeface="Times New Roman"/>
                <a:cs typeface="Times New Roman"/>
              </a:rPr>
              <a:t> </a:t>
            </a:r>
            <a:r>
              <a:rPr lang="fr-FR" sz="1300" spc="-15" dirty="0" smtClean="0">
                <a:latin typeface="Times New Roman"/>
                <a:cs typeface="Times New Roman"/>
              </a:rPr>
              <a:t>et</a:t>
            </a:r>
            <a:r>
              <a:rPr lang="fr-FR" sz="1300" spc="-10" dirty="0" smtClean="0">
                <a:latin typeface="Times New Roman"/>
                <a:cs typeface="Times New Roman"/>
              </a:rPr>
              <a:t> </a:t>
            </a:r>
            <a:r>
              <a:rPr lang="fr-FR" sz="1300" spc="-25" dirty="0" smtClean="0">
                <a:latin typeface="Times New Roman"/>
                <a:cs typeface="Times New Roman"/>
              </a:rPr>
              <a:t>gestion</a:t>
            </a:r>
            <a:r>
              <a:rPr lang="fr-FR" sz="1300" spc="-20" dirty="0" smtClean="0">
                <a:latin typeface="Times New Roman"/>
                <a:cs typeface="Times New Roman"/>
              </a:rPr>
              <a:t> de </a:t>
            </a:r>
            <a:r>
              <a:rPr lang="fr-FR" sz="1300" spc="-310" dirty="0" smtClean="0">
                <a:latin typeface="Times New Roman"/>
                <a:cs typeface="Times New Roman"/>
              </a:rPr>
              <a:t> </a:t>
            </a:r>
            <a:r>
              <a:rPr lang="fr-FR" sz="1300" spc="-55" dirty="0" smtClean="0">
                <a:latin typeface="Times New Roman"/>
                <a:cs typeface="Times New Roman"/>
              </a:rPr>
              <a:t>l’affichage.</a:t>
            </a:r>
          </a:p>
          <a:p>
            <a:pPr marL="756285" marR="5080" lvl="1" indent="-287020" algn="just">
              <a:buFont typeface="Wingdings"/>
              <a:buChar char=""/>
              <a:tabLst>
                <a:tab pos="299720" algn="l"/>
              </a:tabLst>
            </a:pPr>
            <a:r>
              <a:rPr lang="fr-FR" sz="1300" spc="-55" dirty="0" smtClean="0">
                <a:latin typeface="Times New Roman"/>
                <a:cs typeface="Times New Roman"/>
              </a:rPr>
              <a:t>SSL</a:t>
            </a:r>
            <a:endParaRPr lang="fr-FR" sz="1300" dirty="0" smtClean="0">
              <a:latin typeface="Times New Roman"/>
              <a:cs typeface="Times New Roman"/>
            </a:endParaRPr>
          </a:p>
        </p:txBody>
      </p:sp>
      <p:sp>
        <p:nvSpPr>
          <p:cNvPr id="23" name="object 23"/>
          <p:cNvSpPr/>
          <p:nvPr/>
        </p:nvSpPr>
        <p:spPr>
          <a:xfrm>
            <a:off x="7088123" y="2031492"/>
            <a:ext cx="5046600" cy="1089660"/>
          </a:xfrm>
          <a:custGeom>
            <a:avLst/>
            <a:gdLst/>
            <a:ahLst/>
            <a:cxnLst/>
            <a:rect l="l" t="t" r="r" b="b"/>
            <a:pathLst>
              <a:path w="5104130" h="1089660">
                <a:moveTo>
                  <a:pt x="0" y="181610"/>
                </a:moveTo>
                <a:lnTo>
                  <a:pt x="6485" y="133320"/>
                </a:lnTo>
                <a:lnTo>
                  <a:pt x="24788" y="89934"/>
                </a:lnTo>
                <a:lnTo>
                  <a:pt x="53181" y="53181"/>
                </a:lnTo>
                <a:lnTo>
                  <a:pt x="89934" y="24788"/>
                </a:lnTo>
                <a:lnTo>
                  <a:pt x="133320" y="6485"/>
                </a:lnTo>
                <a:lnTo>
                  <a:pt x="181609" y="0"/>
                </a:lnTo>
                <a:lnTo>
                  <a:pt x="4922266" y="0"/>
                </a:lnTo>
                <a:lnTo>
                  <a:pt x="4970555" y="6485"/>
                </a:lnTo>
                <a:lnTo>
                  <a:pt x="5013941" y="24788"/>
                </a:lnTo>
                <a:lnTo>
                  <a:pt x="5050694" y="53181"/>
                </a:lnTo>
                <a:lnTo>
                  <a:pt x="5079087" y="89934"/>
                </a:lnTo>
                <a:lnTo>
                  <a:pt x="5097390" y="133320"/>
                </a:lnTo>
                <a:lnTo>
                  <a:pt x="5103876" y="181610"/>
                </a:lnTo>
                <a:lnTo>
                  <a:pt x="5103876" y="908050"/>
                </a:lnTo>
                <a:lnTo>
                  <a:pt x="5097390" y="956339"/>
                </a:lnTo>
                <a:lnTo>
                  <a:pt x="5079087" y="999725"/>
                </a:lnTo>
                <a:lnTo>
                  <a:pt x="5050694" y="1036478"/>
                </a:lnTo>
                <a:lnTo>
                  <a:pt x="5013941" y="1064871"/>
                </a:lnTo>
                <a:lnTo>
                  <a:pt x="4970555" y="1083174"/>
                </a:lnTo>
                <a:lnTo>
                  <a:pt x="4922266" y="1089660"/>
                </a:lnTo>
                <a:lnTo>
                  <a:pt x="181609" y="1089660"/>
                </a:lnTo>
                <a:lnTo>
                  <a:pt x="133320" y="1083174"/>
                </a:lnTo>
                <a:lnTo>
                  <a:pt x="89934" y="1064871"/>
                </a:lnTo>
                <a:lnTo>
                  <a:pt x="53181" y="1036478"/>
                </a:lnTo>
                <a:lnTo>
                  <a:pt x="24788" y="999725"/>
                </a:lnTo>
                <a:lnTo>
                  <a:pt x="6485" y="956339"/>
                </a:lnTo>
                <a:lnTo>
                  <a:pt x="0" y="908050"/>
                </a:lnTo>
                <a:lnTo>
                  <a:pt x="0" y="181610"/>
                </a:lnTo>
                <a:close/>
              </a:path>
            </a:pathLst>
          </a:custGeom>
          <a:solidFill>
            <a:schemeClr val="accent3"/>
          </a:solidFill>
          <a:ln w="12191">
            <a:solidFill>
              <a:srgbClr val="28C4CC"/>
            </a:solidFill>
          </a:ln>
        </p:spPr>
        <p:txBody>
          <a:bodyPr wrap="square" lIns="0" tIns="0" rIns="0" bIns="0" rtlCol="0"/>
          <a:lstStyle/>
          <a:p>
            <a:pPr algn="ctr"/>
            <a:r>
              <a:rPr lang="en-US" sz="1300" dirty="0" smtClean="0">
                <a:latin typeface="Times New Roman" panose="02020603050405020304" pitchFamily="18" charset="0"/>
                <a:cs typeface="Times New Roman" panose="02020603050405020304" pitchFamily="18" charset="0"/>
              </a:rPr>
              <a:t>Java API Framework</a:t>
            </a:r>
          </a:p>
          <a:p>
            <a:pPr marL="299085" marR="5080" indent="-287020">
              <a:lnSpc>
                <a:spcPct val="100000"/>
              </a:lnSpc>
              <a:spcBef>
                <a:spcPts val="95"/>
              </a:spcBef>
              <a:tabLst>
                <a:tab pos="299085" algn="l"/>
              </a:tabLst>
            </a:pPr>
            <a:r>
              <a:rPr lang="fr-FR" sz="1300" spc="-30" dirty="0" smtClean="0">
                <a:latin typeface="Times New Roman" panose="02020603050405020304" pitchFamily="18" charset="0"/>
                <a:cs typeface="Times New Roman" panose="02020603050405020304" pitchFamily="18" charset="0"/>
              </a:rPr>
              <a:t>-	</a:t>
            </a:r>
            <a:r>
              <a:rPr lang="fr-FR" sz="1300" spc="-25" dirty="0" smtClean="0">
                <a:latin typeface="Times New Roman" panose="02020603050405020304" pitchFamily="18" charset="0"/>
                <a:cs typeface="Times New Roman" panose="02020603050405020304" pitchFamily="18" charset="0"/>
              </a:rPr>
              <a:t>Il</a:t>
            </a:r>
            <a:r>
              <a:rPr lang="fr-FR" sz="1300" spc="-20" dirty="0" smtClean="0">
                <a:latin typeface="Times New Roman" panose="02020603050405020304" pitchFamily="18" charset="0"/>
                <a:cs typeface="Times New Roman" panose="02020603050405020304" pitchFamily="18" charset="0"/>
              </a:rPr>
              <a:t> </a:t>
            </a:r>
            <a:r>
              <a:rPr lang="fr-FR" sz="1300" spc="-10" dirty="0" smtClean="0">
                <a:latin typeface="Times New Roman" panose="02020603050405020304" pitchFamily="18" charset="0"/>
                <a:cs typeface="Times New Roman" panose="02020603050405020304" pitchFamily="18" charset="0"/>
              </a:rPr>
              <a:t>fournit</a:t>
            </a:r>
            <a:r>
              <a:rPr lang="fr-FR" sz="1300" spc="-5" dirty="0" smtClean="0">
                <a:latin typeface="Times New Roman" panose="02020603050405020304" pitchFamily="18" charset="0"/>
                <a:cs typeface="Times New Roman" panose="02020603050405020304" pitchFamily="18" charset="0"/>
              </a:rPr>
              <a:t> </a:t>
            </a:r>
            <a:r>
              <a:rPr lang="fr-FR" sz="1300" spc="-25" dirty="0" smtClean="0">
                <a:latin typeface="Times New Roman" panose="02020603050405020304" pitchFamily="18" charset="0"/>
                <a:cs typeface="Times New Roman" panose="02020603050405020304" pitchFamily="18" charset="0"/>
              </a:rPr>
              <a:t>des</a:t>
            </a:r>
            <a:r>
              <a:rPr lang="fr-FR" sz="1300" spc="-20" dirty="0" smtClean="0">
                <a:latin typeface="Times New Roman" panose="02020603050405020304" pitchFamily="18" charset="0"/>
                <a:cs typeface="Times New Roman" panose="02020603050405020304" pitchFamily="18" charset="0"/>
              </a:rPr>
              <a:t> </a:t>
            </a:r>
            <a:r>
              <a:rPr lang="fr-FR" sz="1300" spc="-15" dirty="0" smtClean="0">
                <a:latin typeface="Times New Roman" panose="02020603050405020304" pitchFamily="18" charset="0"/>
                <a:cs typeface="Times New Roman" panose="02020603050405020304" pitchFamily="18" charset="0"/>
              </a:rPr>
              <a:t>API</a:t>
            </a:r>
            <a:r>
              <a:rPr lang="fr-FR" sz="1300" spc="-10" dirty="0" smtClean="0">
                <a:latin typeface="Times New Roman" panose="02020603050405020304" pitchFamily="18" charset="0"/>
                <a:cs typeface="Times New Roman" panose="02020603050405020304" pitchFamily="18" charset="0"/>
              </a:rPr>
              <a:t> permettant</a:t>
            </a:r>
            <a:r>
              <a:rPr lang="fr-FR" sz="1300" spc="-5" dirty="0" smtClean="0">
                <a:latin typeface="Times New Roman" panose="02020603050405020304" pitchFamily="18" charset="0"/>
                <a:cs typeface="Times New Roman" panose="02020603050405020304" pitchFamily="18" charset="0"/>
              </a:rPr>
              <a:t> </a:t>
            </a:r>
            <a:r>
              <a:rPr lang="fr-FR" sz="1300" spc="-45" dirty="0" smtClean="0">
                <a:latin typeface="Times New Roman" panose="02020603050405020304" pitchFamily="18" charset="0"/>
                <a:cs typeface="Times New Roman" panose="02020603050405020304" pitchFamily="18" charset="0"/>
              </a:rPr>
              <a:t>aux</a:t>
            </a:r>
            <a:r>
              <a:rPr lang="fr-FR" sz="1300" spc="-40" dirty="0" smtClean="0">
                <a:latin typeface="Times New Roman" panose="02020603050405020304" pitchFamily="18" charset="0"/>
                <a:cs typeface="Times New Roman" panose="02020603050405020304" pitchFamily="18" charset="0"/>
              </a:rPr>
              <a:t> </a:t>
            </a:r>
            <a:r>
              <a:rPr lang="fr-FR" sz="1300" spc="-25" dirty="0" smtClean="0">
                <a:latin typeface="Times New Roman" panose="02020603050405020304" pitchFamily="18" charset="0"/>
                <a:cs typeface="Times New Roman" panose="02020603050405020304" pitchFamily="18" charset="0"/>
              </a:rPr>
              <a:t>développeurs</a:t>
            </a:r>
            <a:r>
              <a:rPr lang="fr-FR" sz="1300" spc="-20" dirty="0" smtClean="0">
                <a:latin typeface="Times New Roman" panose="02020603050405020304" pitchFamily="18" charset="0"/>
                <a:cs typeface="Times New Roman" panose="02020603050405020304" pitchFamily="18" charset="0"/>
              </a:rPr>
              <a:t> de</a:t>
            </a:r>
            <a:r>
              <a:rPr lang="fr-FR" sz="1300" spc="290" dirty="0" smtClean="0">
                <a:latin typeface="Times New Roman" panose="02020603050405020304" pitchFamily="18" charset="0"/>
                <a:cs typeface="Times New Roman" panose="02020603050405020304" pitchFamily="18" charset="0"/>
              </a:rPr>
              <a:t> </a:t>
            </a:r>
            <a:r>
              <a:rPr lang="fr-FR" sz="1300" spc="-25" dirty="0" smtClean="0">
                <a:latin typeface="Times New Roman" panose="02020603050405020304" pitchFamily="18" charset="0"/>
                <a:cs typeface="Times New Roman" panose="02020603050405020304" pitchFamily="18" charset="0"/>
              </a:rPr>
              <a:t>créer</a:t>
            </a:r>
            <a:r>
              <a:rPr lang="fr-FR" sz="1300" spc="-20" dirty="0" smtClean="0">
                <a:latin typeface="Times New Roman" panose="02020603050405020304" pitchFamily="18" charset="0"/>
                <a:cs typeface="Times New Roman" panose="02020603050405020304" pitchFamily="18" charset="0"/>
              </a:rPr>
              <a:t> </a:t>
            </a:r>
            <a:r>
              <a:rPr lang="fr-FR" sz="1300" spc="-25" dirty="0" smtClean="0">
                <a:latin typeface="Times New Roman" panose="02020603050405020304" pitchFamily="18" charset="0"/>
                <a:cs typeface="Times New Roman" panose="02020603050405020304" pitchFamily="18" charset="0"/>
              </a:rPr>
              <a:t>des </a:t>
            </a:r>
            <a:r>
              <a:rPr lang="fr-FR" sz="1300" spc="-310" dirty="0" smtClean="0">
                <a:latin typeface="Times New Roman" panose="02020603050405020304" pitchFamily="18" charset="0"/>
                <a:cs typeface="Times New Roman" panose="02020603050405020304" pitchFamily="18" charset="0"/>
              </a:rPr>
              <a:t> </a:t>
            </a:r>
            <a:r>
              <a:rPr lang="fr-FR" sz="1300" spc="-30" dirty="0" smtClean="0">
                <a:latin typeface="Times New Roman" panose="02020603050405020304" pitchFamily="18" charset="0"/>
                <a:cs typeface="Times New Roman" panose="02020603050405020304" pitchFamily="18" charset="0"/>
              </a:rPr>
              <a:t>applications</a:t>
            </a:r>
            <a:r>
              <a:rPr lang="fr-FR" sz="1300" dirty="0" smtClean="0">
                <a:latin typeface="Times New Roman" panose="02020603050405020304" pitchFamily="18" charset="0"/>
                <a:cs typeface="Times New Roman" panose="02020603050405020304" pitchFamily="18" charset="0"/>
              </a:rPr>
              <a:t> </a:t>
            </a:r>
            <a:r>
              <a:rPr lang="fr-FR" sz="1300" spc="-20" dirty="0" smtClean="0">
                <a:latin typeface="Times New Roman" panose="02020603050405020304" pitchFamily="18" charset="0"/>
                <a:cs typeface="Times New Roman" panose="02020603050405020304" pitchFamily="18" charset="0"/>
              </a:rPr>
              <a:t>Android</a:t>
            </a:r>
            <a:r>
              <a:rPr lang="fr-FR" sz="1300" spc="10" dirty="0" smtClean="0">
                <a:latin typeface="Times New Roman" panose="02020603050405020304" pitchFamily="18" charset="0"/>
                <a:cs typeface="Times New Roman" panose="02020603050405020304" pitchFamily="18" charset="0"/>
              </a:rPr>
              <a:t> </a:t>
            </a:r>
            <a:r>
              <a:rPr lang="fr-FR" sz="1300" spc="-45" dirty="0" smtClean="0">
                <a:latin typeface="Times New Roman" panose="02020603050405020304" pitchFamily="18" charset="0"/>
                <a:cs typeface="Times New Roman" panose="02020603050405020304" pitchFamily="18" charset="0"/>
              </a:rPr>
              <a:t>riches.</a:t>
            </a:r>
          </a:p>
          <a:p>
            <a:pPr marL="299085" marR="5080" indent="-287020">
              <a:spcBef>
                <a:spcPts val="95"/>
              </a:spcBef>
              <a:tabLst>
                <a:tab pos="299085" algn="l"/>
              </a:tabLst>
            </a:pPr>
            <a:r>
              <a:rPr lang="fr-FR" sz="1300" spc="-30" dirty="0" smtClean="0">
                <a:latin typeface="Times New Roman" panose="02020603050405020304" pitchFamily="18" charset="0"/>
                <a:cs typeface="Times New Roman" panose="02020603050405020304" pitchFamily="18" charset="0"/>
              </a:rPr>
              <a:t>- Chaque</a:t>
            </a:r>
            <a:r>
              <a:rPr lang="fr-FR" sz="1300" spc="-25" dirty="0" smtClean="0">
                <a:latin typeface="Times New Roman" panose="02020603050405020304" pitchFamily="18" charset="0"/>
                <a:cs typeface="Times New Roman" panose="02020603050405020304" pitchFamily="18" charset="0"/>
              </a:rPr>
              <a:t> </a:t>
            </a:r>
            <a:r>
              <a:rPr lang="fr-FR" sz="1300" spc="-30" dirty="0" smtClean="0">
                <a:latin typeface="Times New Roman" panose="02020603050405020304" pitchFamily="18" charset="0"/>
                <a:cs typeface="Times New Roman" panose="02020603050405020304" pitchFamily="18" charset="0"/>
              </a:rPr>
              <a:t>application</a:t>
            </a:r>
            <a:r>
              <a:rPr lang="fr-FR" sz="1300" spc="-25" dirty="0" smtClean="0">
                <a:latin typeface="Times New Roman" panose="02020603050405020304" pitchFamily="18" charset="0"/>
                <a:cs typeface="Times New Roman" panose="02020603050405020304" pitchFamily="18" charset="0"/>
              </a:rPr>
              <a:t> </a:t>
            </a:r>
            <a:r>
              <a:rPr lang="fr-FR" sz="1300" spc="-20" dirty="0" smtClean="0">
                <a:latin typeface="Times New Roman" panose="02020603050405020304" pitchFamily="18" charset="0"/>
                <a:cs typeface="Times New Roman" panose="02020603050405020304" pitchFamily="18" charset="0"/>
              </a:rPr>
              <a:t>est</a:t>
            </a:r>
            <a:r>
              <a:rPr lang="fr-FR" sz="1300" spc="-15" dirty="0" smtClean="0">
                <a:latin typeface="Times New Roman" panose="02020603050405020304" pitchFamily="18" charset="0"/>
                <a:cs typeface="Times New Roman" panose="02020603050405020304" pitchFamily="18" charset="0"/>
              </a:rPr>
              <a:t> </a:t>
            </a:r>
            <a:r>
              <a:rPr lang="fr-FR" sz="1300" spc="-35" dirty="0" smtClean="0">
                <a:latin typeface="Times New Roman" panose="02020603050405020304" pitchFamily="18" charset="0"/>
                <a:cs typeface="Times New Roman" panose="02020603050405020304" pitchFamily="18" charset="0"/>
              </a:rPr>
              <a:t>basée</a:t>
            </a:r>
            <a:r>
              <a:rPr lang="fr-FR" sz="1300" spc="-30" dirty="0" smtClean="0">
                <a:latin typeface="Times New Roman" panose="02020603050405020304" pitchFamily="18" charset="0"/>
                <a:cs typeface="Times New Roman" panose="02020603050405020304" pitchFamily="18" charset="0"/>
              </a:rPr>
              <a:t> </a:t>
            </a:r>
            <a:r>
              <a:rPr lang="fr-FR" sz="1300" spc="-15" dirty="0" smtClean="0">
                <a:latin typeface="Times New Roman" panose="02020603050405020304" pitchFamily="18" charset="0"/>
                <a:cs typeface="Times New Roman" panose="02020603050405020304" pitchFamily="18" charset="0"/>
              </a:rPr>
              <a:t>sur</a:t>
            </a:r>
            <a:r>
              <a:rPr lang="fr-FR" sz="1300" spc="-10" dirty="0" smtClean="0">
                <a:latin typeface="Times New Roman" panose="02020603050405020304" pitchFamily="18" charset="0"/>
                <a:cs typeface="Times New Roman" panose="02020603050405020304" pitchFamily="18" charset="0"/>
              </a:rPr>
              <a:t> </a:t>
            </a:r>
            <a:r>
              <a:rPr lang="fr-FR" sz="1300" spc="-25" dirty="0" smtClean="0">
                <a:latin typeface="Times New Roman" panose="02020603050405020304" pitchFamily="18" charset="0"/>
                <a:cs typeface="Times New Roman" panose="02020603050405020304" pitchFamily="18" charset="0"/>
              </a:rPr>
              <a:t>des</a:t>
            </a:r>
            <a:r>
              <a:rPr lang="fr-FR" sz="1300" spc="-20" dirty="0" smtClean="0">
                <a:latin typeface="Times New Roman" panose="02020603050405020304" pitchFamily="18" charset="0"/>
                <a:cs typeface="Times New Roman" panose="02020603050405020304" pitchFamily="18" charset="0"/>
              </a:rPr>
              <a:t> </a:t>
            </a:r>
            <a:r>
              <a:rPr lang="fr-FR" sz="1300" spc="-30" dirty="0" smtClean="0">
                <a:latin typeface="Times New Roman" panose="02020603050405020304" pitchFamily="18" charset="0"/>
                <a:cs typeface="Times New Roman" panose="02020603050405020304" pitchFamily="18" charset="0"/>
              </a:rPr>
              <a:t>services</a:t>
            </a:r>
            <a:r>
              <a:rPr lang="fr-FR" sz="1300" spc="-25" dirty="0" smtClean="0">
                <a:latin typeface="Times New Roman" panose="02020603050405020304" pitchFamily="18" charset="0"/>
                <a:cs typeface="Times New Roman" panose="02020603050405020304" pitchFamily="18" charset="0"/>
              </a:rPr>
              <a:t> </a:t>
            </a:r>
            <a:r>
              <a:rPr lang="fr-FR" sz="1300" spc="-80" dirty="0" smtClean="0">
                <a:latin typeface="Times New Roman" panose="02020603050405020304" pitchFamily="18" charset="0"/>
                <a:cs typeface="Times New Roman" panose="02020603050405020304" pitchFamily="18" charset="0"/>
              </a:rPr>
              <a:t>:</a:t>
            </a:r>
            <a:r>
              <a:rPr lang="fr-FR" sz="1300" spc="-75" dirty="0" smtClean="0">
                <a:latin typeface="Times New Roman" panose="02020603050405020304" pitchFamily="18" charset="0"/>
                <a:cs typeface="Times New Roman" panose="02020603050405020304" pitchFamily="18" charset="0"/>
              </a:rPr>
              <a:t> </a:t>
            </a:r>
            <a:r>
              <a:rPr lang="fr-FR" sz="1300" spc="-50" dirty="0" err="1" smtClean="0">
                <a:latin typeface="Times New Roman" panose="02020603050405020304" pitchFamily="18" charset="0"/>
                <a:cs typeface="Times New Roman" panose="02020603050405020304" pitchFamily="18" charset="0"/>
              </a:rPr>
              <a:t>Activity</a:t>
            </a:r>
            <a:r>
              <a:rPr lang="fr-FR" sz="1300" spc="-45" dirty="0" smtClean="0">
                <a:latin typeface="Times New Roman" panose="02020603050405020304" pitchFamily="18" charset="0"/>
                <a:cs typeface="Times New Roman" panose="02020603050405020304" pitchFamily="18" charset="0"/>
              </a:rPr>
              <a:t> Manager, </a:t>
            </a:r>
            <a:r>
              <a:rPr lang="fr-FR" sz="1300" spc="-40" dirty="0" smtClean="0">
                <a:latin typeface="Times New Roman" panose="02020603050405020304" pitchFamily="18" charset="0"/>
                <a:cs typeface="Times New Roman" panose="02020603050405020304" pitchFamily="18" charset="0"/>
              </a:rPr>
              <a:t> </a:t>
            </a:r>
            <a:r>
              <a:rPr lang="fr-FR" sz="1300" spc="-35" dirty="0" smtClean="0">
                <a:latin typeface="Times New Roman" panose="02020603050405020304" pitchFamily="18" charset="0"/>
                <a:cs typeface="Times New Roman" panose="02020603050405020304" pitchFamily="18" charset="0"/>
              </a:rPr>
              <a:t>Ressources</a:t>
            </a:r>
            <a:r>
              <a:rPr lang="fr-FR" sz="1300" spc="10" dirty="0" smtClean="0">
                <a:latin typeface="Times New Roman" panose="02020603050405020304" pitchFamily="18" charset="0"/>
                <a:cs typeface="Times New Roman" panose="02020603050405020304" pitchFamily="18" charset="0"/>
              </a:rPr>
              <a:t> </a:t>
            </a:r>
            <a:r>
              <a:rPr lang="fr-FR" sz="1300" spc="-45" dirty="0" smtClean="0">
                <a:latin typeface="Times New Roman" panose="02020603050405020304" pitchFamily="18" charset="0"/>
                <a:cs typeface="Times New Roman" panose="02020603050405020304" pitchFamily="18" charset="0"/>
              </a:rPr>
              <a:t>Manager,</a:t>
            </a:r>
            <a:r>
              <a:rPr lang="fr-FR" sz="1300" spc="15" dirty="0" smtClean="0">
                <a:latin typeface="Times New Roman" panose="02020603050405020304" pitchFamily="18" charset="0"/>
                <a:cs typeface="Times New Roman" panose="02020603050405020304" pitchFamily="18" charset="0"/>
              </a:rPr>
              <a:t> </a:t>
            </a:r>
            <a:r>
              <a:rPr lang="fr-FR" sz="1300" spc="-40" dirty="0" err="1" smtClean="0">
                <a:latin typeface="Times New Roman" panose="02020603050405020304" pitchFamily="18" charset="0"/>
                <a:cs typeface="Times New Roman" panose="02020603050405020304" pitchFamily="18" charset="0"/>
              </a:rPr>
              <a:t>Window</a:t>
            </a:r>
            <a:r>
              <a:rPr lang="fr-FR" sz="1300" dirty="0" smtClean="0">
                <a:latin typeface="Times New Roman" panose="02020603050405020304" pitchFamily="18" charset="0"/>
                <a:cs typeface="Times New Roman" panose="02020603050405020304" pitchFamily="18" charset="0"/>
              </a:rPr>
              <a:t> </a:t>
            </a:r>
            <a:r>
              <a:rPr lang="fr-FR" sz="1300" spc="-45" dirty="0" smtClean="0">
                <a:latin typeface="Times New Roman" panose="02020603050405020304" pitchFamily="18" charset="0"/>
                <a:cs typeface="Times New Roman" panose="02020603050405020304" pitchFamily="18" charset="0"/>
              </a:rPr>
              <a:t>Manager,</a:t>
            </a:r>
            <a:r>
              <a:rPr lang="fr-FR" sz="1300" spc="30" dirty="0" smtClean="0">
                <a:latin typeface="Times New Roman" panose="02020603050405020304" pitchFamily="18" charset="0"/>
                <a:cs typeface="Times New Roman" panose="02020603050405020304" pitchFamily="18" charset="0"/>
              </a:rPr>
              <a:t> </a:t>
            </a:r>
            <a:r>
              <a:rPr lang="fr-FR" sz="1300" spc="-65" dirty="0" err="1" smtClean="0">
                <a:latin typeface="Times New Roman" panose="02020603050405020304" pitchFamily="18" charset="0"/>
                <a:cs typeface="Times New Roman" panose="02020603050405020304" pitchFamily="18" charset="0"/>
              </a:rPr>
              <a:t>View</a:t>
            </a:r>
            <a:r>
              <a:rPr lang="fr-FR" sz="1300" dirty="0" smtClean="0">
                <a:latin typeface="Times New Roman" panose="02020603050405020304" pitchFamily="18" charset="0"/>
                <a:cs typeface="Times New Roman" panose="02020603050405020304" pitchFamily="18" charset="0"/>
              </a:rPr>
              <a:t> </a:t>
            </a:r>
            <a:r>
              <a:rPr lang="fr-FR" sz="1300" spc="-50" dirty="0" smtClean="0">
                <a:latin typeface="Times New Roman" panose="02020603050405020304" pitchFamily="18" charset="0"/>
                <a:cs typeface="Times New Roman" panose="02020603050405020304" pitchFamily="18" charset="0"/>
              </a:rPr>
              <a:t>System,</a:t>
            </a:r>
            <a:r>
              <a:rPr lang="fr-FR" sz="1300" spc="10" dirty="0" smtClean="0">
                <a:latin typeface="Times New Roman" panose="02020603050405020304" pitchFamily="18" charset="0"/>
                <a:cs typeface="Times New Roman" panose="02020603050405020304" pitchFamily="18" charset="0"/>
              </a:rPr>
              <a:t> </a:t>
            </a:r>
            <a:r>
              <a:rPr lang="fr-FR" sz="1300" spc="-5" dirty="0" smtClean="0">
                <a:latin typeface="Times New Roman" panose="02020603050405020304" pitchFamily="18" charset="0"/>
                <a:cs typeface="Times New Roman" panose="02020603050405020304" pitchFamily="18" charset="0"/>
              </a:rPr>
              <a:t>…</a:t>
            </a:r>
            <a:endParaRPr lang="fr-FR" sz="1300" dirty="0" smtClean="0">
              <a:latin typeface="Times New Roman" panose="02020603050405020304" pitchFamily="18" charset="0"/>
              <a:cs typeface="Times New Roman" panose="02020603050405020304" pitchFamily="18" charset="0"/>
            </a:endParaRPr>
          </a:p>
          <a:p>
            <a:endParaRPr sz="1300" dirty="0">
              <a:latin typeface="Times New Roman" panose="02020603050405020304" pitchFamily="18" charset="0"/>
              <a:cs typeface="Times New Roman" panose="02020603050405020304" pitchFamily="18" charset="0"/>
            </a:endParaRPr>
          </a:p>
        </p:txBody>
      </p:sp>
      <p:sp>
        <p:nvSpPr>
          <p:cNvPr id="24" name="object 24"/>
          <p:cNvSpPr txBox="1"/>
          <p:nvPr/>
        </p:nvSpPr>
        <p:spPr>
          <a:xfrm>
            <a:off x="7221093" y="2262631"/>
            <a:ext cx="4839335" cy="212238"/>
          </a:xfrm>
          <a:prstGeom prst="rect">
            <a:avLst/>
          </a:prstGeom>
        </p:spPr>
        <p:txBody>
          <a:bodyPr vert="horz" wrap="square" lIns="0" tIns="12065" rIns="0" bIns="0" rtlCol="0">
            <a:spAutoFit/>
          </a:bodyPr>
          <a:lstStyle/>
          <a:p>
            <a:pPr marL="299085" marR="5080" indent="-287020">
              <a:lnSpc>
                <a:spcPct val="100000"/>
              </a:lnSpc>
              <a:spcBef>
                <a:spcPts val="95"/>
              </a:spcBef>
              <a:tabLst>
                <a:tab pos="299085" algn="l"/>
              </a:tabLst>
            </a:pPr>
            <a:endParaRPr sz="1300" dirty="0">
              <a:latin typeface="Times New Roman"/>
              <a:cs typeface="Times New Roman"/>
            </a:endParaRPr>
          </a:p>
        </p:txBody>
      </p:sp>
      <p:sp>
        <p:nvSpPr>
          <p:cNvPr id="25" name="object 25"/>
          <p:cNvSpPr txBox="1"/>
          <p:nvPr/>
        </p:nvSpPr>
        <p:spPr>
          <a:xfrm>
            <a:off x="7148701" y="3145118"/>
            <a:ext cx="4855845" cy="212238"/>
          </a:xfrm>
          <a:prstGeom prst="rect">
            <a:avLst/>
          </a:prstGeom>
        </p:spPr>
        <p:txBody>
          <a:bodyPr vert="horz" wrap="square" lIns="0" tIns="12065" rIns="0" bIns="0" rtlCol="0">
            <a:spAutoFit/>
          </a:bodyPr>
          <a:lstStyle/>
          <a:p>
            <a:pPr marL="1797685" algn="just">
              <a:lnSpc>
                <a:spcPct val="100000"/>
              </a:lnSpc>
              <a:spcBef>
                <a:spcPts val="595"/>
              </a:spcBef>
            </a:pPr>
            <a:endParaRPr sz="1300" dirty="0">
              <a:latin typeface="Times New Roman"/>
              <a:cs typeface="Times New Roman"/>
            </a:endParaRPr>
          </a:p>
        </p:txBody>
      </p:sp>
      <p:sp>
        <p:nvSpPr>
          <p:cNvPr id="29" name="object 29"/>
          <p:cNvSpPr txBox="1"/>
          <p:nvPr/>
        </p:nvSpPr>
        <p:spPr>
          <a:xfrm>
            <a:off x="7167753" y="1146428"/>
            <a:ext cx="4966970" cy="213520"/>
          </a:xfrm>
          <a:prstGeom prst="rect">
            <a:avLst/>
          </a:prstGeom>
        </p:spPr>
        <p:txBody>
          <a:bodyPr vert="horz" wrap="square" lIns="0" tIns="13335" rIns="0" bIns="0" rtlCol="0">
            <a:spAutoFit/>
          </a:bodyPr>
          <a:lstStyle/>
          <a:p>
            <a:pPr algn="ctr">
              <a:lnSpc>
                <a:spcPct val="100000"/>
              </a:lnSpc>
              <a:spcBef>
                <a:spcPts val="15"/>
              </a:spcBef>
              <a:tabLst>
                <a:tab pos="286385" algn="l"/>
              </a:tabLst>
            </a:pPr>
            <a:endParaRPr sz="1300" dirty="0">
              <a:latin typeface="Times New Roman"/>
              <a:cs typeface="Times New Roman"/>
            </a:endParaRPr>
          </a:p>
        </p:txBody>
      </p:sp>
      <p:sp>
        <p:nvSpPr>
          <p:cNvPr id="30" name="object 30"/>
          <p:cNvSpPr txBox="1"/>
          <p:nvPr/>
        </p:nvSpPr>
        <p:spPr>
          <a:xfrm>
            <a:off x="7167753" y="1560956"/>
            <a:ext cx="4977130" cy="212238"/>
          </a:xfrm>
          <a:prstGeom prst="rect">
            <a:avLst/>
          </a:prstGeom>
        </p:spPr>
        <p:txBody>
          <a:bodyPr vert="horz" wrap="square" lIns="0" tIns="12065" rIns="0" bIns="0" rtlCol="0">
            <a:spAutoFit/>
          </a:bodyPr>
          <a:lstStyle/>
          <a:p>
            <a:pPr marL="299085" marR="5080" indent="-287020">
              <a:lnSpc>
                <a:spcPct val="100000"/>
              </a:lnSpc>
              <a:spcBef>
                <a:spcPts val="95"/>
              </a:spcBef>
              <a:tabLst>
                <a:tab pos="299085" algn="l"/>
              </a:tabLst>
            </a:pPr>
            <a:endParaRPr sz="1300" dirty="0">
              <a:latin typeface="Times New Roman"/>
              <a:cs typeface="Times New Roman"/>
            </a:endParaRPr>
          </a:p>
        </p:txBody>
      </p:sp>
      <p:grpSp>
        <p:nvGrpSpPr>
          <p:cNvPr id="31" name="object 31"/>
          <p:cNvGrpSpPr/>
          <p:nvPr/>
        </p:nvGrpSpPr>
        <p:grpSpPr>
          <a:xfrm>
            <a:off x="3180588" y="1563624"/>
            <a:ext cx="3900170" cy="4392295"/>
            <a:chOff x="3180588" y="1563624"/>
            <a:chExt cx="3900170" cy="4392295"/>
          </a:xfrm>
        </p:grpSpPr>
        <p:sp>
          <p:nvSpPr>
            <p:cNvPr id="32" name="object 32"/>
            <p:cNvSpPr/>
            <p:nvPr/>
          </p:nvSpPr>
          <p:spPr>
            <a:xfrm>
              <a:off x="3551682" y="1578102"/>
              <a:ext cx="3514725" cy="2476500"/>
            </a:xfrm>
            <a:custGeom>
              <a:avLst/>
              <a:gdLst/>
              <a:ahLst/>
              <a:cxnLst/>
              <a:rect l="l" t="t" r="r" b="b"/>
              <a:pathLst>
                <a:path w="3514725" h="2476500">
                  <a:moveTo>
                    <a:pt x="3047" y="0"/>
                  </a:moveTo>
                  <a:lnTo>
                    <a:pt x="3499739" y="0"/>
                  </a:lnTo>
                </a:path>
                <a:path w="3514725" h="2476500">
                  <a:moveTo>
                    <a:pt x="3047" y="18287"/>
                  </a:moveTo>
                  <a:lnTo>
                    <a:pt x="3047" y="1534287"/>
                  </a:lnTo>
                </a:path>
                <a:path w="3514725" h="2476500">
                  <a:moveTo>
                    <a:pt x="0" y="1527048"/>
                  </a:moveTo>
                  <a:lnTo>
                    <a:pt x="2380233" y="1536700"/>
                  </a:lnTo>
                </a:path>
                <a:path w="3514725" h="2476500">
                  <a:moveTo>
                    <a:pt x="2380488" y="1543812"/>
                  </a:moveTo>
                  <a:lnTo>
                    <a:pt x="2380488" y="2463292"/>
                  </a:lnTo>
                </a:path>
                <a:path w="3514725" h="2476500">
                  <a:moveTo>
                    <a:pt x="2380488" y="2452116"/>
                  </a:moveTo>
                  <a:lnTo>
                    <a:pt x="3514216" y="2463038"/>
                  </a:lnTo>
                </a:path>
                <a:path w="3514725" h="2476500">
                  <a:moveTo>
                    <a:pt x="3500373" y="2476246"/>
                  </a:moveTo>
                  <a:lnTo>
                    <a:pt x="3489960" y="0"/>
                  </a:lnTo>
                </a:path>
              </a:pathLst>
            </a:custGeom>
            <a:ln w="28956">
              <a:solidFill>
                <a:srgbClr val="FF0000"/>
              </a:solidFill>
            </a:ln>
          </p:spPr>
          <p:txBody>
            <a:bodyPr wrap="square" lIns="0" tIns="0" rIns="0" bIns="0" rtlCol="0"/>
            <a:lstStyle/>
            <a:p>
              <a:endParaRPr/>
            </a:p>
          </p:txBody>
        </p:sp>
        <p:sp>
          <p:nvSpPr>
            <p:cNvPr id="33" name="object 33"/>
            <p:cNvSpPr/>
            <p:nvPr/>
          </p:nvSpPr>
          <p:spPr>
            <a:xfrm>
              <a:off x="3188208" y="1808988"/>
              <a:ext cx="376555" cy="337185"/>
            </a:xfrm>
            <a:custGeom>
              <a:avLst/>
              <a:gdLst/>
              <a:ahLst/>
              <a:cxnLst/>
              <a:rect l="l" t="t" r="r" b="b"/>
              <a:pathLst>
                <a:path w="376554" h="337185">
                  <a:moveTo>
                    <a:pt x="147701" y="0"/>
                  </a:moveTo>
                  <a:lnTo>
                    <a:pt x="0" y="60706"/>
                  </a:lnTo>
                  <a:lnTo>
                    <a:pt x="132461" y="130683"/>
                  </a:lnTo>
                  <a:lnTo>
                    <a:pt x="87503" y="151384"/>
                  </a:lnTo>
                  <a:lnTo>
                    <a:pt x="212979" y="218059"/>
                  </a:lnTo>
                  <a:lnTo>
                    <a:pt x="174497" y="232537"/>
                  </a:lnTo>
                  <a:lnTo>
                    <a:pt x="376428" y="336803"/>
                  </a:lnTo>
                  <a:lnTo>
                    <a:pt x="257302" y="200787"/>
                  </a:lnTo>
                  <a:lnTo>
                    <a:pt x="288925" y="187198"/>
                  </a:lnTo>
                  <a:lnTo>
                    <a:pt x="192531" y="106045"/>
                  </a:lnTo>
                  <a:lnTo>
                    <a:pt x="224155" y="94741"/>
                  </a:lnTo>
                  <a:lnTo>
                    <a:pt x="147701" y="0"/>
                  </a:lnTo>
                  <a:close/>
                </a:path>
              </a:pathLst>
            </a:custGeom>
            <a:solidFill>
              <a:srgbClr val="FF0000"/>
            </a:solidFill>
          </p:spPr>
          <p:txBody>
            <a:bodyPr wrap="square" lIns="0" tIns="0" rIns="0" bIns="0" rtlCol="0"/>
            <a:lstStyle/>
            <a:p>
              <a:endParaRPr/>
            </a:p>
          </p:txBody>
        </p:sp>
        <p:sp>
          <p:nvSpPr>
            <p:cNvPr id="34" name="object 34"/>
            <p:cNvSpPr/>
            <p:nvPr/>
          </p:nvSpPr>
          <p:spPr>
            <a:xfrm>
              <a:off x="3188208" y="1808988"/>
              <a:ext cx="376555" cy="337185"/>
            </a:xfrm>
            <a:custGeom>
              <a:avLst/>
              <a:gdLst/>
              <a:ahLst/>
              <a:cxnLst/>
              <a:rect l="l" t="t" r="r" b="b"/>
              <a:pathLst>
                <a:path w="376554" h="337185">
                  <a:moveTo>
                    <a:pt x="147701" y="0"/>
                  </a:moveTo>
                  <a:lnTo>
                    <a:pt x="224155" y="94741"/>
                  </a:lnTo>
                  <a:lnTo>
                    <a:pt x="192531" y="106045"/>
                  </a:lnTo>
                  <a:lnTo>
                    <a:pt x="288925" y="187198"/>
                  </a:lnTo>
                  <a:lnTo>
                    <a:pt x="257302" y="200787"/>
                  </a:lnTo>
                  <a:lnTo>
                    <a:pt x="376428" y="336803"/>
                  </a:lnTo>
                  <a:lnTo>
                    <a:pt x="174497" y="232537"/>
                  </a:lnTo>
                  <a:lnTo>
                    <a:pt x="212979" y="218059"/>
                  </a:lnTo>
                  <a:lnTo>
                    <a:pt x="87503" y="151384"/>
                  </a:lnTo>
                  <a:lnTo>
                    <a:pt x="132461" y="130683"/>
                  </a:lnTo>
                  <a:lnTo>
                    <a:pt x="0" y="60706"/>
                  </a:lnTo>
                  <a:lnTo>
                    <a:pt x="147701" y="0"/>
                  </a:lnTo>
                  <a:close/>
                </a:path>
              </a:pathLst>
            </a:custGeom>
            <a:ln w="15240">
              <a:solidFill>
                <a:srgbClr val="FF0000"/>
              </a:solidFill>
            </a:ln>
          </p:spPr>
          <p:txBody>
            <a:bodyPr wrap="square" lIns="0" tIns="0" rIns="0" bIns="0" rtlCol="0"/>
            <a:lstStyle/>
            <a:p>
              <a:endParaRPr/>
            </a:p>
          </p:txBody>
        </p:sp>
        <p:sp>
          <p:nvSpPr>
            <p:cNvPr id="35" name="object 35"/>
            <p:cNvSpPr/>
            <p:nvPr/>
          </p:nvSpPr>
          <p:spPr>
            <a:xfrm>
              <a:off x="3218688" y="5522976"/>
              <a:ext cx="302260" cy="425450"/>
            </a:xfrm>
            <a:custGeom>
              <a:avLst/>
              <a:gdLst/>
              <a:ahLst/>
              <a:cxnLst/>
              <a:rect l="l" t="t" r="r" b="b"/>
              <a:pathLst>
                <a:path w="302260" h="425450">
                  <a:moveTo>
                    <a:pt x="301751" y="0"/>
                  </a:moveTo>
                  <a:lnTo>
                    <a:pt x="139826" y="131597"/>
                  </a:lnTo>
                  <a:lnTo>
                    <a:pt x="170687" y="149860"/>
                  </a:lnTo>
                  <a:lnTo>
                    <a:pt x="70103" y="234149"/>
                  </a:lnTo>
                  <a:lnTo>
                    <a:pt x="106172" y="260197"/>
                  </a:lnTo>
                  <a:lnTo>
                    <a:pt x="0" y="348615"/>
                  </a:lnTo>
                  <a:lnTo>
                    <a:pt x="118363" y="425196"/>
                  </a:lnTo>
                  <a:lnTo>
                    <a:pt x="179704" y="305511"/>
                  </a:lnTo>
                  <a:lnTo>
                    <a:pt x="154432" y="291401"/>
                  </a:lnTo>
                  <a:lnTo>
                    <a:pt x="231521" y="188836"/>
                  </a:lnTo>
                  <a:lnTo>
                    <a:pt x="206248" y="171716"/>
                  </a:lnTo>
                  <a:lnTo>
                    <a:pt x="301751" y="0"/>
                  </a:lnTo>
                  <a:close/>
                </a:path>
              </a:pathLst>
            </a:custGeom>
            <a:solidFill>
              <a:srgbClr val="000000"/>
            </a:solidFill>
          </p:spPr>
          <p:txBody>
            <a:bodyPr wrap="square" lIns="0" tIns="0" rIns="0" bIns="0" rtlCol="0"/>
            <a:lstStyle/>
            <a:p>
              <a:endParaRPr/>
            </a:p>
          </p:txBody>
        </p:sp>
        <p:sp>
          <p:nvSpPr>
            <p:cNvPr id="36" name="object 36"/>
            <p:cNvSpPr/>
            <p:nvPr/>
          </p:nvSpPr>
          <p:spPr>
            <a:xfrm>
              <a:off x="3218688" y="5522976"/>
              <a:ext cx="302260" cy="425450"/>
            </a:xfrm>
            <a:custGeom>
              <a:avLst/>
              <a:gdLst/>
              <a:ahLst/>
              <a:cxnLst/>
              <a:rect l="l" t="t" r="r" b="b"/>
              <a:pathLst>
                <a:path w="302260" h="425450">
                  <a:moveTo>
                    <a:pt x="118363" y="425196"/>
                  </a:moveTo>
                  <a:lnTo>
                    <a:pt x="179704" y="305511"/>
                  </a:lnTo>
                  <a:lnTo>
                    <a:pt x="154432" y="291401"/>
                  </a:lnTo>
                  <a:lnTo>
                    <a:pt x="231521" y="188836"/>
                  </a:lnTo>
                  <a:lnTo>
                    <a:pt x="206248" y="171716"/>
                  </a:lnTo>
                  <a:lnTo>
                    <a:pt x="301751" y="0"/>
                  </a:lnTo>
                  <a:lnTo>
                    <a:pt x="139826" y="131597"/>
                  </a:lnTo>
                  <a:lnTo>
                    <a:pt x="170687" y="149860"/>
                  </a:lnTo>
                  <a:lnTo>
                    <a:pt x="70103" y="234149"/>
                  </a:lnTo>
                  <a:lnTo>
                    <a:pt x="106172" y="260197"/>
                  </a:lnTo>
                  <a:lnTo>
                    <a:pt x="0" y="348615"/>
                  </a:lnTo>
                  <a:lnTo>
                    <a:pt x="118363" y="425196"/>
                  </a:lnTo>
                  <a:close/>
                </a:path>
              </a:pathLst>
            </a:custGeom>
            <a:ln w="15240">
              <a:solidFill>
                <a:srgbClr val="000000"/>
              </a:solidFill>
            </a:ln>
          </p:spPr>
          <p:txBody>
            <a:bodyPr wrap="square" lIns="0" tIns="0" rIns="0" bIns="0" rtlCol="0"/>
            <a:lstStyle/>
            <a:p>
              <a:endParaRPr/>
            </a:p>
          </p:txBody>
        </p:sp>
      </p:grpSp>
      <p:sp>
        <p:nvSpPr>
          <p:cNvPr id="37" name="object 3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15</a:t>
            </a:fld>
            <a:endParaRPr dirty="0"/>
          </a:p>
        </p:txBody>
      </p:sp>
      <p:sp>
        <p:nvSpPr>
          <p:cNvPr id="39" name="object 13"/>
          <p:cNvSpPr/>
          <p:nvPr/>
        </p:nvSpPr>
        <p:spPr>
          <a:xfrm>
            <a:off x="7129145" y="1139909"/>
            <a:ext cx="5005578" cy="833755"/>
          </a:xfrm>
          <a:custGeom>
            <a:avLst/>
            <a:gdLst/>
            <a:ahLst/>
            <a:cxnLst/>
            <a:rect l="l" t="t" r="r" b="b"/>
            <a:pathLst>
              <a:path w="5062855" h="833754">
                <a:moveTo>
                  <a:pt x="0" y="138937"/>
                </a:moveTo>
                <a:lnTo>
                  <a:pt x="7085" y="95032"/>
                </a:lnTo>
                <a:lnTo>
                  <a:pt x="26814" y="56893"/>
                </a:lnTo>
                <a:lnTo>
                  <a:pt x="56893" y="26814"/>
                </a:lnTo>
                <a:lnTo>
                  <a:pt x="95032" y="7085"/>
                </a:lnTo>
                <a:lnTo>
                  <a:pt x="138938" y="0"/>
                </a:lnTo>
                <a:lnTo>
                  <a:pt x="4923790" y="0"/>
                </a:lnTo>
                <a:lnTo>
                  <a:pt x="4967695" y="7085"/>
                </a:lnTo>
                <a:lnTo>
                  <a:pt x="5005834" y="26814"/>
                </a:lnTo>
                <a:lnTo>
                  <a:pt x="5035913" y="56893"/>
                </a:lnTo>
                <a:lnTo>
                  <a:pt x="5055642" y="95032"/>
                </a:lnTo>
                <a:lnTo>
                  <a:pt x="5062728" y="138937"/>
                </a:lnTo>
                <a:lnTo>
                  <a:pt x="5062728" y="694690"/>
                </a:lnTo>
                <a:lnTo>
                  <a:pt x="5055642" y="738595"/>
                </a:lnTo>
                <a:lnTo>
                  <a:pt x="5035913" y="776734"/>
                </a:lnTo>
                <a:lnTo>
                  <a:pt x="5005834" y="806813"/>
                </a:lnTo>
                <a:lnTo>
                  <a:pt x="4967695" y="826542"/>
                </a:lnTo>
                <a:lnTo>
                  <a:pt x="4923790" y="833628"/>
                </a:lnTo>
                <a:lnTo>
                  <a:pt x="138938" y="833628"/>
                </a:lnTo>
                <a:lnTo>
                  <a:pt x="95032" y="826542"/>
                </a:lnTo>
                <a:lnTo>
                  <a:pt x="56893" y="806813"/>
                </a:lnTo>
                <a:lnTo>
                  <a:pt x="26814" y="776734"/>
                </a:lnTo>
                <a:lnTo>
                  <a:pt x="7085" y="738595"/>
                </a:lnTo>
                <a:lnTo>
                  <a:pt x="0" y="694690"/>
                </a:lnTo>
                <a:lnTo>
                  <a:pt x="0" y="138937"/>
                </a:lnTo>
                <a:close/>
              </a:path>
            </a:pathLst>
          </a:custGeom>
          <a:solidFill>
            <a:schemeClr val="accent5">
              <a:lumMod val="75000"/>
            </a:schemeClr>
          </a:solidFill>
          <a:ln w="12192">
            <a:solidFill>
              <a:schemeClr val="accent5"/>
            </a:solidFill>
          </a:ln>
        </p:spPr>
        <p:txBody>
          <a:bodyPr wrap="square" lIns="0" tIns="0" rIns="0" bIns="0" rtlCol="0"/>
          <a:lstStyle/>
          <a:p>
            <a:pPr marL="5080" algn="ctr">
              <a:lnSpc>
                <a:spcPct val="100000"/>
              </a:lnSpc>
              <a:spcBef>
                <a:spcPts val="105"/>
              </a:spcBef>
            </a:pPr>
            <a:r>
              <a:rPr lang="fr-FR" sz="1300" spc="-50" dirty="0" smtClean="0">
                <a:latin typeface="Times New Roman"/>
                <a:cs typeface="Times New Roman"/>
              </a:rPr>
              <a:t>System</a:t>
            </a:r>
            <a:r>
              <a:rPr lang="fr-FR" sz="1300" spc="-35" dirty="0" smtClean="0">
                <a:latin typeface="Times New Roman"/>
                <a:cs typeface="Times New Roman"/>
              </a:rPr>
              <a:t> </a:t>
            </a:r>
            <a:r>
              <a:rPr lang="fr-FR" sz="1300" spc="-20" dirty="0" smtClean="0">
                <a:latin typeface="Times New Roman"/>
                <a:cs typeface="Times New Roman"/>
              </a:rPr>
              <a:t>Apps</a:t>
            </a:r>
            <a:endParaRPr lang="fr-FR" sz="1300" dirty="0" smtClean="0">
              <a:latin typeface="Times New Roman"/>
              <a:cs typeface="Times New Roman"/>
            </a:endParaRPr>
          </a:p>
          <a:p>
            <a:pPr algn="ctr">
              <a:lnSpc>
                <a:spcPct val="100000"/>
              </a:lnSpc>
              <a:spcBef>
                <a:spcPts val="15"/>
              </a:spcBef>
              <a:tabLst>
                <a:tab pos="286385" algn="l"/>
              </a:tabLst>
            </a:pPr>
            <a:r>
              <a:rPr lang="fr-FR" sz="1300" spc="-30" dirty="0" smtClean="0">
                <a:latin typeface="Times New Roman"/>
                <a:cs typeface="Times New Roman"/>
              </a:rPr>
              <a:t>-	Toutes</a:t>
            </a:r>
            <a:r>
              <a:rPr lang="fr-FR" sz="1300" spc="15" dirty="0" smtClean="0">
                <a:latin typeface="Times New Roman"/>
                <a:cs typeface="Times New Roman"/>
              </a:rPr>
              <a:t> </a:t>
            </a:r>
            <a:r>
              <a:rPr lang="fr-FR" sz="1300" spc="-45" dirty="0" smtClean="0">
                <a:latin typeface="Times New Roman"/>
                <a:cs typeface="Times New Roman"/>
              </a:rPr>
              <a:t>les</a:t>
            </a:r>
            <a:r>
              <a:rPr lang="fr-FR" sz="1300" dirty="0" smtClean="0">
                <a:latin typeface="Times New Roman"/>
                <a:cs typeface="Times New Roman"/>
              </a:rPr>
              <a:t> </a:t>
            </a:r>
            <a:r>
              <a:rPr lang="fr-FR" sz="1300" spc="-35" dirty="0" smtClean="0">
                <a:latin typeface="Times New Roman"/>
                <a:cs typeface="Times New Roman"/>
              </a:rPr>
              <a:t>applications,</a:t>
            </a:r>
            <a:r>
              <a:rPr lang="fr-FR" sz="1300" spc="20" dirty="0" smtClean="0">
                <a:latin typeface="Times New Roman"/>
                <a:cs typeface="Times New Roman"/>
              </a:rPr>
              <a:t> </a:t>
            </a:r>
            <a:r>
              <a:rPr lang="fr-FR" sz="1300" spc="-40" dirty="0" smtClean="0">
                <a:latin typeface="Times New Roman"/>
                <a:cs typeface="Times New Roman"/>
              </a:rPr>
              <a:t>natives</a:t>
            </a:r>
            <a:r>
              <a:rPr lang="fr-FR" sz="1300" spc="-5" dirty="0" smtClean="0">
                <a:latin typeface="Times New Roman"/>
                <a:cs typeface="Times New Roman"/>
              </a:rPr>
              <a:t> ou</a:t>
            </a:r>
            <a:r>
              <a:rPr lang="fr-FR" sz="1300" spc="5" dirty="0" smtClean="0">
                <a:latin typeface="Times New Roman"/>
                <a:cs typeface="Times New Roman"/>
              </a:rPr>
              <a:t> </a:t>
            </a:r>
            <a:r>
              <a:rPr lang="fr-FR" sz="1300" spc="-40" dirty="0" smtClean="0">
                <a:latin typeface="Times New Roman"/>
                <a:cs typeface="Times New Roman"/>
              </a:rPr>
              <a:t>hybrides,</a:t>
            </a:r>
            <a:r>
              <a:rPr lang="fr-FR" sz="1300" spc="15" dirty="0" smtClean="0">
                <a:latin typeface="Times New Roman"/>
                <a:cs typeface="Times New Roman"/>
              </a:rPr>
              <a:t> </a:t>
            </a:r>
            <a:r>
              <a:rPr lang="fr-FR" sz="1300" spc="-5" dirty="0" smtClean="0">
                <a:latin typeface="Times New Roman"/>
                <a:cs typeface="Times New Roman"/>
              </a:rPr>
              <a:t>sont</a:t>
            </a:r>
            <a:r>
              <a:rPr lang="fr-FR" sz="1300" spc="5" dirty="0" smtClean="0">
                <a:latin typeface="Times New Roman"/>
                <a:cs typeface="Times New Roman"/>
              </a:rPr>
              <a:t> </a:t>
            </a:r>
            <a:r>
              <a:rPr lang="fr-FR" sz="1300" spc="-35" dirty="0" smtClean="0">
                <a:latin typeface="Times New Roman"/>
                <a:cs typeface="Times New Roman"/>
              </a:rPr>
              <a:t>basées</a:t>
            </a:r>
            <a:r>
              <a:rPr lang="fr-FR" sz="1300" spc="5" dirty="0" smtClean="0">
                <a:latin typeface="Times New Roman"/>
                <a:cs typeface="Times New Roman"/>
              </a:rPr>
              <a:t> </a:t>
            </a:r>
            <a:r>
              <a:rPr lang="fr-FR" sz="1300" spc="-20" dirty="0" smtClean="0">
                <a:latin typeface="Times New Roman"/>
                <a:cs typeface="Times New Roman"/>
              </a:rPr>
              <a:t>sur</a:t>
            </a:r>
            <a:r>
              <a:rPr lang="fr-FR" sz="1300" spc="25" dirty="0" smtClean="0">
                <a:latin typeface="Times New Roman"/>
                <a:cs typeface="Times New Roman"/>
              </a:rPr>
              <a:t> </a:t>
            </a:r>
            <a:r>
              <a:rPr lang="fr-FR" sz="1300" spc="-60" dirty="0" smtClean="0">
                <a:latin typeface="Times New Roman"/>
                <a:cs typeface="Times New Roman"/>
              </a:rPr>
              <a:t>la</a:t>
            </a:r>
            <a:r>
              <a:rPr lang="fr-FR" sz="1300" spc="-10" dirty="0" smtClean="0">
                <a:latin typeface="Times New Roman"/>
                <a:cs typeface="Times New Roman"/>
              </a:rPr>
              <a:t> </a:t>
            </a:r>
            <a:r>
              <a:rPr lang="fr-FR" sz="1300" spc="-30" dirty="0" smtClean="0">
                <a:latin typeface="Times New Roman"/>
                <a:cs typeface="Times New Roman"/>
              </a:rPr>
              <a:t>même</a:t>
            </a:r>
            <a:r>
              <a:rPr lang="fr-FR" sz="1300" spc="10" dirty="0" smtClean="0">
                <a:latin typeface="Times New Roman"/>
                <a:cs typeface="Times New Roman"/>
              </a:rPr>
              <a:t> </a:t>
            </a:r>
            <a:r>
              <a:rPr lang="fr-FR" sz="1300" spc="-15" dirty="0" smtClean="0">
                <a:latin typeface="Times New Roman"/>
                <a:cs typeface="Times New Roman"/>
              </a:rPr>
              <a:t>API</a:t>
            </a:r>
          </a:p>
          <a:p>
            <a:pPr algn="ctr">
              <a:spcBef>
                <a:spcPts val="15"/>
              </a:spcBef>
              <a:tabLst>
                <a:tab pos="286385" algn="l"/>
              </a:tabLst>
            </a:pPr>
            <a:r>
              <a:rPr lang="fr-FR" sz="1300" spc="-30" dirty="0" smtClean="0">
                <a:latin typeface="Times New Roman"/>
                <a:cs typeface="Times New Roman"/>
              </a:rPr>
              <a:t>-	</a:t>
            </a:r>
            <a:r>
              <a:rPr lang="fr-FR" sz="1300" spc="-55" dirty="0" smtClean="0">
                <a:latin typeface="Times New Roman"/>
                <a:cs typeface="Times New Roman"/>
              </a:rPr>
              <a:t>La</a:t>
            </a:r>
            <a:r>
              <a:rPr lang="fr-FR" sz="1300" spc="45" dirty="0" smtClean="0">
                <a:latin typeface="Times New Roman"/>
                <a:cs typeface="Times New Roman"/>
              </a:rPr>
              <a:t> </a:t>
            </a:r>
            <a:r>
              <a:rPr lang="fr-FR" sz="1300" spc="-25" dirty="0" smtClean="0">
                <a:latin typeface="Times New Roman"/>
                <a:cs typeface="Times New Roman"/>
              </a:rPr>
              <a:t>couche</a:t>
            </a:r>
            <a:r>
              <a:rPr lang="fr-FR" sz="1300" spc="50" dirty="0" smtClean="0">
                <a:latin typeface="Times New Roman"/>
                <a:cs typeface="Times New Roman"/>
              </a:rPr>
              <a:t> </a:t>
            </a:r>
            <a:r>
              <a:rPr lang="fr-FR" sz="1300" spc="-40" dirty="0" smtClean="0">
                <a:latin typeface="Times New Roman"/>
                <a:cs typeface="Times New Roman"/>
              </a:rPr>
              <a:t>system</a:t>
            </a:r>
            <a:r>
              <a:rPr lang="fr-FR" sz="1300" spc="45" dirty="0" smtClean="0">
                <a:latin typeface="Times New Roman"/>
                <a:cs typeface="Times New Roman"/>
              </a:rPr>
              <a:t> </a:t>
            </a:r>
            <a:r>
              <a:rPr lang="fr-FR" sz="1300" spc="-20" dirty="0" smtClean="0">
                <a:latin typeface="Times New Roman"/>
                <a:cs typeface="Times New Roman"/>
              </a:rPr>
              <a:t>Apps</a:t>
            </a:r>
            <a:r>
              <a:rPr lang="fr-FR" sz="1300" spc="60" dirty="0" smtClean="0">
                <a:latin typeface="Times New Roman"/>
                <a:cs typeface="Times New Roman"/>
              </a:rPr>
              <a:t> </a:t>
            </a:r>
            <a:r>
              <a:rPr lang="fr-FR" sz="1300" spc="-45" dirty="0" smtClean="0">
                <a:latin typeface="Times New Roman"/>
                <a:cs typeface="Times New Roman"/>
              </a:rPr>
              <a:t>s’exécute</a:t>
            </a:r>
            <a:r>
              <a:rPr lang="fr-FR" sz="1300" spc="50" dirty="0" smtClean="0">
                <a:latin typeface="Times New Roman"/>
                <a:cs typeface="Times New Roman"/>
              </a:rPr>
              <a:t> </a:t>
            </a:r>
            <a:r>
              <a:rPr lang="fr-FR" sz="1300" spc="-20" dirty="0" smtClean="0">
                <a:latin typeface="Times New Roman"/>
                <a:cs typeface="Times New Roman"/>
              </a:rPr>
              <a:t>sur</a:t>
            </a:r>
            <a:r>
              <a:rPr lang="fr-FR" sz="1300" spc="50" dirty="0" smtClean="0">
                <a:latin typeface="Times New Roman"/>
                <a:cs typeface="Times New Roman"/>
              </a:rPr>
              <a:t> </a:t>
            </a:r>
            <a:r>
              <a:rPr lang="fr-FR" sz="1300" spc="-20" dirty="0" smtClean="0">
                <a:latin typeface="Times New Roman"/>
                <a:cs typeface="Times New Roman"/>
              </a:rPr>
              <a:t>Android</a:t>
            </a:r>
            <a:r>
              <a:rPr lang="fr-FR" sz="1300" spc="55" dirty="0" smtClean="0">
                <a:latin typeface="Times New Roman"/>
                <a:cs typeface="Times New Roman"/>
              </a:rPr>
              <a:t> </a:t>
            </a:r>
            <a:r>
              <a:rPr lang="fr-FR" sz="1300" spc="-30" dirty="0" err="1" smtClean="0">
                <a:latin typeface="Times New Roman"/>
                <a:cs typeface="Times New Roman"/>
              </a:rPr>
              <a:t>Runtime</a:t>
            </a:r>
            <a:r>
              <a:rPr lang="fr-FR" sz="1300" spc="45" dirty="0" smtClean="0">
                <a:latin typeface="Times New Roman"/>
                <a:cs typeface="Times New Roman"/>
              </a:rPr>
              <a:t> </a:t>
            </a:r>
            <a:r>
              <a:rPr lang="fr-FR" sz="1300" spc="-15" dirty="0" smtClean="0">
                <a:latin typeface="Times New Roman"/>
                <a:cs typeface="Times New Roman"/>
              </a:rPr>
              <a:t>en</a:t>
            </a:r>
            <a:r>
              <a:rPr lang="fr-FR" sz="1300" spc="50" dirty="0" smtClean="0">
                <a:latin typeface="Times New Roman"/>
                <a:cs typeface="Times New Roman"/>
              </a:rPr>
              <a:t> </a:t>
            </a:r>
            <a:r>
              <a:rPr lang="fr-FR" sz="1300" spc="-30" dirty="0" smtClean="0">
                <a:latin typeface="Times New Roman"/>
                <a:cs typeface="Times New Roman"/>
              </a:rPr>
              <a:t>utilisant</a:t>
            </a:r>
            <a:r>
              <a:rPr lang="fr-FR" sz="1300" spc="45" dirty="0" smtClean="0">
                <a:latin typeface="Times New Roman"/>
                <a:cs typeface="Times New Roman"/>
              </a:rPr>
              <a:t> </a:t>
            </a:r>
            <a:r>
              <a:rPr lang="fr-FR" sz="1300" spc="-45" dirty="0" smtClean="0">
                <a:latin typeface="Times New Roman"/>
                <a:cs typeface="Times New Roman"/>
              </a:rPr>
              <a:t>les </a:t>
            </a:r>
            <a:r>
              <a:rPr lang="fr-FR" sz="1300" spc="-310" dirty="0" smtClean="0">
                <a:latin typeface="Times New Roman"/>
                <a:cs typeface="Times New Roman"/>
              </a:rPr>
              <a:t> </a:t>
            </a:r>
            <a:r>
              <a:rPr lang="fr-FR" sz="1300" spc="-45" dirty="0" smtClean="0">
                <a:latin typeface="Times New Roman"/>
                <a:cs typeface="Times New Roman"/>
              </a:rPr>
              <a:t>classes</a:t>
            </a:r>
            <a:r>
              <a:rPr lang="fr-FR" sz="1300" spc="5" dirty="0" smtClean="0">
                <a:latin typeface="Times New Roman"/>
                <a:cs typeface="Times New Roman"/>
              </a:rPr>
              <a:t> </a:t>
            </a:r>
            <a:r>
              <a:rPr lang="fr-FR" sz="1300" spc="-15" dirty="0" smtClean="0">
                <a:latin typeface="Times New Roman"/>
                <a:cs typeface="Times New Roman"/>
              </a:rPr>
              <a:t>et</a:t>
            </a:r>
            <a:r>
              <a:rPr lang="fr-FR" sz="1300" spc="-10" dirty="0" smtClean="0">
                <a:latin typeface="Times New Roman"/>
                <a:cs typeface="Times New Roman"/>
              </a:rPr>
              <a:t> </a:t>
            </a:r>
            <a:r>
              <a:rPr lang="fr-FR" sz="1300" spc="-35" dirty="0" smtClean="0">
                <a:latin typeface="Times New Roman"/>
                <a:cs typeface="Times New Roman"/>
              </a:rPr>
              <a:t>services</a:t>
            </a:r>
            <a:r>
              <a:rPr lang="fr-FR" sz="1300" spc="65" dirty="0" smtClean="0">
                <a:latin typeface="Times New Roman"/>
                <a:cs typeface="Times New Roman"/>
              </a:rPr>
              <a:t> </a:t>
            </a:r>
            <a:r>
              <a:rPr lang="fr-FR" sz="1300" spc="-15" dirty="0" smtClean="0">
                <a:latin typeface="Times New Roman"/>
                <a:cs typeface="Times New Roman"/>
              </a:rPr>
              <a:t>offertes</a:t>
            </a:r>
            <a:r>
              <a:rPr lang="fr-FR" sz="1300" spc="25" dirty="0" smtClean="0">
                <a:latin typeface="Times New Roman"/>
                <a:cs typeface="Times New Roman"/>
              </a:rPr>
              <a:t> </a:t>
            </a:r>
            <a:r>
              <a:rPr lang="fr-FR" sz="1300" spc="-20" dirty="0" smtClean="0">
                <a:latin typeface="Times New Roman"/>
                <a:cs typeface="Times New Roman"/>
              </a:rPr>
              <a:t>par</a:t>
            </a:r>
            <a:r>
              <a:rPr lang="fr-FR" sz="1300" spc="-5" dirty="0" smtClean="0">
                <a:latin typeface="Times New Roman"/>
                <a:cs typeface="Times New Roman"/>
              </a:rPr>
              <a:t> </a:t>
            </a:r>
            <a:r>
              <a:rPr lang="fr-FR" sz="1300" spc="-60" dirty="0" smtClean="0">
                <a:latin typeface="Times New Roman"/>
                <a:cs typeface="Times New Roman"/>
              </a:rPr>
              <a:t>la</a:t>
            </a:r>
            <a:r>
              <a:rPr lang="fr-FR" sz="1300" dirty="0" smtClean="0">
                <a:latin typeface="Times New Roman"/>
                <a:cs typeface="Times New Roman"/>
              </a:rPr>
              <a:t> </a:t>
            </a:r>
            <a:r>
              <a:rPr lang="fr-FR" sz="1300" spc="-25" dirty="0" smtClean="0">
                <a:latin typeface="Times New Roman"/>
                <a:cs typeface="Times New Roman"/>
              </a:rPr>
              <a:t>couche</a:t>
            </a:r>
            <a:r>
              <a:rPr lang="fr-FR" sz="1300" dirty="0" smtClean="0">
                <a:latin typeface="Times New Roman"/>
                <a:cs typeface="Times New Roman"/>
              </a:rPr>
              <a:t> </a:t>
            </a:r>
            <a:r>
              <a:rPr lang="fr-FR" sz="1300" spc="-75" dirty="0" smtClean="0">
                <a:latin typeface="Times New Roman"/>
                <a:cs typeface="Times New Roman"/>
              </a:rPr>
              <a:t>Java</a:t>
            </a:r>
            <a:r>
              <a:rPr lang="fr-FR" sz="1300" spc="-15" dirty="0" smtClean="0">
                <a:latin typeface="Times New Roman"/>
                <a:cs typeface="Times New Roman"/>
              </a:rPr>
              <a:t> API</a:t>
            </a:r>
            <a:r>
              <a:rPr lang="fr-FR" sz="1300" spc="10" dirty="0" smtClean="0">
                <a:latin typeface="Times New Roman"/>
                <a:cs typeface="Times New Roman"/>
              </a:rPr>
              <a:t> </a:t>
            </a:r>
            <a:r>
              <a:rPr lang="fr-FR" sz="1300" spc="-35" dirty="0" smtClean="0">
                <a:latin typeface="Times New Roman"/>
                <a:cs typeface="Times New Roman"/>
              </a:rPr>
              <a:t>Framework.</a:t>
            </a:r>
            <a:endParaRPr lang="fr-FR" sz="1300" dirty="0" smtClean="0">
              <a:latin typeface="Times New Roman"/>
              <a:cs typeface="Times New Roman"/>
            </a:endParaRPr>
          </a:p>
          <a:p>
            <a:endParaRPr lang="fr-FR" sz="1300" dirty="0" smtClean="0"/>
          </a:p>
          <a:p>
            <a:endParaRPr sz="1300" dirty="0"/>
          </a:p>
        </p:txBody>
      </p:sp>
      <p:sp>
        <p:nvSpPr>
          <p:cNvPr id="40" name="Rectangle 39"/>
          <p:cNvSpPr/>
          <p:nvPr/>
        </p:nvSpPr>
        <p:spPr>
          <a:xfrm>
            <a:off x="2284737" y="1474089"/>
            <a:ext cx="978793" cy="369332"/>
          </a:xfrm>
          <a:prstGeom prst="rect">
            <a:avLst/>
          </a:prstGeom>
        </p:spPr>
        <p:txBody>
          <a:bodyPr wrap="none">
            <a:spAutoFit/>
          </a:bodyPr>
          <a:lstStyle/>
          <a:p>
            <a:pPr marR="5080" algn="r">
              <a:lnSpc>
                <a:spcPct val="100000"/>
              </a:lnSpc>
              <a:spcBef>
                <a:spcPts val="1270"/>
              </a:spcBef>
            </a:pPr>
            <a:r>
              <a:rPr lang="en-US" b="1" spc="-45" dirty="0">
                <a:solidFill>
                  <a:srgbClr val="FF0000"/>
                </a:solidFill>
                <a:latin typeface="Times New Roman"/>
                <a:cs typeface="Times New Roman"/>
              </a:rPr>
              <a:t>Android</a:t>
            </a:r>
            <a:endParaRPr lang="en-US" dirty="0">
              <a:latin typeface="Times New Roman"/>
              <a:cs typeface="Times New Roman"/>
            </a:endParaRPr>
          </a:p>
        </p:txBody>
      </p:sp>
      <p:sp>
        <p:nvSpPr>
          <p:cNvPr id="42" name="object 13"/>
          <p:cNvSpPr/>
          <p:nvPr/>
        </p:nvSpPr>
        <p:spPr>
          <a:xfrm>
            <a:off x="7120889" y="5136177"/>
            <a:ext cx="5023993" cy="1175595"/>
          </a:xfrm>
          <a:custGeom>
            <a:avLst/>
            <a:gdLst/>
            <a:ahLst/>
            <a:cxnLst/>
            <a:rect l="l" t="t" r="r" b="b"/>
            <a:pathLst>
              <a:path w="5062855" h="833754">
                <a:moveTo>
                  <a:pt x="0" y="138937"/>
                </a:moveTo>
                <a:lnTo>
                  <a:pt x="7085" y="95032"/>
                </a:lnTo>
                <a:lnTo>
                  <a:pt x="26814" y="56893"/>
                </a:lnTo>
                <a:lnTo>
                  <a:pt x="56893" y="26814"/>
                </a:lnTo>
                <a:lnTo>
                  <a:pt x="95032" y="7085"/>
                </a:lnTo>
                <a:lnTo>
                  <a:pt x="138938" y="0"/>
                </a:lnTo>
                <a:lnTo>
                  <a:pt x="4923790" y="0"/>
                </a:lnTo>
                <a:lnTo>
                  <a:pt x="4967695" y="7085"/>
                </a:lnTo>
                <a:lnTo>
                  <a:pt x="5005834" y="26814"/>
                </a:lnTo>
                <a:lnTo>
                  <a:pt x="5035913" y="56893"/>
                </a:lnTo>
                <a:lnTo>
                  <a:pt x="5055642" y="95032"/>
                </a:lnTo>
                <a:lnTo>
                  <a:pt x="5062728" y="138937"/>
                </a:lnTo>
                <a:lnTo>
                  <a:pt x="5062728" y="694690"/>
                </a:lnTo>
                <a:lnTo>
                  <a:pt x="5055642" y="738595"/>
                </a:lnTo>
                <a:lnTo>
                  <a:pt x="5035913" y="776734"/>
                </a:lnTo>
                <a:lnTo>
                  <a:pt x="5005834" y="806813"/>
                </a:lnTo>
                <a:lnTo>
                  <a:pt x="4967695" y="826542"/>
                </a:lnTo>
                <a:lnTo>
                  <a:pt x="4923790" y="833628"/>
                </a:lnTo>
                <a:lnTo>
                  <a:pt x="138938" y="833628"/>
                </a:lnTo>
                <a:lnTo>
                  <a:pt x="95032" y="826542"/>
                </a:lnTo>
                <a:lnTo>
                  <a:pt x="56893" y="806813"/>
                </a:lnTo>
                <a:lnTo>
                  <a:pt x="26814" y="776734"/>
                </a:lnTo>
                <a:lnTo>
                  <a:pt x="7085" y="738595"/>
                </a:lnTo>
                <a:lnTo>
                  <a:pt x="0" y="694690"/>
                </a:lnTo>
                <a:lnTo>
                  <a:pt x="0" y="138937"/>
                </a:lnTo>
                <a:close/>
              </a:path>
            </a:pathLst>
          </a:custGeom>
          <a:solidFill>
            <a:schemeClr val="accent6">
              <a:lumMod val="75000"/>
            </a:schemeClr>
          </a:solidFill>
          <a:ln w="12192">
            <a:solidFill>
              <a:schemeClr val="accent5"/>
            </a:solidFill>
          </a:ln>
        </p:spPr>
        <p:txBody>
          <a:bodyPr wrap="square" lIns="0" tIns="0" rIns="0" bIns="0" rtlCol="0"/>
          <a:lstStyle/>
          <a:p>
            <a:pPr marL="2540" algn="ctr">
              <a:lnSpc>
                <a:spcPct val="100000"/>
              </a:lnSpc>
              <a:spcBef>
                <a:spcPts val="100"/>
              </a:spcBef>
            </a:pPr>
            <a:r>
              <a:rPr lang="en-US" sz="1300" b="1" spc="-15" dirty="0" smtClean="0">
                <a:solidFill>
                  <a:srgbClr val="FFFFFF"/>
                </a:solidFill>
                <a:latin typeface="Times New Roman"/>
                <a:cs typeface="Times New Roman"/>
              </a:rPr>
              <a:t>Linux</a:t>
            </a:r>
            <a:r>
              <a:rPr lang="en-US" sz="1300" b="1" spc="-30" dirty="0" smtClean="0">
                <a:solidFill>
                  <a:srgbClr val="FFFFFF"/>
                </a:solidFill>
                <a:latin typeface="Times New Roman"/>
                <a:cs typeface="Times New Roman"/>
              </a:rPr>
              <a:t> Kernel</a:t>
            </a:r>
            <a:r>
              <a:rPr lang="en-US" sz="1300" b="1" spc="-15" dirty="0" smtClean="0">
                <a:solidFill>
                  <a:srgbClr val="FFFFFF"/>
                </a:solidFill>
                <a:latin typeface="Times New Roman"/>
                <a:cs typeface="Times New Roman"/>
              </a:rPr>
              <a:t> </a:t>
            </a:r>
            <a:r>
              <a:rPr lang="en-US" sz="1300" b="1" spc="-105" dirty="0" smtClean="0">
                <a:solidFill>
                  <a:srgbClr val="FFFFFF"/>
                </a:solidFill>
                <a:latin typeface="Times New Roman"/>
                <a:cs typeface="Times New Roman"/>
              </a:rPr>
              <a:t>:</a:t>
            </a:r>
            <a:endParaRPr lang="en-US" sz="1300" dirty="0" smtClean="0">
              <a:latin typeface="Times New Roman"/>
              <a:cs typeface="Times New Roman"/>
            </a:endParaRPr>
          </a:p>
          <a:p>
            <a:pPr marL="286385" indent="-286385">
              <a:lnSpc>
                <a:spcPct val="100000"/>
              </a:lnSpc>
              <a:spcBef>
                <a:spcPts val="20"/>
              </a:spcBef>
              <a:buChar char="-"/>
              <a:tabLst>
                <a:tab pos="286385" algn="l"/>
                <a:tab pos="299720" algn="l"/>
              </a:tabLst>
            </a:pPr>
            <a:r>
              <a:rPr lang="en-US" sz="1300" spc="-25" dirty="0" err="1" smtClean="0">
                <a:solidFill>
                  <a:srgbClr val="FFFFFF"/>
                </a:solidFill>
                <a:latin typeface="Times New Roman"/>
                <a:cs typeface="Times New Roman"/>
              </a:rPr>
              <a:t>Couche</a:t>
            </a:r>
            <a:r>
              <a:rPr lang="en-US" sz="1300" spc="-5" dirty="0" smtClean="0">
                <a:solidFill>
                  <a:srgbClr val="FFFFFF"/>
                </a:solidFill>
                <a:latin typeface="Times New Roman"/>
                <a:cs typeface="Times New Roman"/>
              </a:rPr>
              <a:t> </a:t>
            </a:r>
            <a:r>
              <a:rPr lang="en-US" sz="1300" spc="-35" dirty="0" err="1" smtClean="0">
                <a:solidFill>
                  <a:srgbClr val="FFFFFF"/>
                </a:solidFill>
                <a:latin typeface="Times New Roman"/>
                <a:cs typeface="Times New Roman"/>
              </a:rPr>
              <a:t>basse</a:t>
            </a:r>
            <a:r>
              <a:rPr lang="en-US" sz="1300" spc="15" dirty="0" smtClean="0">
                <a:solidFill>
                  <a:srgbClr val="FFFFFF"/>
                </a:solidFill>
                <a:latin typeface="Times New Roman"/>
                <a:cs typeface="Times New Roman"/>
              </a:rPr>
              <a:t> </a:t>
            </a:r>
            <a:r>
              <a:rPr lang="en-US" sz="1300" spc="-20" dirty="0" smtClean="0">
                <a:solidFill>
                  <a:srgbClr val="FFFFFF"/>
                </a:solidFill>
                <a:latin typeface="Times New Roman"/>
                <a:cs typeface="Times New Roman"/>
              </a:rPr>
              <a:t>de</a:t>
            </a:r>
            <a:r>
              <a:rPr lang="en-US" sz="1300" dirty="0" smtClean="0">
                <a:solidFill>
                  <a:srgbClr val="FFFFFF"/>
                </a:solidFill>
                <a:latin typeface="Times New Roman"/>
                <a:cs typeface="Times New Roman"/>
              </a:rPr>
              <a:t> </a:t>
            </a:r>
            <a:r>
              <a:rPr lang="en-US" sz="1300" spc="-60" dirty="0" smtClean="0">
                <a:solidFill>
                  <a:srgbClr val="FFFFFF"/>
                </a:solidFill>
                <a:latin typeface="Times New Roman"/>
                <a:cs typeface="Times New Roman"/>
              </a:rPr>
              <a:t>la</a:t>
            </a:r>
            <a:r>
              <a:rPr lang="en-US" sz="1300" spc="-5" dirty="0" smtClean="0">
                <a:solidFill>
                  <a:srgbClr val="FFFFFF"/>
                </a:solidFill>
                <a:latin typeface="Times New Roman"/>
                <a:cs typeface="Times New Roman"/>
              </a:rPr>
              <a:t> </a:t>
            </a:r>
            <a:r>
              <a:rPr lang="en-US" sz="1300" spc="-20" dirty="0" err="1" smtClean="0">
                <a:solidFill>
                  <a:srgbClr val="FFFFFF"/>
                </a:solidFill>
                <a:latin typeface="Times New Roman"/>
                <a:cs typeface="Times New Roman"/>
              </a:rPr>
              <a:t>plateforme</a:t>
            </a:r>
            <a:r>
              <a:rPr lang="en-US" sz="1300" spc="20" dirty="0" smtClean="0">
                <a:solidFill>
                  <a:srgbClr val="FFFFFF"/>
                </a:solidFill>
                <a:latin typeface="Times New Roman"/>
                <a:cs typeface="Times New Roman"/>
              </a:rPr>
              <a:t> </a:t>
            </a:r>
            <a:r>
              <a:rPr lang="en-US" sz="1300" spc="-5" dirty="0" smtClean="0">
                <a:solidFill>
                  <a:srgbClr val="FFFFFF"/>
                </a:solidFill>
                <a:latin typeface="Times New Roman"/>
                <a:cs typeface="Times New Roman"/>
              </a:rPr>
              <a:t>pour</a:t>
            </a:r>
            <a:r>
              <a:rPr lang="en-US" sz="1300" spc="10" dirty="0" smtClean="0">
                <a:solidFill>
                  <a:srgbClr val="FFFFFF"/>
                </a:solidFill>
                <a:latin typeface="Times New Roman"/>
                <a:cs typeface="Times New Roman"/>
              </a:rPr>
              <a:t> </a:t>
            </a:r>
            <a:r>
              <a:rPr lang="en-US" sz="1300" spc="-60" dirty="0" smtClean="0">
                <a:solidFill>
                  <a:srgbClr val="FFFFFF"/>
                </a:solidFill>
                <a:latin typeface="Times New Roman"/>
                <a:cs typeface="Times New Roman"/>
              </a:rPr>
              <a:t>la</a:t>
            </a:r>
            <a:r>
              <a:rPr lang="en-US" sz="1300" dirty="0" smtClean="0">
                <a:solidFill>
                  <a:srgbClr val="FFFFFF"/>
                </a:solidFill>
                <a:latin typeface="Times New Roman"/>
                <a:cs typeface="Times New Roman"/>
              </a:rPr>
              <a:t> </a:t>
            </a:r>
            <a:r>
              <a:rPr lang="en-US" sz="1300" spc="-25" dirty="0" err="1" smtClean="0">
                <a:solidFill>
                  <a:srgbClr val="FFFFFF"/>
                </a:solidFill>
                <a:latin typeface="Times New Roman"/>
                <a:cs typeface="Times New Roman"/>
              </a:rPr>
              <a:t>gestion</a:t>
            </a:r>
            <a:r>
              <a:rPr lang="en-US" sz="1300" spc="15" dirty="0" smtClean="0">
                <a:solidFill>
                  <a:srgbClr val="FFFFFF"/>
                </a:solidFill>
                <a:latin typeface="Times New Roman"/>
                <a:cs typeface="Times New Roman"/>
              </a:rPr>
              <a:t> </a:t>
            </a:r>
            <a:r>
              <a:rPr lang="en-US" sz="1300" spc="-25" dirty="0" smtClean="0">
                <a:solidFill>
                  <a:srgbClr val="FFFFFF"/>
                </a:solidFill>
                <a:latin typeface="Times New Roman"/>
                <a:cs typeface="Times New Roman"/>
              </a:rPr>
              <a:t>des</a:t>
            </a:r>
            <a:r>
              <a:rPr lang="en-US" sz="1300" spc="5" dirty="0" smtClean="0">
                <a:solidFill>
                  <a:srgbClr val="FFFFFF"/>
                </a:solidFill>
                <a:latin typeface="Times New Roman"/>
                <a:cs typeface="Times New Roman"/>
              </a:rPr>
              <a:t> </a:t>
            </a:r>
            <a:r>
              <a:rPr lang="en-US" sz="1300" spc="-35" dirty="0" smtClean="0">
                <a:solidFill>
                  <a:srgbClr val="FFFFFF"/>
                </a:solidFill>
                <a:latin typeface="Times New Roman"/>
                <a:cs typeface="Times New Roman"/>
              </a:rPr>
              <a:t>services</a:t>
            </a:r>
            <a:r>
              <a:rPr lang="en-US" sz="1300" spc="10" dirty="0" smtClean="0">
                <a:solidFill>
                  <a:srgbClr val="FFFFFF"/>
                </a:solidFill>
                <a:latin typeface="Times New Roman"/>
                <a:cs typeface="Times New Roman"/>
              </a:rPr>
              <a:t> </a:t>
            </a:r>
            <a:r>
              <a:rPr lang="en-US" sz="1300" spc="-10" dirty="0" smtClean="0">
                <a:solidFill>
                  <a:srgbClr val="FFFFFF"/>
                </a:solidFill>
                <a:latin typeface="Times New Roman"/>
                <a:cs typeface="Times New Roman"/>
              </a:rPr>
              <a:t>du</a:t>
            </a:r>
            <a:r>
              <a:rPr lang="en-US" sz="1300" spc="40" dirty="0" smtClean="0">
                <a:solidFill>
                  <a:srgbClr val="FFFFFF"/>
                </a:solidFill>
                <a:latin typeface="Times New Roman"/>
                <a:cs typeface="Times New Roman"/>
              </a:rPr>
              <a:t> </a:t>
            </a:r>
            <a:r>
              <a:rPr lang="en-US" sz="1300" spc="-40" dirty="0" err="1" smtClean="0">
                <a:solidFill>
                  <a:srgbClr val="FFFFFF"/>
                </a:solidFill>
                <a:latin typeface="Times New Roman"/>
                <a:cs typeface="Times New Roman"/>
              </a:rPr>
              <a:t>système</a:t>
            </a:r>
            <a:r>
              <a:rPr lang="en-US" sz="1300" spc="-40" dirty="0" smtClean="0">
                <a:solidFill>
                  <a:srgbClr val="FFFFFF"/>
                </a:solidFill>
                <a:latin typeface="Times New Roman"/>
                <a:cs typeface="Times New Roman"/>
              </a:rPr>
              <a:t>:</a:t>
            </a:r>
            <a:endParaRPr lang="en-US" sz="1300" dirty="0" smtClean="0">
              <a:latin typeface="Times New Roman"/>
              <a:cs typeface="Times New Roman"/>
            </a:endParaRPr>
          </a:p>
          <a:p>
            <a:pPr marL="299085" marR="452755">
              <a:lnSpc>
                <a:spcPct val="100000"/>
              </a:lnSpc>
            </a:pPr>
            <a:r>
              <a:rPr lang="en-US" sz="1300" spc="-30" dirty="0" smtClean="0">
                <a:solidFill>
                  <a:srgbClr val="FFFFFF"/>
                </a:solidFill>
                <a:latin typeface="Times New Roman"/>
                <a:cs typeface="Times New Roman"/>
              </a:rPr>
              <a:t>Hardware</a:t>
            </a:r>
            <a:r>
              <a:rPr lang="en-US" sz="1300" dirty="0" smtClean="0">
                <a:solidFill>
                  <a:srgbClr val="FFFFFF"/>
                </a:solidFill>
                <a:latin typeface="Times New Roman"/>
                <a:cs typeface="Times New Roman"/>
              </a:rPr>
              <a:t> </a:t>
            </a:r>
            <a:r>
              <a:rPr lang="en-US" sz="1300" spc="-40" dirty="0" smtClean="0">
                <a:solidFill>
                  <a:srgbClr val="FFFFFF"/>
                </a:solidFill>
                <a:latin typeface="Times New Roman"/>
                <a:cs typeface="Times New Roman"/>
              </a:rPr>
              <a:t>drivers,</a:t>
            </a:r>
            <a:r>
              <a:rPr lang="en-US" sz="1300" spc="15" dirty="0" smtClean="0">
                <a:solidFill>
                  <a:srgbClr val="FFFFFF"/>
                </a:solidFill>
                <a:latin typeface="Times New Roman"/>
                <a:cs typeface="Times New Roman"/>
              </a:rPr>
              <a:t> </a:t>
            </a:r>
            <a:r>
              <a:rPr lang="en-US" sz="1300" spc="-20" dirty="0" smtClean="0">
                <a:solidFill>
                  <a:srgbClr val="FFFFFF"/>
                </a:solidFill>
                <a:latin typeface="Times New Roman"/>
                <a:cs typeface="Times New Roman"/>
              </a:rPr>
              <a:t>Process</a:t>
            </a:r>
            <a:r>
              <a:rPr lang="en-US" sz="1300" spc="20" dirty="0" smtClean="0">
                <a:solidFill>
                  <a:srgbClr val="FFFFFF"/>
                </a:solidFill>
                <a:latin typeface="Times New Roman"/>
                <a:cs typeface="Times New Roman"/>
              </a:rPr>
              <a:t> </a:t>
            </a:r>
            <a:r>
              <a:rPr lang="en-US" sz="1300" spc="-20" dirty="0" smtClean="0">
                <a:solidFill>
                  <a:srgbClr val="FFFFFF"/>
                </a:solidFill>
                <a:latin typeface="Times New Roman"/>
                <a:cs typeface="Times New Roman"/>
              </a:rPr>
              <a:t>and</a:t>
            </a:r>
            <a:r>
              <a:rPr lang="en-US" sz="1300" dirty="0" smtClean="0">
                <a:solidFill>
                  <a:srgbClr val="FFFFFF"/>
                </a:solidFill>
                <a:latin typeface="Times New Roman"/>
                <a:cs typeface="Times New Roman"/>
              </a:rPr>
              <a:t> </a:t>
            </a:r>
            <a:r>
              <a:rPr lang="en-US" sz="1300" spc="-25" dirty="0" smtClean="0">
                <a:solidFill>
                  <a:srgbClr val="FFFFFF"/>
                </a:solidFill>
                <a:latin typeface="Times New Roman"/>
                <a:cs typeface="Times New Roman"/>
              </a:rPr>
              <a:t>memory</a:t>
            </a:r>
            <a:r>
              <a:rPr lang="en-US" sz="1300" spc="15" dirty="0" smtClean="0">
                <a:solidFill>
                  <a:srgbClr val="FFFFFF"/>
                </a:solidFill>
                <a:latin typeface="Times New Roman"/>
                <a:cs typeface="Times New Roman"/>
              </a:rPr>
              <a:t> </a:t>
            </a:r>
            <a:r>
              <a:rPr lang="en-US" sz="1300" spc="-30" dirty="0" smtClean="0">
                <a:solidFill>
                  <a:srgbClr val="FFFFFF"/>
                </a:solidFill>
                <a:latin typeface="Times New Roman"/>
                <a:cs typeface="Times New Roman"/>
              </a:rPr>
              <a:t>management,</a:t>
            </a:r>
            <a:r>
              <a:rPr lang="en-US" sz="1300" spc="15" dirty="0" smtClean="0">
                <a:solidFill>
                  <a:srgbClr val="FFFFFF"/>
                </a:solidFill>
                <a:latin typeface="Times New Roman"/>
                <a:cs typeface="Times New Roman"/>
              </a:rPr>
              <a:t> </a:t>
            </a:r>
            <a:r>
              <a:rPr lang="en-US" sz="1300" spc="-50" dirty="0" smtClean="0">
                <a:solidFill>
                  <a:srgbClr val="FFFFFF"/>
                </a:solidFill>
                <a:latin typeface="Times New Roman"/>
                <a:cs typeface="Times New Roman"/>
              </a:rPr>
              <a:t>security, </a:t>
            </a:r>
            <a:r>
              <a:rPr lang="en-US" sz="1300" spc="-310" dirty="0" smtClean="0">
                <a:solidFill>
                  <a:srgbClr val="FFFFFF"/>
                </a:solidFill>
                <a:latin typeface="Times New Roman"/>
                <a:cs typeface="Times New Roman"/>
              </a:rPr>
              <a:t> </a:t>
            </a:r>
            <a:r>
              <a:rPr lang="en-US" sz="1300" spc="-30" dirty="0" smtClean="0">
                <a:solidFill>
                  <a:srgbClr val="FFFFFF"/>
                </a:solidFill>
                <a:latin typeface="Times New Roman"/>
                <a:cs typeface="Times New Roman"/>
              </a:rPr>
              <a:t>network,</a:t>
            </a:r>
            <a:r>
              <a:rPr lang="en-US" sz="1300" spc="10" dirty="0" smtClean="0">
                <a:solidFill>
                  <a:srgbClr val="FFFFFF"/>
                </a:solidFill>
                <a:latin typeface="Times New Roman"/>
                <a:cs typeface="Times New Roman"/>
              </a:rPr>
              <a:t> </a:t>
            </a:r>
            <a:r>
              <a:rPr lang="en-US" sz="1300" spc="-30" dirty="0" smtClean="0">
                <a:solidFill>
                  <a:srgbClr val="FFFFFF"/>
                </a:solidFill>
                <a:latin typeface="Times New Roman"/>
                <a:cs typeface="Times New Roman"/>
              </a:rPr>
              <a:t>power</a:t>
            </a:r>
            <a:r>
              <a:rPr lang="en-US" sz="1300" dirty="0" smtClean="0">
                <a:solidFill>
                  <a:srgbClr val="FFFFFF"/>
                </a:solidFill>
                <a:latin typeface="Times New Roman"/>
                <a:cs typeface="Times New Roman"/>
              </a:rPr>
              <a:t> </a:t>
            </a:r>
            <a:r>
              <a:rPr lang="en-US" sz="1300" spc="-40" dirty="0" smtClean="0">
                <a:solidFill>
                  <a:srgbClr val="FFFFFF"/>
                </a:solidFill>
                <a:latin typeface="Times New Roman"/>
                <a:cs typeface="Times New Roman"/>
              </a:rPr>
              <a:t>manager.</a:t>
            </a:r>
            <a:endParaRPr lang="en-US" sz="1300" dirty="0" smtClean="0">
              <a:latin typeface="Times New Roman"/>
              <a:cs typeface="Times New Roman"/>
            </a:endParaRPr>
          </a:p>
          <a:p>
            <a:pPr marL="299085" indent="-287020">
              <a:lnSpc>
                <a:spcPct val="100000"/>
              </a:lnSpc>
              <a:buChar char="-"/>
              <a:tabLst>
                <a:tab pos="299085" algn="l"/>
                <a:tab pos="299720" algn="l"/>
              </a:tabLst>
            </a:pPr>
            <a:r>
              <a:rPr lang="en-US" sz="1300" spc="-30" dirty="0" smtClean="0">
                <a:solidFill>
                  <a:srgbClr val="FFFFFF"/>
                </a:solidFill>
                <a:latin typeface="Times New Roman"/>
                <a:cs typeface="Times New Roman"/>
              </a:rPr>
              <a:t>Binder</a:t>
            </a:r>
            <a:r>
              <a:rPr lang="en-US" sz="1300" spc="15" dirty="0" smtClean="0">
                <a:solidFill>
                  <a:srgbClr val="FFFFFF"/>
                </a:solidFill>
                <a:latin typeface="Times New Roman"/>
                <a:cs typeface="Times New Roman"/>
              </a:rPr>
              <a:t> </a:t>
            </a:r>
            <a:r>
              <a:rPr lang="en-US" sz="1300" spc="-5" dirty="0" smtClean="0">
                <a:solidFill>
                  <a:srgbClr val="FFFFFF"/>
                </a:solidFill>
                <a:latin typeface="Times New Roman"/>
                <a:cs typeface="Times New Roman"/>
              </a:rPr>
              <a:t>pour</a:t>
            </a:r>
            <a:r>
              <a:rPr lang="en-US" sz="1300" spc="15" dirty="0" smtClean="0">
                <a:solidFill>
                  <a:srgbClr val="FFFFFF"/>
                </a:solidFill>
                <a:latin typeface="Times New Roman"/>
                <a:cs typeface="Times New Roman"/>
              </a:rPr>
              <a:t> </a:t>
            </a:r>
            <a:r>
              <a:rPr lang="en-US" sz="1300" spc="-40" dirty="0" err="1" smtClean="0">
                <a:solidFill>
                  <a:srgbClr val="FFFFFF"/>
                </a:solidFill>
                <a:latin typeface="Times New Roman"/>
                <a:cs typeface="Times New Roman"/>
              </a:rPr>
              <a:t>faciliter</a:t>
            </a:r>
            <a:r>
              <a:rPr lang="en-US" sz="1300" spc="20" dirty="0" smtClean="0">
                <a:solidFill>
                  <a:srgbClr val="FFFFFF"/>
                </a:solidFill>
                <a:latin typeface="Times New Roman"/>
                <a:cs typeface="Times New Roman"/>
              </a:rPr>
              <a:t> </a:t>
            </a:r>
            <a:r>
              <a:rPr lang="en-US" sz="1300" spc="-60" dirty="0" smtClean="0">
                <a:solidFill>
                  <a:srgbClr val="FFFFFF"/>
                </a:solidFill>
                <a:latin typeface="Times New Roman"/>
                <a:cs typeface="Times New Roman"/>
              </a:rPr>
              <a:t>la</a:t>
            </a:r>
            <a:r>
              <a:rPr lang="en-US" sz="1300" spc="10" dirty="0" smtClean="0">
                <a:solidFill>
                  <a:srgbClr val="FFFFFF"/>
                </a:solidFill>
                <a:latin typeface="Times New Roman"/>
                <a:cs typeface="Times New Roman"/>
              </a:rPr>
              <a:t> </a:t>
            </a:r>
            <a:r>
              <a:rPr lang="en-US" sz="1300" spc="-25" dirty="0" smtClean="0">
                <a:solidFill>
                  <a:srgbClr val="FFFFFF"/>
                </a:solidFill>
                <a:latin typeface="Times New Roman"/>
                <a:cs typeface="Times New Roman"/>
              </a:rPr>
              <a:t>communication</a:t>
            </a:r>
            <a:r>
              <a:rPr lang="en-US" sz="1300" spc="20" dirty="0" smtClean="0">
                <a:solidFill>
                  <a:srgbClr val="FFFFFF"/>
                </a:solidFill>
                <a:latin typeface="Times New Roman"/>
                <a:cs typeface="Times New Roman"/>
              </a:rPr>
              <a:t> </a:t>
            </a:r>
            <a:r>
              <a:rPr lang="en-US" sz="1300" spc="-20" dirty="0" smtClean="0">
                <a:solidFill>
                  <a:srgbClr val="FFFFFF"/>
                </a:solidFill>
                <a:latin typeface="Times New Roman"/>
                <a:cs typeface="Times New Roman"/>
              </a:rPr>
              <a:t>inter</a:t>
            </a:r>
            <a:r>
              <a:rPr lang="en-US" sz="1300" spc="25" dirty="0" smtClean="0">
                <a:solidFill>
                  <a:srgbClr val="FFFFFF"/>
                </a:solidFill>
                <a:latin typeface="Times New Roman"/>
                <a:cs typeface="Times New Roman"/>
              </a:rPr>
              <a:t> </a:t>
            </a:r>
            <a:r>
              <a:rPr lang="en-US" sz="1300" spc="-25" dirty="0" err="1" smtClean="0">
                <a:solidFill>
                  <a:srgbClr val="FFFFFF"/>
                </a:solidFill>
                <a:latin typeface="Times New Roman"/>
                <a:cs typeface="Times New Roman"/>
              </a:rPr>
              <a:t>processus</a:t>
            </a:r>
            <a:endParaRPr lang="en-US" sz="1300" dirty="0" smtClean="0">
              <a:latin typeface="Times New Roman"/>
              <a:cs typeface="Times New Roman"/>
            </a:endParaRPr>
          </a:p>
          <a:p>
            <a:endParaRPr lang="fr-FR" sz="1300" dirty="0" smtClean="0"/>
          </a:p>
          <a:p>
            <a:endParaRPr sz="1300" dirty="0"/>
          </a:p>
        </p:txBody>
      </p:sp>
      <p:sp>
        <p:nvSpPr>
          <p:cNvPr id="43" name="object 13"/>
          <p:cNvSpPr/>
          <p:nvPr/>
        </p:nvSpPr>
        <p:spPr>
          <a:xfrm>
            <a:off x="7123140" y="4231534"/>
            <a:ext cx="5062855" cy="833755"/>
          </a:xfrm>
          <a:custGeom>
            <a:avLst/>
            <a:gdLst/>
            <a:ahLst/>
            <a:cxnLst/>
            <a:rect l="l" t="t" r="r" b="b"/>
            <a:pathLst>
              <a:path w="5062855" h="833754">
                <a:moveTo>
                  <a:pt x="0" y="138937"/>
                </a:moveTo>
                <a:lnTo>
                  <a:pt x="7085" y="95032"/>
                </a:lnTo>
                <a:lnTo>
                  <a:pt x="26814" y="56893"/>
                </a:lnTo>
                <a:lnTo>
                  <a:pt x="56893" y="26814"/>
                </a:lnTo>
                <a:lnTo>
                  <a:pt x="95032" y="7085"/>
                </a:lnTo>
                <a:lnTo>
                  <a:pt x="138938" y="0"/>
                </a:lnTo>
                <a:lnTo>
                  <a:pt x="4923790" y="0"/>
                </a:lnTo>
                <a:lnTo>
                  <a:pt x="4967695" y="7085"/>
                </a:lnTo>
                <a:lnTo>
                  <a:pt x="5005834" y="26814"/>
                </a:lnTo>
                <a:lnTo>
                  <a:pt x="5035913" y="56893"/>
                </a:lnTo>
                <a:lnTo>
                  <a:pt x="5055642" y="95032"/>
                </a:lnTo>
                <a:lnTo>
                  <a:pt x="5062728" y="138937"/>
                </a:lnTo>
                <a:lnTo>
                  <a:pt x="5062728" y="694690"/>
                </a:lnTo>
                <a:lnTo>
                  <a:pt x="5055642" y="738595"/>
                </a:lnTo>
                <a:lnTo>
                  <a:pt x="5035913" y="776734"/>
                </a:lnTo>
                <a:lnTo>
                  <a:pt x="5005834" y="806813"/>
                </a:lnTo>
                <a:lnTo>
                  <a:pt x="4967695" y="826542"/>
                </a:lnTo>
                <a:lnTo>
                  <a:pt x="4923790" y="833628"/>
                </a:lnTo>
                <a:lnTo>
                  <a:pt x="138938" y="833628"/>
                </a:lnTo>
                <a:lnTo>
                  <a:pt x="95032" y="826542"/>
                </a:lnTo>
                <a:lnTo>
                  <a:pt x="56893" y="806813"/>
                </a:lnTo>
                <a:lnTo>
                  <a:pt x="26814" y="776734"/>
                </a:lnTo>
                <a:lnTo>
                  <a:pt x="7085" y="738595"/>
                </a:lnTo>
                <a:lnTo>
                  <a:pt x="0" y="694690"/>
                </a:lnTo>
                <a:lnTo>
                  <a:pt x="0" y="138937"/>
                </a:lnTo>
                <a:close/>
              </a:path>
            </a:pathLst>
          </a:custGeom>
          <a:solidFill>
            <a:schemeClr val="accent5">
              <a:lumMod val="40000"/>
              <a:lumOff val="60000"/>
            </a:schemeClr>
          </a:solidFill>
          <a:ln w="12192">
            <a:solidFill>
              <a:schemeClr val="accent5"/>
            </a:solidFill>
          </a:ln>
        </p:spPr>
        <p:txBody>
          <a:bodyPr wrap="square" lIns="0" tIns="0" rIns="0" bIns="0" rtlCol="0"/>
          <a:lstStyle/>
          <a:p>
            <a:pPr marL="1604010" algn="just">
              <a:lnSpc>
                <a:spcPct val="100000"/>
              </a:lnSpc>
              <a:spcBef>
                <a:spcPts val="434"/>
              </a:spcBef>
            </a:pPr>
            <a:r>
              <a:rPr lang="fr-FR" sz="1300" spc="-25" dirty="0" smtClean="0">
                <a:latin typeface="Times New Roman"/>
                <a:cs typeface="Times New Roman"/>
              </a:rPr>
              <a:t>Hardware</a:t>
            </a:r>
            <a:r>
              <a:rPr lang="fr-FR" sz="1300" spc="-45" dirty="0" smtClean="0">
                <a:latin typeface="Times New Roman"/>
                <a:cs typeface="Times New Roman"/>
              </a:rPr>
              <a:t> </a:t>
            </a:r>
            <a:r>
              <a:rPr lang="fr-FR" sz="1300" spc="-15" dirty="0" smtClean="0">
                <a:latin typeface="Times New Roman"/>
                <a:cs typeface="Times New Roman"/>
              </a:rPr>
              <a:t>Abstraction</a:t>
            </a:r>
            <a:r>
              <a:rPr lang="fr-FR" sz="1300" spc="-30" dirty="0" smtClean="0">
                <a:latin typeface="Times New Roman"/>
                <a:cs typeface="Times New Roman"/>
              </a:rPr>
              <a:t> </a:t>
            </a:r>
            <a:r>
              <a:rPr lang="fr-FR" sz="1300" spc="-85" dirty="0" smtClean="0">
                <a:latin typeface="Times New Roman"/>
                <a:cs typeface="Times New Roman"/>
              </a:rPr>
              <a:t>:</a:t>
            </a:r>
            <a:endParaRPr lang="fr-FR" sz="1300" dirty="0" smtClean="0">
              <a:latin typeface="Times New Roman"/>
              <a:cs typeface="Times New Roman"/>
            </a:endParaRPr>
          </a:p>
          <a:p>
            <a:pPr marL="300990" marR="66040" indent="-287020" algn="just">
              <a:lnSpc>
                <a:spcPct val="100000"/>
              </a:lnSpc>
              <a:spcBef>
                <a:spcPts val="15"/>
              </a:spcBef>
              <a:buChar char="-"/>
              <a:tabLst>
                <a:tab pos="301625" algn="l"/>
              </a:tabLst>
            </a:pPr>
            <a:r>
              <a:rPr lang="fr-FR" sz="1300" spc="-20" dirty="0" smtClean="0">
                <a:latin typeface="Times New Roman"/>
                <a:cs typeface="Times New Roman"/>
              </a:rPr>
              <a:t>Une </a:t>
            </a:r>
            <a:r>
              <a:rPr lang="fr-FR" sz="1300" spc="-25" dirty="0" smtClean="0">
                <a:latin typeface="Times New Roman"/>
                <a:cs typeface="Times New Roman"/>
              </a:rPr>
              <a:t>couche </a:t>
            </a:r>
            <a:r>
              <a:rPr lang="fr-FR" sz="1300" spc="-30" dirty="0" smtClean="0">
                <a:latin typeface="Times New Roman"/>
                <a:cs typeface="Times New Roman"/>
              </a:rPr>
              <a:t>d’abstraction </a:t>
            </a:r>
            <a:r>
              <a:rPr lang="fr-FR" sz="1300" spc="-15" dirty="0" smtClean="0">
                <a:latin typeface="Times New Roman"/>
                <a:cs typeface="Times New Roman"/>
              </a:rPr>
              <a:t>entre </a:t>
            </a:r>
            <a:r>
              <a:rPr lang="fr-FR" sz="1300" spc="-55" dirty="0" smtClean="0">
                <a:latin typeface="Times New Roman"/>
                <a:cs typeface="Times New Roman"/>
              </a:rPr>
              <a:t>le </a:t>
            </a:r>
            <a:r>
              <a:rPr lang="fr-FR" sz="1300" spc="-30" dirty="0" smtClean="0">
                <a:latin typeface="Times New Roman"/>
                <a:cs typeface="Times New Roman"/>
              </a:rPr>
              <a:t>Hardware </a:t>
            </a:r>
            <a:r>
              <a:rPr lang="fr-FR" sz="1300" spc="-15" dirty="0" smtClean="0">
                <a:latin typeface="Times New Roman"/>
                <a:cs typeface="Times New Roman"/>
              </a:rPr>
              <a:t>et </a:t>
            </a:r>
            <a:r>
              <a:rPr lang="fr-FR" sz="1300" spc="-55" dirty="0" smtClean="0">
                <a:latin typeface="Times New Roman"/>
                <a:cs typeface="Times New Roman"/>
              </a:rPr>
              <a:t>le </a:t>
            </a:r>
            <a:r>
              <a:rPr lang="fr-FR" sz="1300" spc="-25" dirty="0" smtClean="0">
                <a:latin typeface="Times New Roman"/>
                <a:cs typeface="Times New Roman"/>
              </a:rPr>
              <a:t>reste </a:t>
            </a:r>
            <a:r>
              <a:rPr lang="fr-FR" sz="1300" spc="-20" dirty="0" smtClean="0">
                <a:latin typeface="Times New Roman"/>
                <a:cs typeface="Times New Roman"/>
              </a:rPr>
              <a:t>de </a:t>
            </a:r>
            <a:r>
              <a:rPr lang="fr-FR" sz="1300" spc="-45" dirty="0" smtClean="0">
                <a:latin typeface="Times New Roman"/>
                <a:cs typeface="Times New Roman"/>
              </a:rPr>
              <a:t>pile </a:t>
            </a:r>
            <a:r>
              <a:rPr lang="fr-FR" sz="1300" spc="-50" dirty="0" smtClean="0">
                <a:latin typeface="Times New Roman"/>
                <a:cs typeface="Times New Roman"/>
              </a:rPr>
              <a:t>logiciel </a:t>
            </a:r>
            <a:r>
              <a:rPr lang="fr-FR" sz="1300" spc="-80" dirty="0" smtClean="0">
                <a:latin typeface="Times New Roman"/>
                <a:cs typeface="Times New Roman"/>
              </a:rPr>
              <a:t>: </a:t>
            </a:r>
            <a:r>
              <a:rPr lang="fr-FR" sz="1300" spc="-75" dirty="0" smtClean="0">
                <a:latin typeface="Times New Roman"/>
                <a:cs typeface="Times New Roman"/>
              </a:rPr>
              <a:t> </a:t>
            </a:r>
            <a:r>
              <a:rPr lang="fr-FR" sz="1300" spc="-10" dirty="0" smtClean="0">
                <a:latin typeface="Times New Roman"/>
                <a:cs typeface="Times New Roman"/>
              </a:rPr>
              <a:t>Propose </a:t>
            </a:r>
            <a:r>
              <a:rPr lang="fr-FR" sz="1300" spc="-25" dirty="0" smtClean="0">
                <a:latin typeface="Times New Roman"/>
                <a:cs typeface="Times New Roman"/>
              </a:rPr>
              <a:t>des </a:t>
            </a:r>
            <a:r>
              <a:rPr lang="fr-FR" sz="1300" spc="-30" dirty="0" smtClean="0">
                <a:latin typeface="Times New Roman"/>
                <a:cs typeface="Times New Roman"/>
              </a:rPr>
              <a:t>interfaces </a:t>
            </a:r>
            <a:r>
              <a:rPr lang="fr-FR" sz="1300" spc="-25" dirty="0" smtClean="0">
                <a:latin typeface="Times New Roman"/>
                <a:cs typeface="Times New Roman"/>
              </a:rPr>
              <a:t>standards </a:t>
            </a:r>
            <a:r>
              <a:rPr lang="fr-FR" sz="1300" spc="-35" dirty="0" smtClean="0">
                <a:latin typeface="Times New Roman"/>
                <a:cs typeface="Times New Roman"/>
              </a:rPr>
              <a:t>qui </a:t>
            </a:r>
            <a:r>
              <a:rPr lang="fr-FR" sz="1300" spc="-20" dirty="0" smtClean="0">
                <a:latin typeface="Times New Roman"/>
                <a:cs typeface="Times New Roman"/>
              </a:rPr>
              <a:t>exposent </a:t>
            </a:r>
            <a:r>
              <a:rPr lang="fr-FR" sz="1300" spc="-45" dirty="0" smtClean="0">
                <a:latin typeface="Times New Roman"/>
                <a:cs typeface="Times New Roman"/>
              </a:rPr>
              <a:t>les </a:t>
            </a:r>
            <a:r>
              <a:rPr lang="fr-FR" sz="1300" spc="-35" dirty="0" smtClean="0">
                <a:latin typeface="Times New Roman"/>
                <a:cs typeface="Times New Roman"/>
              </a:rPr>
              <a:t>capacités </a:t>
            </a:r>
            <a:r>
              <a:rPr lang="fr-FR" sz="1300" spc="-40" dirty="0" smtClean="0">
                <a:latin typeface="Times New Roman"/>
                <a:cs typeface="Times New Roman"/>
              </a:rPr>
              <a:t>matérielles </a:t>
            </a:r>
            <a:r>
              <a:rPr lang="fr-FR" sz="1300" spc="-35" dirty="0" smtClean="0">
                <a:latin typeface="Times New Roman"/>
                <a:cs typeface="Times New Roman"/>
              </a:rPr>
              <a:t> </a:t>
            </a:r>
            <a:r>
              <a:rPr lang="fr-FR" sz="1300" spc="-10" dirty="0" smtClean="0">
                <a:latin typeface="Times New Roman"/>
                <a:cs typeface="Times New Roman"/>
              </a:rPr>
              <a:t>du </a:t>
            </a:r>
            <a:r>
              <a:rPr lang="fr-FR" sz="1300" spc="-25" dirty="0" smtClean="0">
                <a:latin typeface="Times New Roman"/>
                <a:cs typeface="Times New Roman"/>
              </a:rPr>
              <a:t>périphérique</a:t>
            </a:r>
            <a:r>
              <a:rPr lang="fr-FR" sz="1300" spc="20" dirty="0" smtClean="0">
                <a:latin typeface="Times New Roman"/>
                <a:cs typeface="Times New Roman"/>
              </a:rPr>
              <a:t> </a:t>
            </a:r>
            <a:r>
              <a:rPr lang="fr-FR" sz="1300" spc="-35" dirty="0" smtClean="0">
                <a:latin typeface="Times New Roman"/>
                <a:cs typeface="Times New Roman"/>
              </a:rPr>
              <a:t>au</a:t>
            </a:r>
            <a:r>
              <a:rPr lang="fr-FR" sz="1300" spc="-5" dirty="0" smtClean="0">
                <a:latin typeface="Times New Roman"/>
                <a:cs typeface="Times New Roman"/>
              </a:rPr>
              <a:t> </a:t>
            </a:r>
            <a:r>
              <a:rPr lang="fr-FR" sz="1300" spc="-20" dirty="0" smtClean="0">
                <a:latin typeface="Times New Roman"/>
                <a:cs typeface="Times New Roman"/>
              </a:rPr>
              <a:t>APIs</a:t>
            </a:r>
            <a:r>
              <a:rPr lang="fr-FR" sz="1300" dirty="0" smtClean="0">
                <a:latin typeface="Times New Roman"/>
                <a:cs typeface="Times New Roman"/>
              </a:rPr>
              <a:t> </a:t>
            </a:r>
            <a:r>
              <a:rPr lang="fr-FR" sz="1300" spc="-20" dirty="0" smtClean="0">
                <a:latin typeface="Times New Roman"/>
                <a:cs typeface="Times New Roman"/>
              </a:rPr>
              <a:t>de</a:t>
            </a:r>
            <a:r>
              <a:rPr lang="fr-FR" sz="1300" spc="-5" dirty="0" smtClean="0">
                <a:latin typeface="Times New Roman"/>
                <a:cs typeface="Times New Roman"/>
              </a:rPr>
              <a:t> </a:t>
            </a:r>
            <a:r>
              <a:rPr lang="fr-FR" sz="1300" spc="-40" dirty="0" smtClean="0">
                <a:latin typeface="Times New Roman"/>
                <a:cs typeface="Times New Roman"/>
              </a:rPr>
              <a:t>niveau</a:t>
            </a:r>
            <a:r>
              <a:rPr lang="fr-FR" sz="1300" dirty="0" smtClean="0">
                <a:latin typeface="Times New Roman"/>
                <a:cs typeface="Times New Roman"/>
              </a:rPr>
              <a:t> </a:t>
            </a:r>
            <a:r>
              <a:rPr lang="fr-FR" sz="1300" spc="-30" dirty="0" smtClean="0">
                <a:latin typeface="Times New Roman"/>
                <a:cs typeface="Times New Roman"/>
              </a:rPr>
              <a:t>supérieur.</a:t>
            </a:r>
            <a:endParaRPr lang="fr-FR" sz="1300" dirty="0" smtClean="0">
              <a:latin typeface="Times New Roman"/>
              <a:cs typeface="Times New Roman"/>
            </a:endParaRPr>
          </a:p>
          <a:p>
            <a:endParaRPr sz="1300" dirty="0"/>
          </a:p>
        </p:txBody>
      </p:sp>
      <p:sp>
        <p:nvSpPr>
          <p:cNvPr id="44" name="object 21"/>
          <p:cNvSpPr/>
          <p:nvPr/>
        </p:nvSpPr>
        <p:spPr>
          <a:xfrm>
            <a:off x="7074407" y="3159252"/>
            <a:ext cx="5062855" cy="1001394"/>
          </a:xfrm>
          <a:custGeom>
            <a:avLst/>
            <a:gdLst/>
            <a:ahLst/>
            <a:cxnLst/>
            <a:rect l="l" t="t" r="r" b="b"/>
            <a:pathLst>
              <a:path w="5062855" h="1001395">
                <a:moveTo>
                  <a:pt x="0" y="166877"/>
                </a:moveTo>
                <a:lnTo>
                  <a:pt x="5958" y="122502"/>
                </a:lnTo>
                <a:lnTo>
                  <a:pt x="22775" y="82634"/>
                </a:lnTo>
                <a:lnTo>
                  <a:pt x="48863" y="48863"/>
                </a:lnTo>
                <a:lnTo>
                  <a:pt x="82634" y="22775"/>
                </a:lnTo>
                <a:lnTo>
                  <a:pt x="122502" y="5958"/>
                </a:lnTo>
                <a:lnTo>
                  <a:pt x="166877" y="0"/>
                </a:lnTo>
                <a:lnTo>
                  <a:pt x="4895850" y="0"/>
                </a:lnTo>
                <a:lnTo>
                  <a:pt x="4940225" y="5958"/>
                </a:lnTo>
                <a:lnTo>
                  <a:pt x="4980093" y="22775"/>
                </a:lnTo>
                <a:lnTo>
                  <a:pt x="5013864" y="48863"/>
                </a:lnTo>
                <a:lnTo>
                  <a:pt x="5039952" y="82634"/>
                </a:lnTo>
                <a:lnTo>
                  <a:pt x="5056769" y="122502"/>
                </a:lnTo>
                <a:lnTo>
                  <a:pt x="5062728" y="166877"/>
                </a:lnTo>
                <a:lnTo>
                  <a:pt x="5062728" y="834390"/>
                </a:lnTo>
                <a:lnTo>
                  <a:pt x="5056769" y="878765"/>
                </a:lnTo>
                <a:lnTo>
                  <a:pt x="5039952" y="918633"/>
                </a:lnTo>
                <a:lnTo>
                  <a:pt x="5013864" y="952404"/>
                </a:lnTo>
                <a:lnTo>
                  <a:pt x="4980093" y="978492"/>
                </a:lnTo>
                <a:lnTo>
                  <a:pt x="4940225" y="995309"/>
                </a:lnTo>
                <a:lnTo>
                  <a:pt x="4895850" y="1001268"/>
                </a:lnTo>
                <a:lnTo>
                  <a:pt x="166877" y="1001268"/>
                </a:lnTo>
                <a:lnTo>
                  <a:pt x="122502" y="995309"/>
                </a:lnTo>
                <a:lnTo>
                  <a:pt x="82634" y="978492"/>
                </a:lnTo>
                <a:lnTo>
                  <a:pt x="48863" y="952404"/>
                </a:lnTo>
                <a:lnTo>
                  <a:pt x="22775" y="918633"/>
                </a:lnTo>
                <a:lnTo>
                  <a:pt x="5958" y="878765"/>
                </a:lnTo>
                <a:lnTo>
                  <a:pt x="0" y="834390"/>
                </a:lnTo>
                <a:lnTo>
                  <a:pt x="0" y="166877"/>
                </a:lnTo>
                <a:close/>
              </a:path>
            </a:pathLst>
          </a:custGeom>
          <a:solidFill>
            <a:srgbClr val="FFCC00"/>
          </a:solidFill>
          <a:ln w="12192">
            <a:solidFill>
              <a:srgbClr val="28C4CC"/>
            </a:solidFill>
          </a:ln>
        </p:spPr>
        <p:txBody>
          <a:bodyPr wrap="square" lIns="0" tIns="0" rIns="0" bIns="0" rtlCol="0"/>
          <a:lstStyle/>
          <a:p>
            <a:pPr marL="1797685" algn="just">
              <a:lnSpc>
                <a:spcPct val="100000"/>
              </a:lnSpc>
              <a:spcBef>
                <a:spcPts val="595"/>
              </a:spcBef>
            </a:pPr>
            <a:r>
              <a:rPr lang="fr-FR" sz="1300" spc="-15" dirty="0" smtClean="0">
                <a:latin typeface="Times New Roman"/>
                <a:cs typeface="Times New Roman"/>
              </a:rPr>
              <a:t>Android</a:t>
            </a:r>
            <a:r>
              <a:rPr lang="fr-FR" sz="1300" spc="-60" dirty="0" smtClean="0">
                <a:latin typeface="Times New Roman"/>
                <a:cs typeface="Times New Roman"/>
              </a:rPr>
              <a:t> </a:t>
            </a:r>
            <a:r>
              <a:rPr lang="fr-FR" sz="1300" spc="-30" dirty="0" err="1" smtClean="0">
                <a:latin typeface="Times New Roman"/>
                <a:cs typeface="Times New Roman"/>
              </a:rPr>
              <a:t>Runtime</a:t>
            </a:r>
            <a:endParaRPr lang="fr-FR" sz="1300" dirty="0" smtClean="0">
              <a:latin typeface="Times New Roman"/>
              <a:cs typeface="Times New Roman"/>
            </a:endParaRPr>
          </a:p>
          <a:p>
            <a:pPr marL="299085" marR="50165" indent="-287020" algn="just">
              <a:lnSpc>
                <a:spcPct val="100000"/>
              </a:lnSpc>
              <a:spcBef>
                <a:spcPts val="15"/>
              </a:spcBef>
              <a:buChar char="-"/>
              <a:tabLst>
                <a:tab pos="299720" algn="l"/>
              </a:tabLst>
            </a:pPr>
            <a:r>
              <a:rPr lang="fr-FR" sz="1300" spc="-15" dirty="0" smtClean="0">
                <a:latin typeface="Times New Roman"/>
                <a:cs typeface="Times New Roman"/>
              </a:rPr>
              <a:t>Incluant</a:t>
            </a:r>
            <a:r>
              <a:rPr lang="fr-FR" sz="1300" spc="-10" dirty="0" smtClean="0">
                <a:latin typeface="Times New Roman"/>
                <a:cs typeface="Times New Roman"/>
              </a:rPr>
              <a:t> </a:t>
            </a:r>
            <a:r>
              <a:rPr lang="fr-FR" sz="1300" spc="-45" dirty="0" smtClean="0">
                <a:latin typeface="Times New Roman"/>
                <a:cs typeface="Times New Roman"/>
              </a:rPr>
              <a:t>les</a:t>
            </a:r>
            <a:r>
              <a:rPr lang="fr-FR" sz="1300" spc="-40" dirty="0" smtClean="0">
                <a:latin typeface="Times New Roman"/>
                <a:cs typeface="Times New Roman"/>
              </a:rPr>
              <a:t> librairies</a:t>
            </a:r>
            <a:r>
              <a:rPr lang="fr-FR" sz="1300" spc="-35" dirty="0" smtClean="0">
                <a:latin typeface="Times New Roman"/>
                <a:cs typeface="Times New Roman"/>
              </a:rPr>
              <a:t> </a:t>
            </a:r>
            <a:r>
              <a:rPr lang="fr-FR" sz="1300" spc="-25" dirty="0" smtClean="0">
                <a:latin typeface="Times New Roman"/>
                <a:cs typeface="Times New Roman"/>
              </a:rPr>
              <a:t>fondamentales</a:t>
            </a:r>
            <a:r>
              <a:rPr lang="fr-FR" sz="1300" spc="-20" dirty="0" smtClean="0">
                <a:latin typeface="Times New Roman"/>
                <a:cs typeface="Times New Roman"/>
              </a:rPr>
              <a:t> </a:t>
            </a:r>
            <a:r>
              <a:rPr lang="fr-FR" sz="1300" spc="-15" dirty="0" smtClean="0">
                <a:latin typeface="Times New Roman"/>
                <a:cs typeface="Times New Roman"/>
              </a:rPr>
              <a:t>et</a:t>
            </a:r>
            <a:r>
              <a:rPr lang="fr-FR" sz="1300" spc="-10" dirty="0" smtClean="0">
                <a:latin typeface="Times New Roman"/>
                <a:cs typeface="Times New Roman"/>
              </a:rPr>
              <a:t> </a:t>
            </a:r>
            <a:r>
              <a:rPr lang="fr-FR" sz="1300" spc="-60" dirty="0" smtClean="0">
                <a:latin typeface="Times New Roman"/>
                <a:cs typeface="Times New Roman"/>
              </a:rPr>
              <a:t>la</a:t>
            </a:r>
            <a:r>
              <a:rPr lang="fr-FR" sz="1300" spc="-55" dirty="0" smtClean="0">
                <a:latin typeface="Times New Roman"/>
                <a:cs typeface="Times New Roman"/>
              </a:rPr>
              <a:t> </a:t>
            </a:r>
            <a:r>
              <a:rPr lang="fr-FR" sz="1300" spc="-30" dirty="0" smtClean="0">
                <a:latin typeface="Times New Roman"/>
                <a:cs typeface="Times New Roman"/>
              </a:rPr>
              <a:t>machine</a:t>
            </a:r>
            <a:r>
              <a:rPr lang="fr-FR" sz="1300" spc="-25" dirty="0" smtClean="0">
                <a:latin typeface="Times New Roman"/>
                <a:cs typeface="Times New Roman"/>
              </a:rPr>
              <a:t> </a:t>
            </a:r>
            <a:r>
              <a:rPr lang="fr-FR" sz="1300" spc="-35" dirty="0" smtClean="0">
                <a:latin typeface="Times New Roman"/>
                <a:cs typeface="Times New Roman"/>
              </a:rPr>
              <a:t>virtuelle</a:t>
            </a:r>
            <a:r>
              <a:rPr lang="fr-FR" sz="1300" spc="-30" dirty="0" smtClean="0">
                <a:latin typeface="Times New Roman"/>
                <a:cs typeface="Times New Roman"/>
              </a:rPr>
              <a:t> </a:t>
            </a:r>
            <a:r>
              <a:rPr lang="fr-FR" sz="1300" spc="-45" dirty="0" smtClean="0">
                <a:latin typeface="Times New Roman"/>
                <a:cs typeface="Times New Roman"/>
              </a:rPr>
              <a:t>ART </a:t>
            </a:r>
            <a:r>
              <a:rPr lang="fr-FR" sz="1300" spc="-40" dirty="0" smtClean="0">
                <a:latin typeface="Times New Roman"/>
                <a:cs typeface="Times New Roman"/>
              </a:rPr>
              <a:t> </a:t>
            </a:r>
            <a:r>
              <a:rPr lang="fr-FR" sz="1300" spc="-30" dirty="0" smtClean="0">
                <a:latin typeface="Times New Roman"/>
                <a:cs typeface="Times New Roman"/>
              </a:rPr>
              <a:t>(Android</a:t>
            </a:r>
            <a:r>
              <a:rPr lang="fr-FR" sz="1300" spc="10" dirty="0" smtClean="0">
                <a:latin typeface="Times New Roman"/>
                <a:cs typeface="Times New Roman"/>
              </a:rPr>
              <a:t> </a:t>
            </a:r>
            <a:r>
              <a:rPr lang="fr-FR" sz="1300" spc="-30" dirty="0" err="1" smtClean="0">
                <a:latin typeface="Times New Roman"/>
                <a:cs typeface="Times New Roman"/>
              </a:rPr>
              <a:t>Runtime</a:t>
            </a:r>
            <a:r>
              <a:rPr lang="fr-FR" sz="1300" spc="15" dirty="0" smtClean="0">
                <a:latin typeface="Times New Roman"/>
                <a:cs typeface="Times New Roman"/>
              </a:rPr>
              <a:t> </a:t>
            </a:r>
            <a:r>
              <a:rPr lang="fr-FR" sz="1300" spc="-25" dirty="0" smtClean="0">
                <a:latin typeface="Times New Roman"/>
                <a:cs typeface="Times New Roman"/>
              </a:rPr>
              <a:t>remplaçant</a:t>
            </a:r>
            <a:r>
              <a:rPr lang="fr-FR" sz="1300" spc="5" dirty="0" smtClean="0">
                <a:latin typeface="Times New Roman"/>
                <a:cs typeface="Times New Roman"/>
              </a:rPr>
              <a:t> </a:t>
            </a:r>
            <a:r>
              <a:rPr lang="fr-FR" sz="1300" spc="-35" dirty="0" smtClean="0">
                <a:latin typeface="Times New Roman"/>
                <a:cs typeface="Times New Roman"/>
              </a:rPr>
              <a:t>DALVIK</a:t>
            </a:r>
            <a:r>
              <a:rPr lang="fr-FR" sz="1300" spc="15" dirty="0" smtClean="0">
                <a:latin typeface="Times New Roman"/>
                <a:cs typeface="Times New Roman"/>
              </a:rPr>
              <a:t> </a:t>
            </a:r>
            <a:r>
              <a:rPr lang="fr-FR" sz="1300" spc="-25" dirty="0" smtClean="0">
                <a:latin typeface="Times New Roman"/>
                <a:cs typeface="Times New Roman"/>
              </a:rPr>
              <a:t>depuis</a:t>
            </a:r>
            <a:r>
              <a:rPr lang="fr-FR" sz="1300" spc="20" dirty="0" smtClean="0">
                <a:latin typeface="Times New Roman"/>
                <a:cs typeface="Times New Roman"/>
              </a:rPr>
              <a:t> </a:t>
            </a:r>
            <a:r>
              <a:rPr lang="fr-FR" sz="1300" spc="-60" dirty="0" smtClean="0">
                <a:latin typeface="Times New Roman"/>
                <a:cs typeface="Times New Roman"/>
              </a:rPr>
              <a:t>la</a:t>
            </a:r>
            <a:r>
              <a:rPr lang="fr-FR" sz="1300" spc="-10" dirty="0" smtClean="0">
                <a:latin typeface="Times New Roman"/>
                <a:cs typeface="Times New Roman"/>
              </a:rPr>
              <a:t> </a:t>
            </a:r>
            <a:r>
              <a:rPr lang="fr-FR" sz="1300" spc="-30" dirty="0" smtClean="0">
                <a:latin typeface="Times New Roman"/>
                <a:cs typeface="Times New Roman"/>
              </a:rPr>
              <a:t>versions</a:t>
            </a:r>
            <a:r>
              <a:rPr lang="fr-FR" sz="1300" spc="15" dirty="0" smtClean="0">
                <a:latin typeface="Times New Roman"/>
                <a:cs typeface="Times New Roman"/>
              </a:rPr>
              <a:t> </a:t>
            </a:r>
            <a:r>
              <a:rPr lang="fr-FR" sz="1300" spc="-50" dirty="0" smtClean="0">
                <a:latin typeface="Times New Roman"/>
                <a:cs typeface="Times New Roman"/>
              </a:rPr>
              <a:t>4.4).</a:t>
            </a:r>
            <a:endParaRPr lang="fr-FR" sz="1300" dirty="0" smtClean="0">
              <a:latin typeface="Times New Roman"/>
              <a:cs typeface="Times New Roman"/>
            </a:endParaRPr>
          </a:p>
          <a:p>
            <a:pPr marL="299085" marR="52069" indent="-287020" algn="just">
              <a:lnSpc>
                <a:spcPct val="100000"/>
              </a:lnSpc>
              <a:buChar char="-"/>
              <a:tabLst>
                <a:tab pos="299720" algn="l"/>
              </a:tabLst>
            </a:pPr>
            <a:r>
              <a:rPr lang="fr-FR" sz="1300" spc="-10" dirty="0" smtClean="0">
                <a:latin typeface="Times New Roman"/>
                <a:cs typeface="Times New Roman"/>
              </a:rPr>
              <a:t>Permet</a:t>
            </a:r>
            <a:r>
              <a:rPr lang="fr-FR" sz="1300" spc="-5" dirty="0" smtClean="0">
                <a:latin typeface="Times New Roman"/>
                <a:cs typeface="Times New Roman"/>
              </a:rPr>
              <a:t> </a:t>
            </a:r>
            <a:r>
              <a:rPr lang="fr-FR" sz="1300" spc="-40" dirty="0" smtClean="0">
                <a:latin typeface="Times New Roman"/>
                <a:cs typeface="Times New Roman"/>
              </a:rPr>
              <a:t>l’exécution</a:t>
            </a:r>
            <a:r>
              <a:rPr lang="fr-FR" sz="1300" spc="-35" dirty="0" smtClean="0">
                <a:latin typeface="Times New Roman"/>
                <a:cs typeface="Times New Roman"/>
              </a:rPr>
              <a:t> </a:t>
            </a:r>
            <a:r>
              <a:rPr lang="fr-FR" sz="1300" spc="-25" dirty="0" smtClean="0">
                <a:latin typeface="Times New Roman"/>
                <a:cs typeface="Times New Roman"/>
              </a:rPr>
              <a:t>des</a:t>
            </a:r>
            <a:r>
              <a:rPr lang="fr-FR" sz="1300" spc="-20" dirty="0" smtClean="0">
                <a:latin typeface="Times New Roman"/>
                <a:cs typeface="Times New Roman"/>
              </a:rPr>
              <a:t> </a:t>
            </a:r>
            <a:r>
              <a:rPr lang="fr-FR" sz="1300" spc="-30" dirty="0" smtClean="0">
                <a:latin typeface="Times New Roman"/>
                <a:cs typeface="Times New Roman"/>
              </a:rPr>
              <a:t>applications</a:t>
            </a:r>
            <a:r>
              <a:rPr lang="fr-FR" sz="1300" spc="-25" dirty="0" smtClean="0">
                <a:latin typeface="Times New Roman"/>
                <a:cs typeface="Times New Roman"/>
              </a:rPr>
              <a:t> </a:t>
            </a:r>
            <a:r>
              <a:rPr lang="fr-FR" sz="1300" spc="-15" dirty="0" smtClean="0">
                <a:latin typeface="Times New Roman"/>
                <a:cs typeface="Times New Roman"/>
              </a:rPr>
              <a:t>et</a:t>
            </a:r>
            <a:r>
              <a:rPr lang="fr-FR" sz="1300" spc="-10" dirty="0" smtClean="0">
                <a:latin typeface="Times New Roman"/>
                <a:cs typeface="Times New Roman"/>
              </a:rPr>
              <a:t> </a:t>
            </a:r>
            <a:r>
              <a:rPr lang="fr-FR" sz="1300" spc="-15" dirty="0" err="1" smtClean="0">
                <a:latin typeface="Times New Roman"/>
                <a:cs typeface="Times New Roman"/>
              </a:rPr>
              <a:t>et</a:t>
            </a:r>
            <a:r>
              <a:rPr lang="fr-FR" sz="1300" spc="-10" dirty="0" smtClean="0">
                <a:latin typeface="Times New Roman"/>
                <a:cs typeface="Times New Roman"/>
              </a:rPr>
              <a:t> </a:t>
            </a:r>
            <a:r>
              <a:rPr lang="fr-FR" sz="1300" spc="-20" dirty="0" smtClean="0">
                <a:latin typeface="Times New Roman"/>
                <a:cs typeface="Times New Roman"/>
              </a:rPr>
              <a:t>représente</a:t>
            </a:r>
            <a:r>
              <a:rPr lang="fr-FR" sz="1300" spc="-15" dirty="0" smtClean="0">
                <a:latin typeface="Times New Roman"/>
                <a:cs typeface="Times New Roman"/>
              </a:rPr>
              <a:t> </a:t>
            </a:r>
            <a:r>
              <a:rPr lang="fr-FR" sz="1300" spc="-60" dirty="0" smtClean="0">
                <a:latin typeface="Times New Roman"/>
                <a:cs typeface="Times New Roman"/>
              </a:rPr>
              <a:t>la</a:t>
            </a:r>
            <a:r>
              <a:rPr lang="fr-FR" sz="1300" spc="-55" dirty="0" smtClean="0">
                <a:latin typeface="Times New Roman"/>
                <a:cs typeface="Times New Roman"/>
              </a:rPr>
              <a:t> </a:t>
            </a:r>
            <a:r>
              <a:rPr lang="fr-FR" sz="1300" spc="-30" dirty="0" smtClean="0">
                <a:latin typeface="Times New Roman"/>
                <a:cs typeface="Times New Roman"/>
              </a:rPr>
              <a:t>base</a:t>
            </a:r>
            <a:r>
              <a:rPr lang="fr-FR" sz="1300" spc="-25" dirty="0" smtClean="0">
                <a:latin typeface="Times New Roman"/>
                <a:cs typeface="Times New Roman"/>
              </a:rPr>
              <a:t> </a:t>
            </a:r>
            <a:r>
              <a:rPr lang="fr-FR" sz="1300" spc="-10" dirty="0" smtClean="0">
                <a:latin typeface="Times New Roman"/>
                <a:cs typeface="Times New Roman"/>
              </a:rPr>
              <a:t>du </a:t>
            </a:r>
            <a:r>
              <a:rPr lang="fr-FR" sz="1300" spc="-5" dirty="0" smtClean="0">
                <a:latin typeface="Times New Roman"/>
                <a:cs typeface="Times New Roman"/>
              </a:rPr>
              <a:t> </a:t>
            </a:r>
            <a:r>
              <a:rPr lang="fr-FR" sz="1300" spc="-35" dirty="0" smtClean="0">
                <a:latin typeface="Times New Roman"/>
                <a:cs typeface="Times New Roman"/>
              </a:rPr>
              <a:t>Framework</a:t>
            </a:r>
            <a:r>
              <a:rPr lang="fr-FR" sz="1300" spc="10" dirty="0" smtClean="0">
                <a:latin typeface="Times New Roman"/>
                <a:cs typeface="Times New Roman"/>
              </a:rPr>
              <a:t> </a:t>
            </a:r>
            <a:r>
              <a:rPr lang="fr-FR" sz="1300" spc="-35" dirty="0" smtClean="0">
                <a:latin typeface="Times New Roman"/>
                <a:cs typeface="Times New Roman"/>
              </a:rPr>
              <a:t>applicatif (permet le multi threading, memory management)</a:t>
            </a:r>
            <a:endParaRPr lang="fr-FR" sz="1300" dirty="0" smtClean="0">
              <a:latin typeface="Times New Roman"/>
              <a:cs typeface="Times New Roman"/>
            </a:endParaRPr>
          </a:p>
          <a:p>
            <a:endParaRPr sz="1300" dirty="0"/>
          </a:p>
        </p:txBody>
      </p:sp>
      <p:sp>
        <p:nvSpPr>
          <p:cNvPr id="47" name="Rectangle 46"/>
          <p:cNvSpPr/>
          <p:nvPr/>
        </p:nvSpPr>
        <p:spPr>
          <a:xfrm>
            <a:off x="3618865" y="1295400"/>
            <a:ext cx="2553335" cy="916813"/>
          </a:xfrm>
          <a:prstGeom prst="wedgeRect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rgbClr val="2D2F31"/>
                </a:solidFill>
                <a:latin typeface="Times New Roman" panose="02020603050405020304" pitchFamily="18" charset="0"/>
                <a:cs typeface="Times New Roman" panose="02020603050405020304" pitchFamily="18" charset="0"/>
              </a:rPr>
              <a:t>allows application to publish</a:t>
            </a:r>
          </a:p>
          <a:p>
            <a:r>
              <a:rPr lang="en-US" sz="1600" dirty="0" smtClean="0">
                <a:solidFill>
                  <a:srgbClr val="2D2F31"/>
                </a:solidFill>
                <a:latin typeface="Times New Roman" panose="02020603050405020304" pitchFamily="18" charset="0"/>
                <a:cs typeface="Times New Roman" panose="02020603050405020304" pitchFamily="18" charset="0"/>
              </a:rPr>
              <a:t>and share data with other applications.</a:t>
            </a:r>
          </a:p>
          <a:p>
            <a:pPr algn="ctr"/>
            <a:endParaRPr lang="en-US" sz="1600" dirty="0"/>
          </a:p>
        </p:txBody>
      </p:sp>
      <p:sp>
        <p:nvSpPr>
          <p:cNvPr id="48" name="Rectangle 47"/>
          <p:cNvSpPr/>
          <p:nvPr/>
        </p:nvSpPr>
        <p:spPr>
          <a:xfrm>
            <a:off x="4697014" y="1767712"/>
            <a:ext cx="2438401" cy="859237"/>
          </a:xfrm>
          <a:prstGeom prst="wedgeRect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i="0" dirty="0" smtClean="0">
                <a:solidFill>
                  <a:srgbClr val="2D2F31"/>
                </a:solidFill>
                <a:effectLst/>
                <a:latin typeface="Times New Roman" panose="02020603050405020304" pitchFamily="18" charset="0"/>
                <a:cs typeface="Times New Roman" panose="02020603050405020304" pitchFamily="18" charset="0"/>
              </a:rPr>
              <a:t>controls all aspects of Application </a:t>
            </a:r>
            <a:r>
              <a:rPr lang="en-US" sz="1600" i="0" dirty="0" smtClean="0">
                <a:solidFill>
                  <a:srgbClr val="401B9C"/>
                </a:solidFill>
                <a:effectLst/>
                <a:latin typeface="Times New Roman" panose="02020603050405020304" pitchFamily="18" charset="0"/>
                <a:cs typeface="Times New Roman" panose="02020603050405020304" pitchFamily="18" charset="0"/>
              </a:rPr>
              <a:t>Lifecycle and activities stack</a:t>
            </a:r>
            <a:endParaRPr lang="en-US" sz="1600" i="0" dirty="0">
              <a:solidFill>
                <a:srgbClr val="401B9C"/>
              </a:solidFill>
              <a:effectLst/>
              <a:latin typeface="Times New Roman" panose="02020603050405020304" pitchFamily="18" charset="0"/>
              <a:cs typeface="Times New Roman" panose="02020603050405020304" pitchFamily="18" charset="0"/>
            </a:endParaRPr>
          </a:p>
        </p:txBody>
      </p:sp>
      <p:sp>
        <p:nvSpPr>
          <p:cNvPr id="51" name="Légende encadrée 3 50"/>
          <p:cNvSpPr/>
          <p:nvPr/>
        </p:nvSpPr>
        <p:spPr>
          <a:xfrm>
            <a:off x="4076382" y="3513123"/>
            <a:ext cx="2819400" cy="1082957"/>
          </a:xfrm>
          <a:prstGeom prst="borderCallout3">
            <a:avLst>
              <a:gd name="adj1" fmla="val 18750"/>
              <a:gd name="adj2" fmla="val -8333"/>
              <a:gd name="adj3" fmla="val -27451"/>
              <a:gd name="adj4" fmla="val 6280"/>
              <a:gd name="adj5" fmla="val -27574"/>
              <a:gd name="adj6" fmla="val 16541"/>
              <a:gd name="adj7" fmla="val -52099"/>
              <a:gd name="adj8" fmla="val 41871"/>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0" i="0" dirty="0" smtClean="0">
                <a:solidFill>
                  <a:schemeClr val="tx1"/>
                </a:solidFill>
                <a:effectLst/>
                <a:latin typeface="Udemy Sans"/>
              </a:rPr>
              <a:t>provides access to non code embedded resources such as strings colors </a:t>
            </a:r>
            <a:r>
              <a:rPr lang="en-US" sz="1600" b="0" i="0" u="sng" dirty="0" smtClean="0">
                <a:solidFill>
                  <a:schemeClr val="tx1"/>
                </a:solidFill>
                <a:effectLst/>
                <a:latin typeface="Udemy Sans"/>
              </a:rPr>
              <a:t>and user interface.</a:t>
            </a:r>
          </a:p>
        </p:txBody>
      </p:sp>
      <p:sp>
        <p:nvSpPr>
          <p:cNvPr id="52" name="Légende encadrée 3 51"/>
          <p:cNvSpPr/>
          <p:nvPr/>
        </p:nvSpPr>
        <p:spPr>
          <a:xfrm>
            <a:off x="6012618" y="3165460"/>
            <a:ext cx="2815728" cy="773254"/>
          </a:xfrm>
          <a:prstGeom prst="borderCallout3">
            <a:avLst>
              <a:gd name="adj1" fmla="val 18750"/>
              <a:gd name="adj2" fmla="val -8333"/>
              <a:gd name="adj3" fmla="val -27451"/>
              <a:gd name="adj4" fmla="val 6280"/>
              <a:gd name="adj5" fmla="val -27574"/>
              <a:gd name="adj6" fmla="val 16541"/>
              <a:gd name="adj7" fmla="val -54489"/>
              <a:gd name="adj8" fmla="val 22901"/>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chemeClr val="tx1"/>
                </a:solidFill>
              </a:rPr>
              <a:t>Allows the application </a:t>
            </a:r>
            <a:r>
              <a:rPr lang="en-US" sz="1600" dirty="0">
                <a:solidFill>
                  <a:schemeClr val="tx1"/>
                </a:solidFill>
              </a:rPr>
              <a:t>to display alerts and notifications</a:t>
            </a:r>
          </a:p>
          <a:p>
            <a:r>
              <a:rPr lang="en-US" sz="1600" dirty="0">
                <a:solidFill>
                  <a:schemeClr val="tx1"/>
                </a:solidFill>
              </a:rPr>
              <a:t>to the user.</a:t>
            </a:r>
          </a:p>
        </p:txBody>
      </p:sp>
      <p:sp>
        <p:nvSpPr>
          <p:cNvPr id="54" name="Rectangle à coins arrondis 53"/>
          <p:cNvSpPr/>
          <p:nvPr/>
        </p:nvSpPr>
        <p:spPr>
          <a:xfrm>
            <a:off x="533400" y="2377059"/>
            <a:ext cx="2730131" cy="895413"/>
          </a:xfrm>
          <a:prstGeom prst="wedgeRoundRectCallout">
            <a:avLst>
              <a:gd name="adj1" fmla="val 68643"/>
              <a:gd name="adj2" fmla="val -1864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0" i="0" dirty="0" smtClean="0">
                <a:solidFill>
                  <a:schemeClr val="tx1"/>
                </a:solidFill>
                <a:effectLst/>
                <a:latin typeface="Udemy Sans"/>
              </a:rPr>
              <a:t>used to create application user interface.</a:t>
            </a:r>
            <a:endParaRPr lang="en-US" sz="16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anim calcmode="lin" valueType="num">
                                      <p:cBhvr>
                                        <p:cTn id="8" dur="1000" fill="hold"/>
                                        <p:tgtEl>
                                          <p:spTgt spid="42"/>
                                        </p:tgtEl>
                                        <p:attrNameLst>
                                          <p:attrName>ppt_x</p:attrName>
                                        </p:attrNameLst>
                                      </p:cBhvr>
                                      <p:tavLst>
                                        <p:tav tm="0">
                                          <p:val>
                                            <p:strVal val="#ppt_x"/>
                                          </p:val>
                                        </p:tav>
                                        <p:tav tm="100000">
                                          <p:val>
                                            <p:strVal val="#ppt_x"/>
                                          </p:val>
                                        </p:tav>
                                      </p:tavLst>
                                    </p:anim>
                                    <p:anim calcmode="lin" valueType="num">
                                      <p:cBhvr>
                                        <p:cTn id="9"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fade">
                                      <p:cBhvr>
                                        <p:cTn id="14" dur="1000"/>
                                        <p:tgtEl>
                                          <p:spTgt spid="43"/>
                                        </p:tgtEl>
                                      </p:cBhvr>
                                    </p:animEffect>
                                    <p:anim calcmode="lin" valueType="num">
                                      <p:cBhvr>
                                        <p:cTn id="15" dur="1000" fill="hold"/>
                                        <p:tgtEl>
                                          <p:spTgt spid="43"/>
                                        </p:tgtEl>
                                        <p:attrNameLst>
                                          <p:attrName>ppt_x</p:attrName>
                                        </p:attrNameLst>
                                      </p:cBhvr>
                                      <p:tavLst>
                                        <p:tav tm="0">
                                          <p:val>
                                            <p:strVal val="#ppt_x"/>
                                          </p:val>
                                        </p:tav>
                                        <p:tav tm="100000">
                                          <p:val>
                                            <p:strVal val="#ppt_x"/>
                                          </p:val>
                                        </p:tav>
                                      </p:tavLst>
                                    </p:anim>
                                    <p:anim calcmode="lin" valueType="num">
                                      <p:cBhvr>
                                        <p:cTn id="16"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1000"/>
                                        <p:tgtEl>
                                          <p:spTgt spid="44"/>
                                        </p:tgtEl>
                                      </p:cBhvr>
                                    </p:animEffect>
                                    <p:anim calcmode="lin" valueType="num">
                                      <p:cBhvr>
                                        <p:cTn id="26" dur="1000" fill="hold"/>
                                        <p:tgtEl>
                                          <p:spTgt spid="44"/>
                                        </p:tgtEl>
                                        <p:attrNameLst>
                                          <p:attrName>ppt_x</p:attrName>
                                        </p:attrNameLst>
                                      </p:cBhvr>
                                      <p:tavLst>
                                        <p:tav tm="0">
                                          <p:val>
                                            <p:strVal val="#ppt_x"/>
                                          </p:val>
                                        </p:tav>
                                        <p:tav tm="100000">
                                          <p:val>
                                            <p:strVal val="#ppt_x"/>
                                          </p:val>
                                        </p:tav>
                                      </p:tavLst>
                                    </p:anim>
                                    <p:anim calcmode="lin" valueType="num">
                                      <p:cBhvr>
                                        <p:cTn id="27"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anim calcmode="lin" valueType="num">
                                      <p:cBhvr>
                                        <p:cTn id="33" dur="1000" fill="hold"/>
                                        <p:tgtEl>
                                          <p:spTgt spid="23"/>
                                        </p:tgtEl>
                                        <p:attrNameLst>
                                          <p:attrName>ppt_x</p:attrName>
                                        </p:attrNameLst>
                                      </p:cBhvr>
                                      <p:tavLst>
                                        <p:tav tm="0">
                                          <p:val>
                                            <p:strVal val="#ppt_x"/>
                                          </p:val>
                                        </p:tav>
                                        <p:tav tm="100000">
                                          <p:val>
                                            <p:strVal val="#ppt_x"/>
                                          </p:val>
                                        </p:tav>
                                      </p:tavLst>
                                    </p:anim>
                                    <p:anim calcmode="lin" valueType="num">
                                      <p:cBhvr>
                                        <p:cTn id="3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fade">
                                      <p:cBhvr>
                                        <p:cTn id="39" dur="500"/>
                                        <p:tgtEl>
                                          <p:spTgt spid="47"/>
                                        </p:tgtEl>
                                      </p:cBhvr>
                                    </p:animEffect>
                                  </p:childTnLst>
                                  <p:subTnLst>
                                    <p:set>
                                      <p:cBhvr override="childStyle">
                                        <p:cTn dur="1" fill="hold" display="0" masterRel="nextClick" afterEffect="1"/>
                                        <p:tgtEl>
                                          <p:spTgt spid="47"/>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fade">
                                      <p:cBhvr>
                                        <p:cTn id="44" dur="500"/>
                                        <p:tgtEl>
                                          <p:spTgt spid="48"/>
                                        </p:tgtEl>
                                      </p:cBhvr>
                                    </p:animEffect>
                                  </p:childTnLst>
                                  <p:subTnLst>
                                    <p:set>
                                      <p:cBhvr override="childStyle">
                                        <p:cTn dur="1" fill="hold" display="0" masterRel="nextClick" afterEffect="1"/>
                                        <p:tgtEl>
                                          <p:spTgt spid="48"/>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500"/>
                                        <p:tgtEl>
                                          <p:spTgt spid="51"/>
                                        </p:tgtEl>
                                      </p:cBhvr>
                                    </p:animEffect>
                                  </p:childTnLst>
                                  <p:subTnLst>
                                    <p:set>
                                      <p:cBhvr override="childStyle">
                                        <p:cTn dur="1" fill="hold" display="0" masterRel="nextClick" afterEffect="1"/>
                                        <p:tgtEl>
                                          <p:spTgt spid="51"/>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fade">
                                      <p:cBhvr>
                                        <p:cTn id="54" dur="500"/>
                                        <p:tgtEl>
                                          <p:spTgt spid="52"/>
                                        </p:tgtEl>
                                      </p:cBhvr>
                                    </p:animEffect>
                                  </p:childTnLst>
                                  <p:subTnLst>
                                    <p:set>
                                      <p:cBhvr override="childStyle">
                                        <p:cTn dur="1" fill="hold" display="0" masterRel="nextClick" afterEffect="1"/>
                                        <p:tgtEl>
                                          <p:spTgt spid="52"/>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54"/>
                                        </p:tgtEl>
                                        <p:attrNameLst>
                                          <p:attrName>style.visibility</p:attrName>
                                        </p:attrNameLst>
                                      </p:cBhvr>
                                      <p:to>
                                        <p:strVal val="visible"/>
                                      </p:to>
                                    </p:set>
                                    <p:animEffect transition="in" filter="fade">
                                      <p:cBhvr>
                                        <p:cTn id="59" dur="500"/>
                                        <p:tgtEl>
                                          <p:spTgt spid="54"/>
                                        </p:tgtEl>
                                      </p:cBhvr>
                                    </p:animEffect>
                                  </p:childTnLst>
                                  <p:subTnLst>
                                    <p:set>
                                      <p:cBhvr override="childStyle">
                                        <p:cTn dur="1" fill="hold" display="0" masterRel="nextClick" afterEffect="1"/>
                                        <p:tgtEl>
                                          <p:spTgt spid="54"/>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1000"/>
                                        <p:tgtEl>
                                          <p:spTgt spid="39"/>
                                        </p:tgtEl>
                                      </p:cBhvr>
                                    </p:animEffect>
                                    <p:anim calcmode="lin" valueType="num">
                                      <p:cBhvr>
                                        <p:cTn id="65" dur="1000" fill="hold"/>
                                        <p:tgtEl>
                                          <p:spTgt spid="39"/>
                                        </p:tgtEl>
                                        <p:attrNameLst>
                                          <p:attrName>ppt_x</p:attrName>
                                        </p:attrNameLst>
                                      </p:cBhvr>
                                      <p:tavLst>
                                        <p:tav tm="0">
                                          <p:val>
                                            <p:strVal val="#ppt_x"/>
                                          </p:val>
                                        </p:tav>
                                        <p:tav tm="100000">
                                          <p:val>
                                            <p:strVal val="#ppt_x"/>
                                          </p:val>
                                        </p:tav>
                                      </p:tavLst>
                                    </p:anim>
                                    <p:anim calcmode="lin" valueType="num">
                                      <p:cBhvr>
                                        <p:cTn id="66"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3" grpId="0" animBg="1"/>
      <p:bldP spid="39" grpId="0" animBg="1"/>
      <p:bldP spid="42" grpId="0" animBg="1"/>
      <p:bldP spid="43" grpId="0" animBg="1"/>
      <p:bldP spid="44" grpId="0" animBg="1"/>
      <p:bldP spid="47" grpId="0" animBg="1"/>
      <p:bldP spid="48" grpId="0" animBg="1"/>
      <p:bldP spid="51" grpId="0" animBg="1"/>
      <p:bldP spid="52" grpId="0" animBg="1"/>
      <p:bldP spid="5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7861934" cy="574040"/>
          </a:xfrm>
          <a:prstGeom prst="rect">
            <a:avLst/>
          </a:prstGeom>
        </p:spPr>
        <p:txBody>
          <a:bodyPr vert="horz" wrap="square" lIns="0" tIns="12700" rIns="0" bIns="0" rtlCol="0">
            <a:spAutoFit/>
          </a:bodyPr>
          <a:lstStyle/>
          <a:p>
            <a:pPr marL="12700">
              <a:lnSpc>
                <a:spcPct val="100000"/>
              </a:lnSpc>
              <a:spcBef>
                <a:spcPts val="100"/>
              </a:spcBef>
            </a:pPr>
            <a:r>
              <a:rPr spc="-60" dirty="0"/>
              <a:t>Environnement</a:t>
            </a:r>
            <a:r>
              <a:rPr spc="-120" dirty="0"/>
              <a:t> </a:t>
            </a:r>
            <a:r>
              <a:rPr spc="-75" dirty="0"/>
              <a:t>de</a:t>
            </a:r>
            <a:r>
              <a:rPr spc="-90" dirty="0"/>
              <a:t> </a:t>
            </a:r>
            <a:r>
              <a:rPr spc="-95" dirty="0"/>
              <a:t>développement</a:t>
            </a:r>
            <a:r>
              <a:rPr spc="-120" dirty="0"/>
              <a:t> </a:t>
            </a:r>
            <a:r>
              <a:rPr spc="-80" dirty="0"/>
              <a:t>d'Android</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16</a:t>
            </a:fld>
            <a:endParaRPr dirty="0"/>
          </a:p>
        </p:txBody>
      </p:sp>
      <p:sp>
        <p:nvSpPr>
          <p:cNvPr id="3" name="object 3"/>
          <p:cNvSpPr txBox="1"/>
          <p:nvPr/>
        </p:nvSpPr>
        <p:spPr>
          <a:xfrm>
            <a:off x="1084580" y="1153959"/>
            <a:ext cx="10086975" cy="4720590"/>
          </a:xfrm>
          <a:prstGeom prst="rect">
            <a:avLst/>
          </a:prstGeom>
        </p:spPr>
        <p:txBody>
          <a:bodyPr vert="horz" wrap="square" lIns="0" tIns="33655" rIns="0" bIns="0" rtlCol="0">
            <a:spAutoFit/>
          </a:bodyPr>
          <a:lstStyle/>
          <a:p>
            <a:pPr marL="12700">
              <a:lnSpc>
                <a:spcPct val="100000"/>
              </a:lnSpc>
              <a:spcBef>
                <a:spcPts val="265"/>
              </a:spcBef>
            </a:pPr>
            <a:r>
              <a:rPr sz="2100" spc="-25" dirty="0">
                <a:solidFill>
                  <a:srgbClr val="404040"/>
                </a:solidFill>
                <a:latin typeface="Times New Roman"/>
                <a:cs typeface="Times New Roman"/>
              </a:rPr>
              <a:t>Une</a:t>
            </a:r>
            <a:r>
              <a:rPr sz="2100" spc="-10" dirty="0">
                <a:solidFill>
                  <a:srgbClr val="404040"/>
                </a:solidFill>
                <a:latin typeface="Times New Roman"/>
                <a:cs typeface="Times New Roman"/>
              </a:rPr>
              <a:t> </a:t>
            </a:r>
            <a:r>
              <a:rPr sz="2100" spc="-40" dirty="0">
                <a:solidFill>
                  <a:srgbClr val="404040"/>
                </a:solidFill>
                <a:latin typeface="Times New Roman"/>
                <a:cs typeface="Times New Roman"/>
              </a:rPr>
              <a:t>application</a:t>
            </a:r>
            <a:r>
              <a:rPr sz="2100" spc="-5" dirty="0">
                <a:solidFill>
                  <a:srgbClr val="404040"/>
                </a:solidFill>
                <a:latin typeface="Times New Roman"/>
                <a:cs typeface="Times New Roman"/>
              </a:rPr>
              <a:t> </a:t>
            </a:r>
            <a:r>
              <a:rPr sz="2100" spc="-25" dirty="0">
                <a:solidFill>
                  <a:srgbClr val="404040"/>
                </a:solidFill>
                <a:latin typeface="Times New Roman"/>
                <a:cs typeface="Times New Roman"/>
              </a:rPr>
              <a:t>Android</a:t>
            </a:r>
            <a:r>
              <a:rPr sz="2100" spc="-15" dirty="0">
                <a:solidFill>
                  <a:srgbClr val="404040"/>
                </a:solidFill>
                <a:latin typeface="Times New Roman"/>
                <a:cs typeface="Times New Roman"/>
              </a:rPr>
              <a:t> </a:t>
            </a:r>
            <a:r>
              <a:rPr sz="2100" spc="-30" dirty="0">
                <a:solidFill>
                  <a:srgbClr val="404040"/>
                </a:solidFill>
                <a:latin typeface="Times New Roman"/>
                <a:cs typeface="Times New Roman"/>
              </a:rPr>
              <a:t>est</a:t>
            </a:r>
            <a:r>
              <a:rPr sz="2100" spc="-10" dirty="0">
                <a:solidFill>
                  <a:srgbClr val="404040"/>
                </a:solidFill>
                <a:latin typeface="Times New Roman"/>
                <a:cs typeface="Times New Roman"/>
              </a:rPr>
              <a:t> </a:t>
            </a:r>
            <a:r>
              <a:rPr sz="2100" spc="-25" dirty="0">
                <a:solidFill>
                  <a:srgbClr val="404040"/>
                </a:solidFill>
                <a:latin typeface="Times New Roman"/>
                <a:cs typeface="Times New Roman"/>
              </a:rPr>
              <a:t>composée</a:t>
            </a:r>
            <a:r>
              <a:rPr sz="2100" spc="-5" dirty="0">
                <a:solidFill>
                  <a:srgbClr val="404040"/>
                </a:solidFill>
                <a:latin typeface="Times New Roman"/>
                <a:cs typeface="Times New Roman"/>
              </a:rPr>
              <a:t> </a:t>
            </a:r>
            <a:r>
              <a:rPr sz="2100" spc="-30" dirty="0">
                <a:solidFill>
                  <a:srgbClr val="404040"/>
                </a:solidFill>
                <a:latin typeface="Times New Roman"/>
                <a:cs typeface="Times New Roman"/>
              </a:rPr>
              <a:t>de</a:t>
            </a:r>
            <a:r>
              <a:rPr sz="2100" spc="-15" dirty="0">
                <a:solidFill>
                  <a:srgbClr val="404040"/>
                </a:solidFill>
                <a:latin typeface="Times New Roman"/>
                <a:cs typeface="Times New Roman"/>
              </a:rPr>
              <a:t> </a:t>
            </a:r>
            <a:r>
              <a:rPr sz="2100" spc="-125" dirty="0">
                <a:solidFill>
                  <a:srgbClr val="404040"/>
                </a:solidFill>
                <a:latin typeface="Times New Roman"/>
                <a:cs typeface="Times New Roman"/>
              </a:rPr>
              <a:t>:</a:t>
            </a:r>
            <a:endParaRPr sz="2100" dirty="0">
              <a:latin typeface="Times New Roman"/>
              <a:cs typeface="Times New Roman"/>
            </a:endParaRPr>
          </a:p>
          <a:p>
            <a:pPr marL="396875" marR="5080" indent="-182880">
              <a:lnSpc>
                <a:spcPts val="2160"/>
              </a:lnSpc>
              <a:spcBef>
                <a:spcPts val="434"/>
              </a:spcBef>
              <a:buClr>
                <a:srgbClr val="1CACE3"/>
              </a:buClr>
              <a:buFont typeface="Wingdings"/>
              <a:buChar char=""/>
              <a:tabLst>
                <a:tab pos="397510" algn="l"/>
              </a:tabLst>
            </a:pPr>
            <a:r>
              <a:rPr sz="2000" spc="-45" dirty="0">
                <a:solidFill>
                  <a:srgbClr val="404040"/>
                </a:solidFill>
                <a:latin typeface="Times New Roman"/>
                <a:cs typeface="Times New Roman"/>
              </a:rPr>
              <a:t>Sources</a:t>
            </a:r>
            <a:r>
              <a:rPr sz="2000" spc="285" dirty="0">
                <a:solidFill>
                  <a:srgbClr val="404040"/>
                </a:solidFill>
                <a:latin typeface="Times New Roman"/>
                <a:cs typeface="Times New Roman"/>
              </a:rPr>
              <a:t> </a:t>
            </a:r>
            <a:r>
              <a:rPr sz="2000" spc="-114" dirty="0">
                <a:solidFill>
                  <a:srgbClr val="404040"/>
                </a:solidFill>
                <a:latin typeface="Times New Roman"/>
                <a:cs typeface="Times New Roman"/>
              </a:rPr>
              <a:t>Java</a:t>
            </a:r>
            <a:r>
              <a:rPr sz="2000" spc="-95" dirty="0">
                <a:solidFill>
                  <a:srgbClr val="404040"/>
                </a:solidFill>
                <a:latin typeface="Times New Roman"/>
                <a:cs typeface="Times New Roman"/>
              </a:rPr>
              <a:t> </a:t>
            </a:r>
            <a:r>
              <a:rPr sz="2000" spc="-35" dirty="0">
                <a:solidFill>
                  <a:srgbClr val="404040"/>
                </a:solidFill>
                <a:latin typeface="Times New Roman"/>
                <a:cs typeface="Times New Roman"/>
              </a:rPr>
              <a:t>(</a:t>
            </a:r>
            <a:r>
              <a:rPr sz="2000" spc="-35" dirty="0" err="1">
                <a:solidFill>
                  <a:srgbClr val="404040"/>
                </a:solidFill>
                <a:latin typeface="Times New Roman"/>
                <a:cs typeface="Times New Roman"/>
              </a:rPr>
              <a:t>ou</a:t>
            </a:r>
            <a:r>
              <a:rPr sz="2000" spc="285" dirty="0">
                <a:solidFill>
                  <a:srgbClr val="404040"/>
                </a:solidFill>
                <a:latin typeface="Times New Roman"/>
                <a:cs typeface="Times New Roman"/>
              </a:rPr>
              <a:t> </a:t>
            </a:r>
            <a:r>
              <a:rPr sz="2000" spc="-35" dirty="0" err="1" smtClean="0">
                <a:solidFill>
                  <a:srgbClr val="404040"/>
                </a:solidFill>
                <a:latin typeface="Times New Roman"/>
                <a:cs typeface="Times New Roman"/>
              </a:rPr>
              <a:t>Kotlin</a:t>
            </a:r>
            <a:r>
              <a:rPr lang="en-US" sz="2000" spc="-35" dirty="0" smtClean="0">
                <a:solidFill>
                  <a:srgbClr val="404040"/>
                </a:solidFill>
                <a:latin typeface="Times New Roman"/>
                <a:cs typeface="Times New Roman"/>
              </a:rPr>
              <a:t> 2017</a:t>
            </a:r>
            <a:r>
              <a:rPr sz="2000" spc="-35" dirty="0" smtClean="0">
                <a:solidFill>
                  <a:srgbClr val="404040"/>
                </a:solidFill>
                <a:latin typeface="Times New Roman"/>
                <a:cs typeface="Times New Roman"/>
              </a:rPr>
              <a:t>)</a:t>
            </a:r>
            <a:r>
              <a:rPr sz="2000" spc="300" dirty="0" smtClean="0">
                <a:solidFill>
                  <a:srgbClr val="404040"/>
                </a:solidFill>
                <a:latin typeface="Times New Roman"/>
                <a:cs typeface="Times New Roman"/>
              </a:rPr>
              <a:t> </a:t>
            </a:r>
            <a:r>
              <a:rPr sz="2000" spc="-40" dirty="0">
                <a:solidFill>
                  <a:srgbClr val="404040"/>
                </a:solidFill>
                <a:latin typeface="Times New Roman"/>
                <a:cs typeface="Times New Roman"/>
              </a:rPr>
              <a:t>compilés</a:t>
            </a:r>
            <a:r>
              <a:rPr sz="2000" spc="290" dirty="0">
                <a:solidFill>
                  <a:srgbClr val="404040"/>
                </a:solidFill>
                <a:latin typeface="Times New Roman"/>
                <a:cs typeface="Times New Roman"/>
              </a:rPr>
              <a:t> </a:t>
            </a:r>
            <a:r>
              <a:rPr sz="2000" dirty="0">
                <a:solidFill>
                  <a:srgbClr val="404040"/>
                </a:solidFill>
                <a:latin typeface="Times New Roman"/>
                <a:cs typeface="Times New Roman"/>
              </a:rPr>
              <a:t>pour</a:t>
            </a:r>
            <a:r>
              <a:rPr sz="2000" spc="290" dirty="0">
                <a:solidFill>
                  <a:srgbClr val="404040"/>
                </a:solidFill>
                <a:latin typeface="Times New Roman"/>
                <a:cs typeface="Times New Roman"/>
              </a:rPr>
              <a:t> </a:t>
            </a:r>
            <a:r>
              <a:rPr sz="2000" spc="-25" dirty="0">
                <a:solidFill>
                  <a:srgbClr val="404040"/>
                </a:solidFill>
                <a:latin typeface="Times New Roman"/>
                <a:cs typeface="Times New Roman"/>
              </a:rPr>
              <a:t>une</a:t>
            </a:r>
            <a:r>
              <a:rPr sz="2000" spc="300" dirty="0">
                <a:solidFill>
                  <a:srgbClr val="404040"/>
                </a:solidFill>
                <a:latin typeface="Times New Roman"/>
                <a:cs typeface="Times New Roman"/>
              </a:rPr>
              <a:t> </a:t>
            </a:r>
            <a:r>
              <a:rPr sz="2000" spc="-45" dirty="0">
                <a:solidFill>
                  <a:srgbClr val="404040"/>
                </a:solidFill>
                <a:latin typeface="Times New Roman"/>
                <a:cs typeface="Times New Roman"/>
              </a:rPr>
              <a:t>machine</a:t>
            </a:r>
            <a:r>
              <a:rPr sz="2000" spc="290" dirty="0">
                <a:solidFill>
                  <a:srgbClr val="404040"/>
                </a:solidFill>
                <a:latin typeface="Times New Roman"/>
                <a:cs typeface="Times New Roman"/>
              </a:rPr>
              <a:t> </a:t>
            </a:r>
            <a:r>
              <a:rPr sz="2000" spc="-50" dirty="0">
                <a:solidFill>
                  <a:srgbClr val="404040"/>
                </a:solidFill>
                <a:latin typeface="Times New Roman"/>
                <a:cs typeface="Times New Roman"/>
              </a:rPr>
              <a:t>virtuelle</a:t>
            </a:r>
            <a:r>
              <a:rPr sz="2000" spc="295" dirty="0">
                <a:solidFill>
                  <a:srgbClr val="404040"/>
                </a:solidFill>
                <a:latin typeface="Times New Roman"/>
                <a:cs typeface="Times New Roman"/>
              </a:rPr>
              <a:t> </a:t>
            </a:r>
            <a:r>
              <a:rPr sz="2000" spc="-45" dirty="0">
                <a:solidFill>
                  <a:srgbClr val="404040"/>
                </a:solidFill>
                <a:latin typeface="Times New Roman"/>
                <a:cs typeface="Times New Roman"/>
              </a:rPr>
              <a:t>appelée</a:t>
            </a:r>
            <a:r>
              <a:rPr sz="2000" spc="305" dirty="0">
                <a:solidFill>
                  <a:srgbClr val="404040"/>
                </a:solidFill>
                <a:latin typeface="Times New Roman"/>
                <a:cs typeface="Times New Roman"/>
              </a:rPr>
              <a:t> </a:t>
            </a:r>
            <a:r>
              <a:rPr sz="2000" spc="-50" dirty="0">
                <a:solidFill>
                  <a:srgbClr val="404040"/>
                </a:solidFill>
                <a:latin typeface="Times New Roman"/>
                <a:cs typeface="Times New Roman"/>
              </a:rPr>
              <a:t>"ART",</a:t>
            </a:r>
            <a:r>
              <a:rPr sz="2000" spc="285" dirty="0">
                <a:solidFill>
                  <a:srgbClr val="404040"/>
                </a:solidFill>
                <a:latin typeface="Times New Roman"/>
                <a:cs typeface="Times New Roman"/>
              </a:rPr>
              <a:t> </a:t>
            </a:r>
            <a:r>
              <a:rPr sz="2000" spc="-35" dirty="0">
                <a:solidFill>
                  <a:srgbClr val="404040"/>
                </a:solidFill>
                <a:latin typeface="Times New Roman"/>
                <a:cs typeface="Times New Roman"/>
              </a:rPr>
              <a:t>amélioration</a:t>
            </a:r>
            <a:r>
              <a:rPr sz="2000" spc="290" dirty="0">
                <a:solidFill>
                  <a:srgbClr val="404040"/>
                </a:solidFill>
                <a:latin typeface="Times New Roman"/>
                <a:cs typeface="Times New Roman"/>
              </a:rPr>
              <a:t> </a:t>
            </a:r>
            <a:r>
              <a:rPr sz="2000" spc="-25" dirty="0">
                <a:solidFill>
                  <a:srgbClr val="404040"/>
                </a:solidFill>
                <a:latin typeface="Times New Roman"/>
                <a:cs typeface="Times New Roman"/>
              </a:rPr>
              <a:t>de </a:t>
            </a:r>
            <a:r>
              <a:rPr sz="2000" spc="-484" dirty="0">
                <a:solidFill>
                  <a:srgbClr val="404040"/>
                </a:solidFill>
                <a:latin typeface="Times New Roman"/>
                <a:cs typeface="Times New Roman"/>
              </a:rPr>
              <a:t> </a:t>
            </a:r>
            <a:r>
              <a:rPr sz="2000" spc="-40" dirty="0">
                <a:solidFill>
                  <a:srgbClr val="404040"/>
                </a:solidFill>
                <a:latin typeface="Times New Roman"/>
                <a:cs typeface="Times New Roman"/>
              </a:rPr>
              <a:t>l'an</a:t>
            </a:r>
            <a:r>
              <a:rPr sz="2000" spc="-45" dirty="0">
                <a:solidFill>
                  <a:srgbClr val="404040"/>
                </a:solidFill>
                <a:latin typeface="Times New Roman"/>
                <a:cs typeface="Times New Roman"/>
              </a:rPr>
              <a:t>c</a:t>
            </a:r>
            <a:r>
              <a:rPr sz="2000" spc="-35" dirty="0">
                <a:solidFill>
                  <a:srgbClr val="404040"/>
                </a:solidFill>
                <a:latin typeface="Times New Roman"/>
                <a:cs typeface="Times New Roman"/>
              </a:rPr>
              <a:t>ienne</a:t>
            </a:r>
            <a:r>
              <a:rPr sz="2000" spc="5" dirty="0">
                <a:solidFill>
                  <a:srgbClr val="404040"/>
                </a:solidFill>
                <a:latin typeface="Times New Roman"/>
                <a:cs typeface="Times New Roman"/>
              </a:rPr>
              <a:t> </a:t>
            </a:r>
            <a:r>
              <a:rPr sz="2000" spc="-55" dirty="0">
                <a:solidFill>
                  <a:srgbClr val="404040"/>
                </a:solidFill>
                <a:latin typeface="Times New Roman"/>
                <a:cs typeface="Times New Roman"/>
              </a:rPr>
              <a:t>mac</a:t>
            </a:r>
            <a:r>
              <a:rPr sz="2000" spc="-25" dirty="0">
                <a:solidFill>
                  <a:srgbClr val="404040"/>
                </a:solidFill>
                <a:latin typeface="Times New Roman"/>
                <a:cs typeface="Times New Roman"/>
              </a:rPr>
              <a:t>hi</a:t>
            </a:r>
            <a:r>
              <a:rPr sz="2000" spc="-35" dirty="0">
                <a:solidFill>
                  <a:srgbClr val="404040"/>
                </a:solidFill>
                <a:latin typeface="Times New Roman"/>
                <a:cs typeface="Times New Roman"/>
              </a:rPr>
              <a:t>n</a:t>
            </a:r>
            <a:r>
              <a:rPr sz="2000" spc="-55" dirty="0">
                <a:solidFill>
                  <a:srgbClr val="404040"/>
                </a:solidFill>
                <a:latin typeface="Times New Roman"/>
                <a:cs typeface="Times New Roman"/>
              </a:rPr>
              <a:t>e</a:t>
            </a:r>
            <a:r>
              <a:rPr sz="2000" spc="5" dirty="0">
                <a:solidFill>
                  <a:srgbClr val="404040"/>
                </a:solidFill>
                <a:latin typeface="Times New Roman"/>
                <a:cs typeface="Times New Roman"/>
              </a:rPr>
              <a:t> </a:t>
            </a:r>
            <a:r>
              <a:rPr sz="2000" spc="-270" dirty="0">
                <a:solidFill>
                  <a:srgbClr val="404040"/>
                </a:solidFill>
                <a:latin typeface="Times New Roman"/>
                <a:cs typeface="Times New Roman"/>
              </a:rPr>
              <a:t>«</a:t>
            </a:r>
            <a:r>
              <a:rPr sz="2000" spc="-10" dirty="0">
                <a:solidFill>
                  <a:srgbClr val="404040"/>
                </a:solidFill>
                <a:latin typeface="Times New Roman"/>
                <a:cs typeface="Times New Roman"/>
              </a:rPr>
              <a:t> </a:t>
            </a:r>
            <a:r>
              <a:rPr sz="2000" spc="15" dirty="0">
                <a:solidFill>
                  <a:srgbClr val="404040"/>
                </a:solidFill>
                <a:latin typeface="Times New Roman"/>
                <a:cs typeface="Times New Roman"/>
              </a:rPr>
              <a:t>Da</a:t>
            </a:r>
            <a:r>
              <a:rPr sz="2000" spc="-95" dirty="0">
                <a:solidFill>
                  <a:srgbClr val="404040"/>
                </a:solidFill>
                <a:latin typeface="Times New Roman"/>
                <a:cs typeface="Times New Roman"/>
              </a:rPr>
              <a:t>lv</a:t>
            </a:r>
            <a:r>
              <a:rPr sz="2000" spc="-80" dirty="0">
                <a:solidFill>
                  <a:srgbClr val="404040"/>
                </a:solidFill>
                <a:latin typeface="Times New Roman"/>
                <a:cs typeface="Times New Roman"/>
              </a:rPr>
              <a:t>i</a:t>
            </a:r>
            <a:r>
              <a:rPr sz="2000" spc="-65" dirty="0">
                <a:solidFill>
                  <a:srgbClr val="404040"/>
                </a:solidFill>
                <a:latin typeface="Times New Roman"/>
                <a:cs typeface="Times New Roman"/>
              </a:rPr>
              <a:t>k</a:t>
            </a:r>
            <a:r>
              <a:rPr sz="2000" spc="-15" dirty="0">
                <a:solidFill>
                  <a:srgbClr val="404040"/>
                </a:solidFill>
                <a:latin typeface="Times New Roman"/>
                <a:cs typeface="Times New Roman"/>
              </a:rPr>
              <a:t> </a:t>
            </a:r>
            <a:r>
              <a:rPr sz="2000" spc="-270" dirty="0">
                <a:solidFill>
                  <a:srgbClr val="404040"/>
                </a:solidFill>
                <a:latin typeface="Times New Roman"/>
                <a:cs typeface="Times New Roman"/>
              </a:rPr>
              <a:t>»</a:t>
            </a:r>
            <a:r>
              <a:rPr sz="2000" spc="5" dirty="0">
                <a:solidFill>
                  <a:srgbClr val="404040"/>
                </a:solidFill>
                <a:latin typeface="Times New Roman"/>
                <a:cs typeface="Times New Roman"/>
              </a:rPr>
              <a:t> </a:t>
            </a:r>
            <a:r>
              <a:rPr sz="2000" spc="-85" dirty="0">
                <a:solidFill>
                  <a:srgbClr val="404040"/>
                </a:solidFill>
                <a:latin typeface="Times New Roman"/>
                <a:cs typeface="Times New Roman"/>
              </a:rPr>
              <a:t>(</a:t>
            </a:r>
            <a:r>
              <a:rPr sz="2000" spc="-105" dirty="0">
                <a:solidFill>
                  <a:srgbClr val="404040"/>
                </a:solidFill>
                <a:latin typeface="Times New Roman"/>
                <a:cs typeface="Times New Roman"/>
              </a:rPr>
              <a:t>v</a:t>
            </a:r>
            <a:r>
              <a:rPr sz="2000" spc="-30" dirty="0">
                <a:solidFill>
                  <a:srgbClr val="404040"/>
                </a:solidFill>
                <a:latin typeface="Times New Roman"/>
                <a:cs typeface="Times New Roman"/>
              </a:rPr>
              <a:t>e</a:t>
            </a:r>
            <a:r>
              <a:rPr sz="2000" spc="-20" dirty="0">
                <a:solidFill>
                  <a:srgbClr val="404040"/>
                </a:solidFill>
                <a:latin typeface="Times New Roman"/>
                <a:cs typeface="Times New Roman"/>
              </a:rPr>
              <a:t>r</a:t>
            </a:r>
            <a:r>
              <a:rPr sz="2000" spc="-25" dirty="0">
                <a:solidFill>
                  <a:srgbClr val="404040"/>
                </a:solidFill>
                <a:latin typeface="Times New Roman"/>
                <a:cs typeface="Times New Roman"/>
              </a:rPr>
              <a:t>sio</a:t>
            </a:r>
            <a:r>
              <a:rPr sz="2000" spc="-40" dirty="0">
                <a:solidFill>
                  <a:srgbClr val="404040"/>
                </a:solidFill>
                <a:latin typeface="Times New Roman"/>
                <a:cs typeface="Times New Roman"/>
              </a:rPr>
              <a:t>n</a:t>
            </a:r>
            <a:r>
              <a:rPr sz="2000" spc="-50" dirty="0">
                <a:solidFill>
                  <a:srgbClr val="404040"/>
                </a:solidFill>
                <a:latin typeface="Times New Roman"/>
                <a:cs typeface="Times New Roman"/>
              </a:rPr>
              <a:t>s</a:t>
            </a:r>
            <a:r>
              <a:rPr sz="2000" spc="-25" dirty="0">
                <a:solidFill>
                  <a:srgbClr val="404040"/>
                </a:solidFill>
                <a:latin typeface="Times New Roman"/>
                <a:cs typeface="Times New Roman"/>
              </a:rPr>
              <a:t> </a:t>
            </a:r>
            <a:r>
              <a:rPr sz="2000" spc="200" dirty="0">
                <a:solidFill>
                  <a:srgbClr val="404040"/>
                </a:solidFill>
                <a:latin typeface="Times New Roman"/>
                <a:cs typeface="Times New Roman"/>
              </a:rPr>
              <a:t>&lt;</a:t>
            </a:r>
            <a:r>
              <a:rPr sz="2000" spc="204" dirty="0">
                <a:solidFill>
                  <a:srgbClr val="404040"/>
                </a:solidFill>
                <a:latin typeface="Times New Roman"/>
                <a:cs typeface="Times New Roman"/>
              </a:rPr>
              <a:t>=</a:t>
            </a:r>
            <a:r>
              <a:rPr sz="2000" spc="10" dirty="0">
                <a:solidFill>
                  <a:srgbClr val="404040"/>
                </a:solidFill>
                <a:latin typeface="Times New Roman"/>
                <a:cs typeface="Times New Roman"/>
              </a:rPr>
              <a:t> </a:t>
            </a:r>
            <a:r>
              <a:rPr sz="2000" spc="-70" dirty="0">
                <a:solidFill>
                  <a:srgbClr val="404040"/>
                </a:solidFill>
                <a:latin typeface="Times New Roman"/>
                <a:cs typeface="Times New Roman"/>
              </a:rPr>
              <a:t>4</a:t>
            </a:r>
            <a:r>
              <a:rPr sz="2000" spc="-60" dirty="0">
                <a:solidFill>
                  <a:srgbClr val="404040"/>
                </a:solidFill>
                <a:latin typeface="Times New Roman"/>
                <a:cs typeface="Times New Roman"/>
              </a:rPr>
              <a:t>.</a:t>
            </a:r>
            <a:r>
              <a:rPr sz="2000" spc="-70" dirty="0">
                <a:solidFill>
                  <a:srgbClr val="404040"/>
                </a:solidFill>
                <a:latin typeface="Times New Roman"/>
                <a:cs typeface="Times New Roman"/>
              </a:rPr>
              <a:t>4</a:t>
            </a:r>
            <a:r>
              <a:rPr sz="2000" spc="-85" dirty="0">
                <a:solidFill>
                  <a:srgbClr val="404040"/>
                </a:solidFill>
                <a:latin typeface="Times New Roman"/>
                <a:cs typeface="Times New Roman"/>
              </a:rPr>
              <a:t>)</a:t>
            </a:r>
            <a:r>
              <a:rPr sz="2000" spc="-65" dirty="0">
                <a:solidFill>
                  <a:srgbClr val="404040"/>
                </a:solidFill>
                <a:latin typeface="Times New Roman"/>
                <a:cs typeface="Times New Roman"/>
              </a:rPr>
              <a:t>.</a:t>
            </a:r>
            <a:endParaRPr sz="2000" dirty="0">
              <a:latin typeface="Times New Roman"/>
              <a:cs typeface="Times New Roman"/>
            </a:endParaRPr>
          </a:p>
          <a:p>
            <a:pPr marL="396875" indent="-183515">
              <a:lnSpc>
                <a:spcPct val="100000"/>
              </a:lnSpc>
              <a:spcBef>
                <a:spcPts val="300"/>
              </a:spcBef>
              <a:buClr>
                <a:srgbClr val="1CACE3"/>
              </a:buClr>
              <a:buFont typeface="Wingdings"/>
              <a:buChar char=""/>
              <a:tabLst>
                <a:tab pos="397510" algn="l"/>
              </a:tabLst>
            </a:pPr>
            <a:r>
              <a:rPr sz="2200" spc="-55" dirty="0">
                <a:solidFill>
                  <a:srgbClr val="404040"/>
                </a:solidFill>
                <a:latin typeface="Times New Roman"/>
                <a:cs typeface="Times New Roman"/>
              </a:rPr>
              <a:t>Fichiers</a:t>
            </a:r>
            <a:r>
              <a:rPr sz="2200" spc="-5" dirty="0">
                <a:solidFill>
                  <a:srgbClr val="404040"/>
                </a:solidFill>
                <a:latin typeface="Times New Roman"/>
                <a:cs typeface="Times New Roman"/>
              </a:rPr>
              <a:t> </a:t>
            </a:r>
            <a:r>
              <a:rPr sz="2200" spc="-55" dirty="0">
                <a:solidFill>
                  <a:srgbClr val="404040"/>
                </a:solidFill>
                <a:latin typeface="Times New Roman"/>
                <a:cs typeface="Times New Roman"/>
              </a:rPr>
              <a:t>appelés</a:t>
            </a:r>
            <a:r>
              <a:rPr sz="2200" spc="25" dirty="0">
                <a:solidFill>
                  <a:srgbClr val="404040"/>
                </a:solidFill>
                <a:latin typeface="Times New Roman"/>
                <a:cs typeface="Times New Roman"/>
              </a:rPr>
              <a:t> </a:t>
            </a:r>
            <a:r>
              <a:rPr sz="2200" spc="-45" dirty="0">
                <a:solidFill>
                  <a:srgbClr val="404040"/>
                </a:solidFill>
                <a:latin typeface="Times New Roman"/>
                <a:cs typeface="Times New Roman"/>
              </a:rPr>
              <a:t>ressources</a:t>
            </a:r>
            <a:r>
              <a:rPr sz="2200" spc="15" dirty="0">
                <a:solidFill>
                  <a:srgbClr val="404040"/>
                </a:solidFill>
                <a:latin typeface="Times New Roman"/>
                <a:cs typeface="Times New Roman"/>
              </a:rPr>
              <a:t> </a:t>
            </a:r>
            <a:r>
              <a:rPr sz="2200" spc="-135" dirty="0">
                <a:solidFill>
                  <a:srgbClr val="404040"/>
                </a:solidFill>
                <a:latin typeface="Times New Roman"/>
                <a:cs typeface="Times New Roman"/>
              </a:rPr>
              <a:t>:</a:t>
            </a:r>
            <a:endParaRPr sz="2200" dirty="0">
              <a:latin typeface="Times New Roman"/>
              <a:cs typeface="Times New Roman"/>
            </a:endParaRPr>
          </a:p>
          <a:p>
            <a:pPr marL="945515" lvl="1" indent="-183515">
              <a:lnSpc>
                <a:spcPct val="100000"/>
              </a:lnSpc>
              <a:spcBef>
                <a:spcPts val="335"/>
              </a:spcBef>
              <a:buClr>
                <a:srgbClr val="1CACE3"/>
              </a:buClr>
              <a:buFont typeface="Wingdings"/>
              <a:buChar char=""/>
              <a:tabLst>
                <a:tab pos="946150" algn="l"/>
              </a:tabLst>
            </a:pPr>
            <a:r>
              <a:rPr sz="2200" spc="-5" dirty="0">
                <a:solidFill>
                  <a:srgbClr val="404040"/>
                </a:solidFill>
                <a:latin typeface="Times New Roman"/>
                <a:cs typeface="Times New Roman"/>
              </a:rPr>
              <a:t>format</a:t>
            </a:r>
            <a:r>
              <a:rPr sz="2200" spc="30" dirty="0">
                <a:solidFill>
                  <a:srgbClr val="404040"/>
                </a:solidFill>
                <a:latin typeface="Times New Roman"/>
                <a:cs typeface="Times New Roman"/>
              </a:rPr>
              <a:t> </a:t>
            </a:r>
            <a:r>
              <a:rPr sz="2200" spc="-90" dirty="0">
                <a:solidFill>
                  <a:srgbClr val="404040"/>
                </a:solidFill>
                <a:latin typeface="Times New Roman"/>
                <a:cs typeface="Times New Roman"/>
              </a:rPr>
              <a:t>XML</a:t>
            </a:r>
            <a:r>
              <a:rPr sz="2200" spc="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0" dirty="0">
                <a:solidFill>
                  <a:srgbClr val="404040"/>
                </a:solidFill>
                <a:latin typeface="Times New Roman"/>
                <a:cs typeface="Times New Roman"/>
              </a:rPr>
              <a:t> </a:t>
            </a:r>
            <a:r>
              <a:rPr sz="2200" spc="-50" dirty="0">
                <a:solidFill>
                  <a:srgbClr val="404040"/>
                </a:solidFill>
                <a:latin typeface="Times New Roman"/>
                <a:cs typeface="Times New Roman"/>
              </a:rPr>
              <a:t>interface,</a:t>
            </a:r>
            <a:r>
              <a:rPr sz="2200" spc="15" dirty="0">
                <a:solidFill>
                  <a:srgbClr val="404040"/>
                </a:solidFill>
                <a:latin typeface="Times New Roman"/>
                <a:cs typeface="Times New Roman"/>
              </a:rPr>
              <a:t> </a:t>
            </a:r>
            <a:r>
              <a:rPr sz="2200" spc="-65" dirty="0">
                <a:solidFill>
                  <a:srgbClr val="404040"/>
                </a:solidFill>
                <a:latin typeface="Times New Roman"/>
                <a:cs typeface="Times New Roman"/>
              </a:rPr>
              <a:t>textes...</a:t>
            </a:r>
            <a:endParaRPr sz="2200" dirty="0">
              <a:latin typeface="Times New Roman"/>
              <a:cs typeface="Times New Roman"/>
            </a:endParaRPr>
          </a:p>
          <a:p>
            <a:pPr marL="945515" lvl="1" indent="-183515">
              <a:lnSpc>
                <a:spcPct val="100000"/>
              </a:lnSpc>
              <a:spcBef>
                <a:spcPts val="335"/>
              </a:spcBef>
              <a:buClr>
                <a:srgbClr val="1CACE3"/>
              </a:buClr>
              <a:buFont typeface="Wingdings"/>
              <a:buChar char=""/>
              <a:tabLst>
                <a:tab pos="946150" algn="l"/>
              </a:tabLst>
            </a:pPr>
            <a:r>
              <a:rPr sz="2200" spc="-5" dirty="0">
                <a:solidFill>
                  <a:srgbClr val="404040"/>
                </a:solidFill>
                <a:latin typeface="Times New Roman"/>
                <a:cs typeface="Times New Roman"/>
              </a:rPr>
              <a:t>format</a:t>
            </a:r>
            <a:r>
              <a:rPr sz="2200" spc="25" dirty="0">
                <a:solidFill>
                  <a:srgbClr val="404040"/>
                </a:solidFill>
                <a:latin typeface="Times New Roman"/>
                <a:cs typeface="Times New Roman"/>
              </a:rPr>
              <a:t> </a:t>
            </a:r>
            <a:r>
              <a:rPr sz="2200" spc="70" dirty="0">
                <a:solidFill>
                  <a:srgbClr val="404040"/>
                </a:solidFill>
                <a:latin typeface="Times New Roman"/>
                <a:cs typeface="Times New Roman"/>
              </a:rPr>
              <a:t>PNG</a:t>
            </a:r>
            <a:r>
              <a:rPr sz="2200" spc="1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0" dirty="0">
                <a:solidFill>
                  <a:srgbClr val="404040"/>
                </a:solidFill>
                <a:latin typeface="Times New Roman"/>
                <a:cs typeface="Times New Roman"/>
              </a:rPr>
              <a:t> </a:t>
            </a:r>
            <a:r>
              <a:rPr sz="2200" spc="-60" dirty="0">
                <a:solidFill>
                  <a:srgbClr val="404040"/>
                </a:solidFill>
                <a:latin typeface="Times New Roman"/>
                <a:cs typeface="Times New Roman"/>
              </a:rPr>
              <a:t>icones,</a:t>
            </a:r>
            <a:r>
              <a:rPr sz="2200" spc="20" dirty="0">
                <a:solidFill>
                  <a:srgbClr val="404040"/>
                </a:solidFill>
                <a:latin typeface="Times New Roman"/>
                <a:cs typeface="Times New Roman"/>
              </a:rPr>
              <a:t> </a:t>
            </a:r>
            <a:r>
              <a:rPr sz="2200" spc="-85" dirty="0">
                <a:solidFill>
                  <a:srgbClr val="404040"/>
                </a:solidFill>
                <a:latin typeface="Times New Roman"/>
                <a:cs typeface="Times New Roman"/>
              </a:rPr>
              <a:t>images...</a:t>
            </a:r>
            <a:endParaRPr sz="2200" dirty="0">
              <a:latin typeface="Times New Roman"/>
              <a:cs typeface="Times New Roman"/>
            </a:endParaRPr>
          </a:p>
          <a:p>
            <a:pPr marL="396875" indent="-183515">
              <a:lnSpc>
                <a:spcPct val="100000"/>
              </a:lnSpc>
              <a:spcBef>
                <a:spcPts val="340"/>
              </a:spcBef>
              <a:buClr>
                <a:srgbClr val="1CACE3"/>
              </a:buClr>
              <a:buFont typeface="Wingdings"/>
              <a:buChar char=""/>
              <a:tabLst>
                <a:tab pos="397510" algn="l"/>
              </a:tabLst>
            </a:pPr>
            <a:r>
              <a:rPr sz="2200" spc="-60" dirty="0">
                <a:solidFill>
                  <a:srgbClr val="404040"/>
                </a:solidFill>
                <a:latin typeface="Times New Roman"/>
                <a:cs typeface="Times New Roman"/>
              </a:rPr>
              <a:t>Manifeste</a:t>
            </a:r>
            <a:r>
              <a:rPr sz="2200" spc="25" dirty="0">
                <a:solidFill>
                  <a:srgbClr val="404040"/>
                </a:solidFill>
                <a:latin typeface="Times New Roman"/>
                <a:cs typeface="Times New Roman"/>
              </a:rPr>
              <a:t> </a:t>
            </a:r>
            <a:r>
              <a:rPr sz="2200" spc="220" dirty="0">
                <a:solidFill>
                  <a:srgbClr val="404040"/>
                </a:solidFill>
                <a:latin typeface="Times New Roman"/>
                <a:cs typeface="Times New Roman"/>
              </a:rPr>
              <a:t>=</a:t>
            </a:r>
            <a:r>
              <a:rPr sz="2200" spc="-5" dirty="0">
                <a:solidFill>
                  <a:srgbClr val="404040"/>
                </a:solidFill>
                <a:latin typeface="Times New Roman"/>
                <a:cs typeface="Times New Roman"/>
              </a:rPr>
              <a:t> </a:t>
            </a:r>
            <a:r>
              <a:rPr sz="2200" spc="-30" dirty="0">
                <a:solidFill>
                  <a:srgbClr val="404040"/>
                </a:solidFill>
                <a:latin typeface="Times New Roman"/>
                <a:cs typeface="Times New Roman"/>
              </a:rPr>
              <a:t>description</a:t>
            </a:r>
            <a:r>
              <a:rPr sz="2200" spc="25" dirty="0">
                <a:solidFill>
                  <a:srgbClr val="404040"/>
                </a:solidFill>
                <a:latin typeface="Times New Roman"/>
                <a:cs typeface="Times New Roman"/>
              </a:rPr>
              <a:t> </a:t>
            </a:r>
            <a:r>
              <a:rPr sz="2200" spc="-15" dirty="0">
                <a:solidFill>
                  <a:srgbClr val="404040"/>
                </a:solidFill>
                <a:latin typeface="Times New Roman"/>
                <a:cs typeface="Times New Roman"/>
              </a:rPr>
              <a:t>du</a:t>
            </a:r>
            <a:r>
              <a:rPr sz="2200" spc="-5" dirty="0">
                <a:solidFill>
                  <a:srgbClr val="404040"/>
                </a:solidFill>
                <a:latin typeface="Times New Roman"/>
                <a:cs typeface="Times New Roman"/>
              </a:rPr>
              <a:t> </a:t>
            </a:r>
            <a:r>
              <a:rPr sz="2200" spc="-20" dirty="0">
                <a:solidFill>
                  <a:srgbClr val="404040"/>
                </a:solidFill>
                <a:latin typeface="Times New Roman"/>
                <a:cs typeface="Times New Roman"/>
              </a:rPr>
              <a:t>contenu</a:t>
            </a:r>
            <a:r>
              <a:rPr sz="2200" spc="15" dirty="0">
                <a:solidFill>
                  <a:srgbClr val="404040"/>
                </a:solidFill>
                <a:latin typeface="Times New Roman"/>
                <a:cs typeface="Times New Roman"/>
              </a:rPr>
              <a:t> </a:t>
            </a:r>
            <a:r>
              <a:rPr sz="2200" spc="-15" dirty="0">
                <a:solidFill>
                  <a:srgbClr val="404040"/>
                </a:solidFill>
                <a:latin typeface="Times New Roman"/>
                <a:cs typeface="Times New Roman"/>
              </a:rPr>
              <a:t>du</a:t>
            </a:r>
            <a:r>
              <a:rPr sz="2200" spc="-5" dirty="0">
                <a:solidFill>
                  <a:srgbClr val="404040"/>
                </a:solidFill>
                <a:latin typeface="Times New Roman"/>
                <a:cs typeface="Times New Roman"/>
              </a:rPr>
              <a:t> </a:t>
            </a:r>
            <a:r>
              <a:rPr sz="2200" spc="-85" dirty="0">
                <a:solidFill>
                  <a:srgbClr val="404040"/>
                </a:solidFill>
                <a:latin typeface="Times New Roman"/>
                <a:cs typeface="Times New Roman"/>
              </a:rPr>
              <a:t>logiciel</a:t>
            </a:r>
            <a:endParaRPr sz="2200" dirty="0">
              <a:latin typeface="Times New Roman"/>
              <a:cs typeface="Times New Roman"/>
            </a:endParaRPr>
          </a:p>
          <a:p>
            <a:pPr marL="945515" lvl="1" indent="-183515">
              <a:lnSpc>
                <a:spcPct val="100000"/>
              </a:lnSpc>
              <a:spcBef>
                <a:spcPts val="335"/>
              </a:spcBef>
              <a:buClr>
                <a:srgbClr val="1CACE3"/>
              </a:buClr>
              <a:buFont typeface="Wingdings"/>
              <a:buChar char=""/>
              <a:tabLst>
                <a:tab pos="946150" algn="l"/>
              </a:tabLst>
            </a:pPr>
            <a:r>
              <a:rPr sz="2200" spc="-60" dirty="0">
                <a:solidFill>
                  <a:srgbClr val="404040"/>
                </a:solidFill>
                <a:latin typeface="Times New Roman"/>
                <a:cs typeface="Times New Roman"/>
              </a:rPr>
              <a:t>fichiers</a:t>
            </a:r>
            <a:r>
              <a:rPr sz="2200" spc="-5" dirty="0">
                <a:solidFill>
                  <a:srgbClr val="404040"/>
                </a:solidFill>
                <a:latin typeface="Times New Roman"/>
                <a:cs typeface="Times New Roman"/>
              </a:rPr>
              <a:t> </a:t>
            </a:r>
            <a:r>
              <a:rPr sz="2200" spc="-25" dirty="0">
                <a:solidFill>
                  <a:srgbClr val="404040"/>
                </a:solidFill>
                <a:latin typeface="Times New Roman"/>
                <a:cs typeface="Times New Roman"/>
              </a:rPr>
              <a:t>présents</a:t>
            </a:r>
            <a:r>
              <a:rPr sz="2200" spc="15" dirty="0">
                <a:solidFill>
                  <a:srgbClr val="404040"/>
                </a:solidFill>
                <a:latin typeface="Times New Roman"/>
                <a:cs typeface="Times New Roman"/>
              </a:rPr>
              <a:t> </a:t>
            </a:r>
            <a:r>
              <a:rPr sz="2200" spc="-35" dirty="0">
                <a:solidFill>
                  <a:srgbClr val="404040"/>
                </a:solidFill>
                <a:latin typeface="Times New Roman"/>
                <a:cs typeface="Times New Roman"/>
              </a:rPr>
              <a:t>dans</a:t>
            </a:r>
            <a:r>
              <a:rPr sz="2200" spc="5" dirty="0">
                <a:solidFill>
                  <a:srgbClr val="404040"/>
                </a:solidFill>
                <a:latin typeface="Times New Roman"/>
                <a:cs typeface="Times New Roman"/>
              </a:rPr>
              <a:t> </a:t>
            </a:r>
            <a:r>
              <a:rPr sz="2200" spc="-70" dirty="0">
                <a:solidFill>
                  <a:srgbClr val="404040"/>
                </a:solidFill>
                <a:latin typeface="Times New Roman"/>
                <a:cs typeface="Times New Roman"/>
              </a:rPr>
              <a:t>l'archive</a:t>
            </a:r>
            <a:endParaRPr sz="2200" dirty="0">
              <a:latin typeface="Times New Roman"/>
              <a:cs typeface="Times New Roman"/>
            </a:endParaRPr>
          </a:p>
          <a:p>
            <a:pPr marL="945515" lvl="1" indent="-183515">
              <a:lnSpc>
                <a:spcPct val="100000"/>
              </a:lnSpc>
              <a:spcBef>
                <a:spcPts val="335"/>
              </a:spcBef>
              <a:buClr>
                <a:srgbClr val="1CACE3"/>
              </a:buClr>
              <a:buFont typeface="Wingdings"/>
              <a:buChar char=""/>
              <a:tabLst>
                <a:tab pos="946150" algn="l"/>
              </a:tabLst>
            </a:pPr>
            <a:r>
              <a:rPr sz="2200" spc="-40" dirty="0">
                <a:solidFill>
                  <a:srgbClr val="404040"/>
                </a:solidFill>
                <a:latin typeface="Times New Roman"/>
                <a:cs typeface="Times New Roman"/>
              </a:rPr>
              <a:t>demandes</a:t>
            </a:r>
            <a:r>
              <a:rPr sz="2200" spc="10" dirty="0">
                <a:solidFill>
                  <a:srgbClr val="404040"/>
                </a:solidFill>
                <a:latin typeface="Times New Roman"/>
                <a:cs typeface="Times New Roman"/>
              </a:rPr>
              <a:t> </a:t>
            </a:r>
            <a:r>
              <a:rPr sz="2200" spc="-35" dirty="0">
                <a:solidFill>
                  <a:srgbClr val="404040"/>
                </a:solidFill>
                <a:latin typeface="Times New Roman"/>
                <a:cs typeface="Times New Roman"/>
              </a:rPr>
              <a:t>d'autorisations</a:t>
            </a:r>
            <a:endParaRPr sz="2200" dirty="0">
              <a:latin typeface="Times New Roman"/>
              <a:cs typeface="Times New Roman"/>
            </a:endParaRPr>
          </a:p>
          <a:p>
            <a:pPr marL="945515" lvl="1" indent="-183515">
              <a:lnSpc>
                <a:spcPct val="100000"/>
              </a:lnSpc>
              <a:spcBef>
                <a:spcPts val="340"/>
              </a:spcBef>
              <a:buClr>
                <a:srgbClr val="1CACE3"/>
              </a:buClr>
              <a:buFont typeface="Wingdings"/>
              <a:buChar char=""/>
              <a:tabLst>
                <a:tab pos="946150" algn="l"/>
              </a:tabLst>
            </a:pPr>
            <a:r>
              <a:rPr sz="2200" spc="-50" dirty="0">
                <a:solidFill>
                  <a:srgbClr val="404040"/>
                </a:solidFill>
                <a:latin typeface="Times New Roman"/>
                <a:cs typeface="Times New Roman"/>
              </a:rPr>
              <a:t>signature</a:t>
            </a:r>
            <a:r>
              <a:rPr sz="2200" spc="10" dirty="0">
                <a:solidFill>
                  <a:srgbClr val="404040"/>
                </a:solidFill>
                <a:latin typeface="Times New Roman"/>
                <a:cs typeface="Times New Roman"/>
              </a:rPr>
              <a:t> </a:t>
            </a:r>
            <a:r>
              <a:rPr sz="2200" spc="-40" dirty="0">
                <a:solidFill>
                  <a:srgbClr val="404040"/>
                </a:solidFill>
                <a:latin typeface="Times New Roman"/>
                <a:cs typeface="Times New Roman"/>
              </a:rPr>
              <a:t>des</a:t>
            </a:r>
            <a:r>
              <a:rPr sz="2200" spc="10" dirty="0">
                <a:solidFill>
                  <a:srgbClr val="404040"/>
                </a:solidFill>
                <a:latin typeface="Times New Roman"/>
                <a:cs typeface="Times New Roman"/>
              </a:rPr>
              <a:t> </a:t>
            </a:r>
            <a:r>
              <a:rPr sz="2200" spc="-70" dirty="0">
                <a:solidFill>
                  <a:srgbClr val="404040"/>
                </a:solidFill>
                <a:latin typeface="Times New Roman"/>
                <a:cs typeface="Times New Roman"/>
              </a:rPr>
              <a:t>fichiers,</a:t>
            </a:r>
            <a:r>
              <a:rPr sz="2200" spc="10" dirty="0">
                <a:solidFill>
                  <a:srgbClr val="404040"/>
                </a:solidFill>
                <a:latin typeface="Times New Roman"/>
                <a:cs typeface="Times New Roman"/>
              </a:rPr>
              <a:t> </a:t>
            </a:r>
            <a:r>
              <a:rPr sz="2200" spc="-35" dirty="0">
                <a:solidFill>
                  <a:srgbClr val="404040"/>
                </a:solidFill>
                <a:latin typeface="Times New Roman"/>
                <a:cs typeface="Times New Roman"/>
              </a:rPr>
              <a:t>durée</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de</a:t>
            </a:r>
            <a:r>
              <a:rPr sz="2200" dirty="0">
                <a:solidFill>
                  <a:srgbClr val="404040"/>
                </a:solidFill>
                <a:latin typeface="Times New Roman"/>
                <a:cs typeface="Times New Roman"/>
              </a:rPr>
              <a:t> </a:t>
            </a:r>
            <a:r>
              <a:rPr sz="2200" spc="-75" dirty="0">
                <a:solidFill>
                  <a:srgbClr val="404040"/>
                </a:solidFill>
                <a:latin typeface="Times New Roman"/>
                <a:cs typeface="Times New Roman"/>
              </a:rPr>
              <a:t>validité,</a:t>
            </a:r>
            <a:r>
              <a:rPr sz="2200" dirty="0">
                <a:solidFill>
                  <a:srgbClr val="404040"/>
                </a:solidFill>
                <a:latin typeface="Times New Roman"/>
                <a:cs typeface="Times New Roman"/>
              </a:rPr>
              <a:t> </a:t>
            </a:r>
            <a:r>
              <a:rPr sz="2200" spc="-60" dirty="0">
                <a:solidFill>
                  <a:srgbClr val="404040"/>
                </a:solidFill>
                <a:latin typeface="Times New Roman"/>
                <a:cs typeface="Times New Roman"/>
              </a:rPr>
              <a:t>etc.</a:t>
            </a:r>
            <a:endParaRPr sz="2200" dirty="0">
              <a:latin typeface="Times New Roman"/>
              <a:cs typeface="Times New Roman"/>
            </a:endParaRPr>
          </a:p>
          <a:p>
            <a:pPr marL="12700" marR="5715" algn="just">
              <a:lnSpc>
                <a:spcPct val="90100"/>
              </a:lnSpc>
              <a:spcBef>
                <a:spcPts val="1590"/>
              </a:spcBef>
            </a:pPr>
            <a:r>
              <a:rPr sz="2200" spc="-40" dirty="0">
                <a:solidFill>
                  <a:srgbClr val="404040"/>
                </a:solidFill>
                <a:latin typeface="Times New Roman"/>
                <a:cs typeface="Times New Roman"/>
              </a:rPr>
              <a:t>Tout </a:t>
            </a:r>
            <a:r>
              <a:rPr sz="2200" spc="-35" dirty="0">
                <a:solidFill>
                  <a:srgbClr val="404040"/>
                </a:solidFill>
                <a:latin typeface="Times New Roman"/>
                <a:cs typeface="Times New Roman"/>
              </a:rPr>
              <a:t>cet </a:t>
            </a:r>
            <a:r>
              <a:rPr sz="2200" spc="-45" dirty="0">
                <a:solidFill>
                  <a:srgbClr val="404040"/>
                </a:solidFill>
                <a:latin typeface="Times New Roman"/>
                <a:cs typeface="Times New Roman"/>
              </a:rPr>
              <a:t>ensemble </a:t>
            </a:r>
            <a:r>
              <a:rPr sz="2200" spc="-30" dirty="0">
                <a:solidFill>
                  <a:srgbClr val="404040"/>
                </a:solidFill>
                <a:latin typeface="Times New Roman"/>
                <a:cs typeface="Times New Roman"/>
              </a:rPr>
              <a:t>est </a:t>
            </a:r>
            <a:r>
              <a:rPr sz="2200" spc="-65" dirty="0">
                <a:solidFill>
                  <a:srgbClr val="404040"/>
                </a:solidFill>
                <a:latin typeface="Times New Roman"/>
                <a:cs typeface="Times New Roman"/>
              </a:rPr>
              <a:t>géré</a:t>
            </a:r>
            <a:r>
              <a:rPr sz="2200" spc="-60" dirty="0">
                <a:solidFill>
                  <a:srgbClr val="404040"/>
                </a:solidFill>
                <a:latin typeface="Times New Roman"/>
                <a:cs typeface="Times New Roman"/>
              </a:rPr>
              <a:t> </a:t>
            </a:r>
            <a:r>
              <a:rPr sz="2200" spc="-85" dirty="0">
                <a:solidFill>
                  <a:srgbClr val="404040"/>
                </a:solidFill>
                <a:latin typeface="Times New Roman"/>
                <a:cs typeface="Times New Roman"/>
              </a:rPr>
              <a:t>à</a:t>
            </a:r>
            <a:r>
              <a:rPr sz="2200" spc="-80" dirty="0">
                <a:solidFill>
                  <a:srgbClr val="404040"/>
                </a:solidFill>
                <a:latin typeface="Times New Roman"/>
                <a:cs typeface="Times New Roman"/>
              </a:rPr>
              <a:t> </a:t>
            </a:r>
            <a:r>
              <a:rPr sz="2200" spc="-65" dirty="0">
                <a:solidFill>
                  <a:srgbClr val="404040"/>
                </a:solidFill>
                <a:latin typeface="Times New Roman"/>
                <a:cs typeface="Times New Roman"/>
              </a:rPr>
              <a:t>l'aide</a:t>
            </a:r>
            <a:r>
              <a:rPr sz="2200" spc="-60" dirty="0">
                <a:solidFill>
                  <a:srgbClr val="404040"/>
                </a:solidFill>
                <a:latin typeface="Times New Roman"/>
                <a:cs typeface="Times New Roman"/>
              </a:rPr>
              <a:t> </a:t>
            </a:r>
            <a:r>
              <a:rPr sz="2200" spc="-5" dirty="0">
                <a:solidFill>
                  <a:srgbClr val="404040"/>
                </a:solidFill>
                <a:latin typeface="Times New Roman"/>
                <a:cs typeface="Times New Roman"/>
              </a:rPr>
              <a:t>d'un </a:t>
            </a:r>
            <a:r>
              <a:rPr sz="2200" spc="80" dirty="0">
                <a:solidFill>
                  <a:srgbClr val="404040"/>
                </a:solidFill>
                <a:latin typeface="Times New Roman"/>
                <a:cs typeface="Times New Roman"/>
              </a:rPr>
              <a:t>IDE </a:t>
            </a:r>
            <a:r>
              <a:rPr sz="2200" spc="-30" dirty="0">
                <a:solidFill>
                  <a:srgbClr val="404040"/>
                </a:solidFill>
                <a:latin typeface="Times New Roman"/>
                <a:cs typeface="Times New Roman"/>
              </a:rPr>
              <a:t>(environnement de </a:t>
            </a:r>
            <a:r>
              <a:rPr sz="2200" spc="-35" dirty="0">
                <a:solidFill>
                  <a:srgbClr val="404040"/>
                </a:solidFill>
                <a:latin typeface="Times New Roman"/>
                <a:cs typeface="Times New Roman"/>
              </a:rPr>
              <a:t>développement) </a:t>
            </a:r>
            <a:r>
              <a:rPr sz="2200" spc="-50" dirty="0">
                <a:solidFill>
                  <a:srgbClr val="404040"/>
                </a:solidFill>
                <a:latin typeface="Times New Roman"/>
                <a:cs typeface="Times New Roman"/>
              </a:rPr>
              <a:t>appelé </a:t>
            </a:r>
            <a:r>
              <a:rPr sz="2200" spc="-45" dirty="0">
                <a:solidFill>
                  <a:srgbClr val="404040"/>
                </a:solidFill>
                <a:latin typeface="Times New Roman"/>
                <a:cs typeface="Times New Roman"/>
              </a:rPr>
              <a:t> </a:t>
            </a:r>
            <a:r>
              <a:rPr sz="2200" spc="-25" dirty="0">
                <a:solidFill>
                  <a:srgbClr val="404040"/>
                </a:solidFill>
                <a:latin typeface="Times New Roman"/>
                <a:cs typeface="Times New Roman"/>
              </a:rPr>
              <a:t>Android </a:t>
            </a:r>
            <a:r>
              <a:rPr sz="2200" spc="-45" dirty="0">
                <a:solidFill>
                  <a:srgbClr val="404040"/>
                </a:solidFill>
                <a:latin typeface="Times New Roman"/>
                <a:cs typeface="Times New Roman"/>
              </a:rPr>
              <a:t>Studio </a:t>
            </a:r>
            <a:r>
              <a:rPr sz="2200" spc="-70" dirty="0">
                <a:solidFill>
                  <a:srgbClr val="404040"/>
                </a:solidFill>
                <a:latin typeface="Times New Roman"/>
                <a:cs typeface="Times New Roman"/>
              </a:rPr>
              <a:t>(existe </a:t>
            </a:r>
            <a:r>
              <a:rPr sz="2200" spc="-60" dirty="0">
                <a:solidFill>
                  <a:srgbClr val="404040"/>
                </a:solidFill>
                <a:latin typeface="Times New Roman"/>
                <a:cs typeface="Times New Roman"/>
              </a:rPr>
              <a:t>d’autres </a:t>
            </a:r>
            <a:r>
              <a:rPr sz="2200" spc="-50" dirty="0">
                <a:solidFill>
                  <a:srgbClr val="404040"/>
                </a:solidFill>
                <a:latin typeface="Times New Roman"/>
                <a:cs typeface="Times New Roman"/>
              </a:rPr>
              <a:t>tel </a:t>
            </a:r>
            <a:r>
              <a:rPr sz="2200" spc="-40" dirty="0">
                <a:solidFill>
                  <a:srgbClr val="404040"/>
                </a:solidFill>
                <a:latin typeface="Times New Roman"/>
                <a:cs typeface="Times New Roman"/>
              </a:rPr>
              <a:t>que </a:t>
            </a:r>
            <a:r>
              <a:rPr sz="2200" spc="-45" dirty="0">
                <a:solidFill>
                  <a:srgbClr val="404040"/>
                </a:solidFill>
                <a:latin typeface="Times New Roman"/>
                <a:cs typeface="Times New Roman"/>
              </a:rPr>
              <a:t>Eclipse </a:t>
            </a:r>
            <a:r>
              <a:rPr sz="2200" spc="220" dirty="0">
                <a:solidFill>
                  <a:srgbClr val="404040"/>
                </a:solidFill>
                <a:latin typeface="Times New Roman"/>
                <a:cs typeface="Times New Roman"/>
              </a:rPr>
              <a:t>+ </a:t>
            </a:r>
            <a:r>
              <a:rPr sz="2200" dirty="0">
                <a:solidFill>
                  <a:srgbClr val="404040"/>
                </a:solidFill>
                <a:latin typeface="Times New Roman"/>
                <a:cs typeface="Times New Roman"/>
              </a:rPr>
              <a:t>ADT </a:t>
            </a:r>
            <a:r>
              <a:rPr sz="2200" spc="-300" dirty="0">
                <a:solidFill>
                  <a:srgbClr val="404040"/>
                </a:solidFill>
                <a:latin typeface="Times New Roman"/>
                <a:cs typeface="Times New Roman"/>
              </a:rPr>
              <a:t>«</a:t>
            </a:r>
            <a:r>
              <a:rPr sz="2200" spc="-295" dirty="0">
                <a:solidFill>
                  <a:srgbClr val="404040"/>
                </a:solidFill>
                <a:latin typeface="Times New Roman"/>
                <a:cs typeface="Times New Roman"/>
              </a:rPr>
              <a:t> </a:t>
            </a:r>
            <a:r>
              <a:rPr sz="2200" spc="-25" dirty="0">
                <a:solidFill>
                  <a:srgbClr val="404040"/>
                </a:solidFill>
                <a:latin typeface="Times New Roman"/>
                <a:cs typeface="Times New Roman"/>
              </a:rPr>
              <a:t>android </a:t>
            </a:r>
            <a:r>
              <a:rPr sz="2200" spc="-30" dirty="0">
                <a:solidFill>
                  <a:srgbClr val="404040"/>
                </a:solidFill>
                <a:latin typeface="Times New Roman"/>
                <a:cs typeface="Times New Roman"/>
              </a:rPr>
              <a:t>development </a:t>
            </a:r>
            <a:r>
              <a:rPr sz="2200" spc="-70" dirty="0">
                <a:solidFill>
                  <a:srgbClr val="404040"/>
                </a:solidFill>
                <a:latin typeface="Times New Roman"/>
                <a:cs typeface="Times New Roman"/>
              </a:rPr>
              <a:t>tools») </a:t>
            </a:r>
            <a:r>
              <a:rPr sz="2200" spc="-55" dirty="0">
                <a:solidFill>
                  <a:srgbClr val="404040"/>
                </a:solidFill>
                <a:latin typeface="Times New Roman"/>
                <a:cs typeface="Times New Roman"/>
              </a:rPr>
              <a:t>qui </a:t>
            </a:r>
            <a:r>
              <a:rPr sz="2200" spc="-50" dirty="0">
                <a:solidFill>
                  <a:srgbClr val="404040"/>
                </a:solidFill>
                <a:latin typeface="Times New Roman"/>
                <a:cs typeface="Times New Roman"/>
              </a:rPr>
              <a:t> </a:t>
            </a:r>
            <a:r>
              <a:rPr sz="2200" spc="-40" dirty="0">
                <a:solidFill>
                  <a:srgbClr val="404040"/>
                </a:solidFill>
                <a:latin typeface="Times New Roman"/>
                <a:cs typeface="Times New Roman"/>
              </a:rPr>
              <a:t>s'appuie</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sur</a:t>
            </a:r>
            <a:r>
              <a:rPr sz="2200" dirty="0">
                <a:solidFill>
                  <a:srgbClr val="404040"/>
                </a:solidFill>
                <a:latin typeface="Times New Roman"/>
                <a:cs typeface="Times New Roman"/>
              </a:rPr>
              <a:t> </a:t>
            </a:r>
            <a:r>
              <a:rPr sz="2200" spc="-5" dirty="0">
                <a:solidFill>
                  <a:srgbClr val="404040"/>
                </a:solidFill>
                <a:latin typeface="Times New Roman"/>
                <a:cs typeface="Times New Roman"/>
              </a:rPr>
              <a:t>un </a:t>
            </a:r>
            <a:r>
              <a:rPr sz="2200" spc="-45" dirty="0">
                <a:solidFill>
                  <a:srgbClr val="404040"/>
                </a:solidFill>
                <a:latin typeface="Times New Roman"/>
                <a:cs typeface="Times New Roman"/>
              </a:rPr>
              <a:t>ensemble</a:t>
            </a:r>
            <a:r>
              <a:rPr sz="2200" spc="20" dirty="0">
                <a:solidFill>
                  <a:srgbClr val="404040"/>
                </a:solidFill>
                <a:latin typeface="Times New Roman"/>
                <a:cs typeface="Times New Roman"/>
              </a:rPr>
              <a:t> </a:t>
            </a:r>
            <a:r>
              <a:rPr sz="2200" spc="-85" dirty="0">
                <a:solidFill>
                  <a:srgbClr val="404040"/>
                </a:solidFill>
                <a:latin typeface="Times New Roman"/>
                <a:cs typeface="Times New Roman"/>
              </a:rPr>
              <a:t>logiciel</a:t>
            </a:r>
            <a:r>
              <a:rPr sz="2200" spc="-10" dirty="0">
                <a:solidFill>
                  <a:srgbClr val="404040"/>
                </a:solidFill>
                <a:latin typeface="Times New Roman"/>
                <a:cs typeface="Times New Roman"/>
              </a:rPr>
              <a:t> </a:t>
            </a:r>
            <a:r>
              <a:rPr sz="2200" spc="-50" dirty="0">
                <a:solidFill>
                  <a:srgbClr val="404040"/>
                </a:solidFill>
                <a:latin typeface="Times New Roman"/>
                <a:cs typeface="Times New Roman"/>
              </a:rPr>
              <a:t>(bibliothèques,</a:t>
            </a:r>
            <a:r>
              <a:rPr sz="2200" spc="30" dirty="0">
                <a:solidFill>
                  <a:srgbClr val="404040"/>
                </a:solidFill>
                <a:latin typeface="Times New Roman"/>
                <a:cs typeface="Times New Roman"/>
              </a:rPr>
              <a:t> </a:t>
            </a:r>
            <a:r>
              <a:rPr sz="2200" spc="-55" dirty="0">
                <a:solidFill>
                  <a:srgbClr val="404040"/>
                </a:solidFill>
                <a:latin typeface="Times New Roman"/>
                <a:cs typeface="Times New Roman"/>
              </a:rPr>
              <a:t>outils)</a:t>
            </a:r>
            <a:r>
              <a:rPr sz="2200" dirty="0">
                <a:solidFill>
                  <a:srgbClr val="404040"/>
                </a:solidFill>
                <a:latin typeface="Times New Roman"/>
                <a:cs typeface="Times New Roman"/>
              </a:rPr>
              <a:t> </a:t>
            </a:r>
            <a:r>
              <a:rPr sz="2200" spc="-55" dirty="0">
                <a:solidFill>
                  <a:srgbClr val="404040"/>
                </a:solidFill>
                <a:latin typeface="Times New Roman"/>
                <a:cs typeface="Times New Roman"/>
              </a:rPr>
              <a:t>appelé</a:t>
            </a:r>
            <a:r>
              <a:rPr sz="2200" spc="30" dirty="0">
                <a:solidFill>
                  <a:srgbClr val="404040"/>
                </a:solidFill>
                <a:latin typeface="Times New Roman"/>
                <a:cs typeface="Times New Roman"/>
              </a:rPr>
              <a:t> </a:t>
            </a:r>
            <a:r>
              <a:rPr sz="2200" spc="-15" dirty="0">
                <a:solidFill>
                  <a:srgbClr val="404040"/>
                </a:solidFill>
                <a:latin typeface="Times New Roman"/>
                <a:cs typeface="Times New Roman"/>
              </a:rPr>
              <a:t>SDK</a:t>
            </a:r>
            <a:r>
              <a:rPr sz="2200" dirty="0">
                <a:solidFill>
                  <a:srgbClr val="404040"/>
                </a:solidFill>
                <a:latin typeface="Times New Roman"/>
                <a:cs typeface="Times New Roman"/>
              </a:rPr>
              <a:t> </a:t>
            </a:r>
            <a:r>
              <a:rPr sz="2200" spc="-35" dirty="0">
                <a:solidFill>
                  <a:srgbClr val="404040"/>
                </a:solidFill>
                <a:latin typeface="Times New Roman"/>
                <a:cs typeface="Times New Roman"/>
              </a:rPr>
              <a:t>Android.</a:t>
            </a:r>
            <a:endParaRPr sz="2200" dirty="0">
              <a:latin typeface="Times New Roman"/>
              <a:cs typeface="Times New Roman"/>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681605" cy="574040"/>
          </a:xfrm>
          <a:prstGeom prst="rect">
            <a:avLst/>
          </a:prstGeom>
        </p:spPr>
        <p:txBody>
          <a:bodyPr vert="horz" wrap="square" lIns="0" tIns="12700" rIns="0" bIns="0" rtlCol="0">
            <a:spAutoFit/>
          </a:bodyPr>
          <a:lstStyle/>
          <a:p>
            <a:pPr marL="12700">
              <a:lnSpc>
                <a:spcPct val="100000"/>
              </a:lnSpc>
              <a:spcBef>
                <a:spcPts val="100"/>
              </a:spcBef>
            </a:pPr>
            <a:r>
              <a:rPr spc="-190" dirty="0"/>
              <a:t>La</a:t>
            </a:r>
            <a:r>
              <a:rPr spc="-15" dirty="0"/>
              <a:t>n</a:t>
            </a:r>
            <a:r>
              <a:rPr spc="-175" dirty="0"/>
              <a:t>g</a:t>
            </a:r>
            <a:r>
              <a:rPr spc="-190" dirty="0"/>
              <a:t>a</a:t>
            </a:r>
            <a:r>
              <a:rPr spc="-145" dirty="0"/>
              <a:t>ge</a:t>
            </a:r>
            <a:r>
              <a:rPr spc="-95" dirty="0"/>
              <a:t> </a:t>
            </a:r>
            <a:r>
              <a:rPr spc="-60" dirty="0"/>
              <a:t>K</a:t>
            </a:r>
            <a:r>
              <a:rPr spc="-15" dirty="0"/>
              <a:t>o</a:t>
            </a:r>
            <a:r>
              <a:rPr spc="-10" dirty="0"/>
              <a:t>t</a:t>
            </a:r>
            <a:r>
              <a:rPr spc="-225" dirty="0"/>
              <a:t>li</a:t>
            </a:r>
            <a:r>
              <a:rPr spc="35" dirty="0"/>
              <a:t>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17</a:t>
            </a:fld>
            <a:endParaRPr dirty="0"/>
          </a:p>
        </p:txBody>
      </p:sp>
      <p:sp>
        <p:nvSpPr>
          <p:cNvPr id="3" name="object 3"/>
          <p:cNvSpPr txBox="1"/>
          <p:nvPr/>
        </p:nvSpPr>
        <p:spPr>
          <a:xfrm>
            <a:off x="1084580" y="1167460"/>
            <a:ext cx="10085705" cy="4521200"/>
          </a:xfrm>
          <a:prstGeom prst="rect">
            <a:avLst/>
          </a:prstGeom>
        </p:spPr>
        <p:txBody>
          <a:bodyPr vert="horz" wrap="square" lIns="0" tIns="48895" rIns="0" bIns="0" rtlCol="0">
            <a:spAutoFit/>
          </a:bodyPr>
          <a:lstStyle/>
          <a:p>
            <a:pPr marL="12700" marR="5080" algn="just">
              <a:lnSpc>
                <a:spcPct val="90100"/>
              </a:lnSpc>
              <a:spcBef>
                <a:spcPts val="385"/>
              </a:spcBef>
            </a:pPr>
            <a:r>
              <a:rPr sz="2400" spc="-30" dirty="0">
                <a:solidFill>
                  <a:srgbClr val="404040"/>
                </a:solidFill>
                <a:latin typeface="Times New Roman"/>
                <a:cs typeface="Times New Roman"/>
              </a:rPr>
              <a:t>Kotlin est </a:t>
            </a:r>
            <a:r>
              <a:rPr sz="2400" spc="5" dirty="0">
                <a:solidFill>
                  <a:srgbClr val="404040"/>
                </a:solidFill>
                <a:latin typeface="Times New Roman"/>
                <a:cs typeface="Times New Roman"/>
              </a:rPr>
              <a:t>un </a:t>
            </a:r>
            <a:r>
              <a:rPr sz="2400" spc="-75" dirty="0">
                <a:solidFill>
                  <a:srgbClr val="404040"/>
                </a:solidFill>
                <a:latin typeface="Times New Roman"/>
                <a:cs typeface="Times New Roman"/>
              </a:rPr>
              <a:t>langage </a:t>
            </a:r>
            <a:r>
              <a:rPr sz="2400" spc="-35" dirty="0">
                <a:solidFill>
                  <a:srgbClr val="404040"/>
                </a:solidFill>
                <a:latin typeface="Times New Roman"/>
                <a:cs typeface="Times New Roman"/>
              </a:rPr>
              <a:t>de </a:t>
            </a:r>
            <a:r>
              <a:rPr sz="2400" spc="-25" dirty="0">
                <a:solidFill>
                  <a:srgbClr val="404040"/>
                </a:solidFill>
                <a:latin typeface="Times New Roman"/>
                <a:cs typeface="Times New Roman"/>
              </a:rPr>
              <a:t>programmation orienté objet </a:t>
            </a:r>
            <a:r>
              <a:rPr sz="2400" spc="-15" dirty="0">
                <a:solidFill>
                  <a:srgbClr val="404040"/>
                </a:solidFill>
                <a:latin typeface="Times New Roman"/>
                <a:cs typeface="Times New Roman"/>
              </a:rPr>
              <a:t>et </a:t>
            </a:r>
            <a:r>
              <a:rPr sz="2400" spc="-30" dirty="0">
                <a:solidFill>
                  <a:srgbClr val="404040"/>
                </a:solidFill>
                <a:latin typeface="Times New Roman"/>
                <a:cs typeface="Times New Roman"/>
              </a:rPr>
              <a:t>fonctionnel, </a:t>
            </a:r>
            <a:r>
              <a:rPr sz="2400" spc="-95" dirty="0">
                <a:solidFill>
                  <a:srgbClr val="404040"/>
                </a:solidFill>
                <a:latin typeface="Times New Roman"/>
                <a:cs typeface="Times New Roman"/>
              </a:rPr>
              <a:t>avec </a:t>
            </a:r>
            <a:r>
              <a:rPr sz="2400" spc="5" dirty="0">
                <a:solidFill>
                  <a:srgbClr val="404040"/>
                </a:solidFill>
                <a:latin typeface="Times New Roman"/>
                <a:cs typeface="Times New Roman"/>
              </a:rPr>
              <a:t>un </a:t>
            </a:r>
            <a:r>
              <a:rPr sz="2400" spc="-70" dirty="0">
                <a:solidFill>
                  <a:srgbClr val="404040"/>
                </a:solidFill>
                <a:latin typeface="Times New Roman"/>
                <a:cs typeface="Times New Roman"/>
              </a:rPr>
              <a:t>typage </a:t>
            </a:r>
            <a:r>
              <a:rPr sz="2400" spc="-65" dirty="0">
                <a:solidFill>
                  <a:srgbClr val="404040"/>
                </a:solidFill>
                <a:latin typeface="Times New Roman"/>
                <a:cs typeface="Times New Roman"/>
              </a:rPr>
              <a:t> </a:t>
            </a:r>
            <a:r>
              <a:rPr sz="2400" spc="-40" dirty="0">
                <a:solidFill>
                  <a:srgbClr val="404040"/>
                </a:solidFill>
                <a:latin typeface="Times New Roman"/>
                <a:cs typeface="Times New Roman"/>
              </a:rPr>
              <a:t>statique </a:t>
            </a:r>
            <a:r>
              <a:rPr sz="2400" spc="-60" dirty="0">
                <a:solidFill>
                  <a:srgbClr val="404040"/>
                </a:solidFill>
                <a:latin typeface="Times New Roman"/>
                <a:cs typeface="Times New Roman"/>
              </a:rPr>
              <a:t>qui </a:t>
            </a:r>
            <a:r>
              <a:rPr sz="2400" spc="-5" dirty="0">
                <a:solidFill>
                  <a:srgbClr val="404040"/>
                </a:solidFill>
                <a:latin typeface="Times New Roman"/>
                <a:cs typeface="Times New Roman"/>
              </a:rPr>
              <a:t>permet </a:t>
            </a:r>
            <a:r>
              <a:rPr sz="2400" spc="-35" dirty="0">
                <a:solidFill>
                  <a:srgbClr val="404040"/>
                </a:solidFill>
                <a:latin typeface="Times New Roman"/>
                <a:cs typeface="Times New Roman"/>
              </a:rPr>
              <a:t>de </a:t>
            </a:r>
            <a:r>
              <a:rPr sz="2400" spc="-45" dirty="0">
                <a:solidFill>
                  <a:srgbClr val="404040"/>
                </a:solidFill>
                <a:latin typeface="Times New Roman"/>
                <a:cs typeface="Times New Roman"/>
              </a:rPr>
              <a:t>compiler </a:t>
            </a:r>
            <a:r>
              <a:rPr sz="2400" dirty="0">
                <a:solidFill>
                  <a:srgbClr val="404040"/>
                </a:solidFill>
                <a:latin typeface="Times New Roman"/>
                <a:cs typeface="Times New Roman"/>
              </a:rPr>
              <a:t>pour </a:t>
            </a:r>
            <a:r>
              <a:rPr sz="2400" spc="-105" dirty="0">
                <a:solidFill>
                  <a:srgbClr val="404040"/>
                </a:solidFill>
                <a:latin typeface="Times New Roman"/>
                <a:cs typeface="Times New Roman"/>
              </a:rPr>
              <a:t>la</a:t>
            </a:r>
            <a:r>
              <a:rPr sz="2400" spc="-100" dirty="0">
                <a:solidFill>
                  <a:srgbClr val="404040"/>
                </a:solidFill>
                <a:latin typeface="Times New Roman"/>
                <a:cs typeface="Times New Roman"/>
              </a:rPr>
              <a:t> </a:t>
            </a:r>
            <a:r>
              <a:rPr sz="2400" spc="-55" dirty="0">
                <a:solidFill>
                  <a:srgbClr val="404040"/>
                </a:solidFill>
                <a:latin typeface="Times New Roman"/>
                <a:cs typeface="Times New Roman"/>
              </a:rPr>
              <a:t>machine </a:t>
            </a:r>
            <a:r>
              <a:rPr sz="2400" spc="-60" dirty="0">
                <a:solidFill>
                  <a:srgbClr val="404040"/>
                </a:solidFill>
                <a:latin typeface="Times New Roman"/>
                <a:cs typeface="Times New Roman"/>
              </a:rPr>
              <a:t>virtuelle </a:t>
            </a:r>
            <a:r>
              <a:rPr sz="2400" spc="-130" dirty="0">
                <a:solidFill>
                  <a:srgbClr val="404040"/>
                </a:solidFill>
                <a:latin typeface="Times New Roman"/>
                <a:cs typeface="Times New Roman"/>
              </a:rPr>
              <a:t>Java,</a:t>
            </a:r>
            <a:r>
              <a:rPr sz="2400" spc="-125" dirty="0">
                <a:solidFill>
                  <a:srgbClr val="404040"/>
                </a:solidFill>
                <a:latin typeface="Times New Roman"/>
                <a:cs typeface="Times New Roman"/>
              </a:rPr>
              <a:t> </a:t>
            </a:r>
            <a:r>
              <a:rPr sz="2400" spc="-90" dirty="0">
                <a:solidFill>
                  <a:srgbClr val="404040"/>
                </a:solidFill>
                <a:latin typeface="Times New Roman"/>
                <a:cs typeface="Times New Roman"/>
              </a:rPr>
              <a:t>JavaScript, </a:t>
            </a:r>
            <a:r>
              <a:rPr sz="2400" spc="-20" dirty="0">
                <a:solidFill>
                  <a:srgbClr val="404040"/>
                </a:solidFill>
                <a:latin typeface="Times New Roman"/>
                <a:cs typeface="Times New Roman"/>
              </a:rPr>
              <a:t>et </a:t>
            </a:r>
            <a:r>
              <a:rPr sz="2400" spc="-65" dirty="0">
                <a:solidFill>
                  <a:srgbClr val="404040"/>
                </a:solidFill>
                <a:latin typeface="Times New Roman"/>
                <a:cs typeface="Times New Roman"/>
              </a:rPr>
              <a:t>vers </a:t>
            </a:r>
            <a:r>
              <a:rPr sz="2400" spc="-60" dirty="0">
                <a:solidFill>
                  <a:srgbClr val="404040"/>
                </a:solidFill>
                <a:latin typeface="Times New Roman"/>
                <a:cs typeface="Times New Roman"/>
              </a:rPr>
              <a:t> </a:t>
            </a:r>
            <a:r>
              <a:rPr sz="2400" spc="-50" dirty="0">
                <a:solidFill>
                  <a:srgbClr val="404040"/>
                </a:solidFill>
                <a:latin typeface="Times New Roman"/>
                <a:cs typeface="Times New Roman"/>
              </a:rPr>
              <a:t>plusieurs</a:t>
            </a:r>
            <a:r>
              <a:rPr sz="2400" spc="-25" dirty="0">
                <a:solidFill>
                  <a:srgbClr val="404040"/>
                </a:solidFill>
                <a:latin typeface="Times New Roman"/>
                <a:cs typeface="Times New Roman"/>
              </a:rPr>
              <a:t> </a:t>
            </a:r>
            <a:r>
              <a:rPr sz="2400" spc="-30" dirty="0">
                <a:solidFill>
                  <a:srgbClr val="404040"/>
                </a:solidFill>
                <a:latin typeface="Times New Roman"/>
                <a:cs typeface="Times New Roman"/>
              </a:rPr>
              <a:t>plateformes</a:t>
            </a:r>
            <a:r>
              <a:rPr sz="2400" spc="20" dirty="0">
                <a:solidFill>
                  <a:srgbClr val="404040"/>
                </a:solidFill>
                <a:latin typeface="Times New Roman"/>
                <a:cs typeface="Times New Roman"/>
              </a:rPr>
              <a:t> </a:t>
            </a:r>
            <a:r>
              <a:rPr sz="2400" spc="-25" dirty="0">
                <a:solidFill>
                  <a:srgbClr val="404040"/>
                </a:solidFill>
                <a:latin typeface="Times New Roman"/>
                <a:cs typeface="Times New Roman"/>
              </a:rPr>
              <a:t>en</a:t>
            </a:r>
            <a:r>
              <a:rPr sz="2400" spc="10" dirty="0">
                <a:solidFill>
                  <a:srgbClr val="404040"/>
                </a:solidFill>
                <a:latin typeface="Times New Roman"/>
                <a:cs typeface="Times New Roman"/>
              </a:rPr>
              <a:t> </a:t>
            </a:r>
            <a:r>
              <a:rPr sz="2400" spc="-40" dirty="0">
                <a:solidFill>
                  <a:srgbClr val="404040"/>
                </a:solidFill>
                <a:latin typeface="Times New Roman"/>
                <a:cs typeface="Times New Roman"/>
              </a:rPr>
              <a:t>natif</a:t>
            </a:r>
            <a:r>
              <a:rPr sz="2400" spc="320" dirty="0">
                <a:solidFill>
                  <a:srgbClr val="404040"/>
                </a:solidFill>
                <a:latin typeface="Times New Roman"/>
                <a:cs typeface="Times New Roman"/>
              </a:rPr>
              <a:t> </a:t>
            </a:r>
            <a:r>
              <a:rPr sz="2400" spc="-70" dirty="0">
                <a:solidFill>
                  <a:srgbClr val="404040"/>
                </a:solidFill>
                <a:latin typeface="Times New Roman"/>
                <a:cs typeface="Times New Roman"/>
              </a:rPr>
              <a:t>(grâce</a:t>
            </a:r>
            <a:r>
              <a:rPr sz="2400" spc="10" dirty="0">
                <a:solidFill>
                  <a:srgbClr val="404040"/>
                </a:solidFill>
                <a:latin typeface="Times New Roman"/>
                <a:cs typeface="Times New Roman"/>
              </a:rPr>
              <a:t> </a:t>
            </a:r>
            <a:r>
              <a:rPr sz="2400" spc="-95" dirty="0">
                <a:solidFill>
                  <a:srgbClr val="404040"/>
                </a:solidFill>
                <a:latin typeface="Times New Roman"/>
                <a:cs typeface="Times New Roman"/>
              </a:rPr>
              <a:t>à</a:t>
            </a:r>
            <a:r>
              <a:rPr sz="2400" spc="-5" dirty="0">
                <a:solidFill>
                  <a:srgbClr val="404040"/>
                </a:solidFill>
                <a:latin typeface="Times New Roman"/>
                <a:cs typeface="Times New Roman"/>
              </a:rPr>
              <a:t> </a:t>
            </a:r>
            <a:r>
              <a:rPr sz="2400" spc="-110" dirty="0">
                <a:solidFill>
                  <a:srgbClr val="404040"/>
                </a:solidFill>
                <a:latin typeface="Times New Roman"/>
                <a:cs typeface="Times New Roman"/>
              </a:rPr>
              <a:t>LLVM).</a:t>
            </a:r>
            <a:endParaRPr sz="2400">
              <a:latin typeface="Times New Roman"/>
              <a:cs typeface="Times New Roman"/>
            </a:endParaRPr>
          </a:p>
          <a:p>
            <a:pPr marL="12700" algn="just">
              <a:lnSpc>
                <a:spcPct val="100000"/>
              </a:lnSpc>
              <a:spcBef>
                <a:spcPts val="1115"/>
              </a:spcBef>
            </a:pPr>
            <a:r>
              <a:rPr sz="2400" spc="-25" dirty="0">
                <a:solidFill>
                  <a:srgbClr val="404040"/>
                </a:solidFill>
                <a:latin typeface="Times New Roman"/>
                <a:cs typeface="Times New Roman"/>
              </a:rPr>
              <a:t>Google</a:t>
            </a:r>
            <a:r>
              <a:rPr sz="2400" spc="-15" dirty="0">
                <a:solidFill>
                  <a:srgbClr val="404040"/>
                </a:solidFill>
                <a:latin typeface="Times New Roman"/>
                <a:cs typeface="Times New Roman"/>
              </a:rPr>
              <a:t> </a:t>
            </a:r>
            <a:r>
              <a:rPr sz="2400" spc="-25" dirty="0">
                <a:solidFill>
                  <a:srgbClr val="404040"/>
                </a:solidFill>
                <a:latin typeface="Times New Roman"/>
                <a:cs typeface="Times New Roman"/>
              </a:rPr>
              <a:t>annonce</a:t>
            </a:r>
            <a:r>
              <a:rPr sz="2400" spc="10" dirty="0">
                <a:solidFill>
                  <a:srgbClr val="404040"/>
                </a:solidFill>
                <a:latin typeface="Times New Roman"/>
                <a:cs typeface="Times New Roman"/>
              </a:rPr>
              <a:t> </a:t>
            </a:r>
            <a:r>
              <a:rPr sz="2400" spc="-15" dirty="0">
                <a:solidFill>
                  <a:srgbClr val="404040"/>
                </a:solidFill>
                <a:latin typeface="Times New Roman"/>
                <a:cs typeface="Times New Roman"/>
              </a:rPr>
              <a:t>pendant</a:t>
            </a:r>
            <a:r>
              <a:rPr sz="2400" spc="25" dirty="0">
                <a:solidFill>
                  <a:srgbClr val="404040"/>
                </a:solidFill>
                <a:latin typeface="Times New Roman"/>
                <a:cs typeface="Times New Roman"/>
              </a:rPr>
              <a:t> </a:t>
            </a:r>
            <a:r>
              <a:rPr sz="2400" spc="-105" dirty="0">
                <a:solidFill>
                  <a:srgbClr val="404040"/>
                </a:solidFill>
                <a:latin typeface="Times New Roman"/>
                <a:cs typeface="Times New Roman"/>
              </a:rPr>
              <a:t>la</a:t>
            </a:r>
            <a:r>
              <a:rPr sz="2400" spc="-5" dirty="0">
                <a:solidFill>
                  <a:srgbClr val="404040"/>
                </a:solidFill>
                <a:latin typeface="Times New Roman"/>
                <a:cs typeface="Times New Roman"/>
              </a:rPr>
              <a:t> </a:t>
            </a:r>
            <a:r>
              <a:rPr sz="2400" spc="-30" dirty="0">
                <a:solidFill>
                  <a:srgbClr val="404040"/>
                </a:solidFill>
                <a:latin typeface="Times New Roman"/>
                <a:cs typeface="Times New Roman"/>
              </a:rPr>
              <a:t>conférence</a:t>
            </a:r>
            <a:r>
              <a:rPr sz="2400" spc="-5" dirty="0">
                <a:solidFill>
                  <a:srgbClr val="404040"/>
                </a:solidFill>
                <a:latin typeface="Times New Roman"/>
                <a:cs typeface="Times New Roman"/>
              </a:rPr>
              <a:t> </a:t>
            </a:r>
            <a:r>
              <a:rPr sz="2400" spc="-25" dirty="0">
                <a:solidFill>
                  <a:srgbClr val="404040"/>
                </a:solidFill>
                <a:latin typeface="Times New Roman"/>
                <a:cs typeface="Times New Roman"/>
              </a:rPr>
              <a:t>Google</a:t>
            </a:r>
            <a:r>
              <a:rPr sz="2400" dirty="0">
                <a:solidFill>
                  <a:srgbClr val="404040"/>
                </a:solidFill>
                <a:latin typeface="Times New Roman"/>
                <a:cs typeface="Times New Roman"/>
              </a:rPr>
              <a:t> </a:t>
            </a:r>
            <a:r>
              <a:rPr sz="2400" spc="140" dirty="0">
                <a:solidFill>
                  <a:srgbClr val="404040"/>
                </a:solidFill>
                <a:latin typeface="Times New Roman"/>
                <a:cs typeface="Times New Roman"/>
              </a:rPr>
              <a:t>I/O:</a:t>
            </a:r>
            <a:endParaRPr sz="2400">
              <a:latin typeface="Times New Roman"/>
              <a:cs typeface="Times New Roman"/>
            </a:endParaRPr>
          </a:p>
          <a:p>
            <a:pPr marL="396875" marR="5715" indent="-182880" algn="just">
              <a:lnSpc>
                <a:spcPts val="2590"/>
              </a:lnSpc>
              <a:spcBef>
                <a:spcPts val="440"/>
              </a:spcBef>
              <a:buClr>
                <a:srgbClr val="1CACE3"/>
              </a:buClr>
              <a:buFont typeface="Wingdings"/>
              <a:buChar char=""/>
              <a:tabLst>
                <a:tab pos="397510" algn="l"/>
              </a:tabLst>
            </a:pPr>
            <a:r>
              <a:rPr sz="2400" spc="60" dirty="0">
                <a:solidFill>
                  <a:srgbClr val="404040"/>
                </a:solidFill>
                <a:latin typeface="Times New Roman"/>
                <a:cs typeface="Times New Roman"/>
              </a:rPr>
              <a:t>En </a:t>
            </a:r>
            <a:r>
              <a:rPr sz="2400" spc="-75" dirty="0">
                <a:solidFill>
                  <a:srgbClr val="404040"/>
                </a:solidFill>
                <a:latin typeface="Times New Roman"/>
                <a:cs typeface="Times New Roman"/>
              </a:rPr>
              <a:t>2017 </a:t>
            </a:r>
            <a:r>
              <a:rPr sz="2400" spc="-145" dirty="0">
                <a:solidFill>
                  <a:srgbClr val="404040"/>
                </a:solidFill>
                <a:latin typeface="Times New Roman"/>
                <a:cs typeface="Times New Roman"/>
              </a:rPr>
              <a:t>: </a:t>
            </a:r>
            <a:r>
              <a:rPr sz="2400" spc="-35" dirty="0">
                <a:solidFill>
                  <a:srgbClr val="404040"/>
                </a:solidFill>
                <a:latin typeface="Times New Roman"/>
                <a:cs typeface="Times New Roman"/>
              </a:rPr>
              <a:t>Kotlin </a:t>
            </a:r>
            <a:r>
              <a:rPr sz="2400" spc="-40" dirty="0">
                <a:solidFill>
                  <a:srgbClr val="404040"/>
                </a:solidFill>
                <a:latin typeface="Times New Roman"/>
                <a:cs typeface="Times New Roman"/>
              </a:rPr>
              <a:t>devient </a:t>
            </a:r>
            <a:r>
              <a:rPr sz="2400" spc="-95" dirty="0">
                <a:solidFill>
                  <a:srgbClr val="404040"/>
                </a:solidFill>
                <a:latin typeface="Times New Roman"/>
                <a:cs typeface="Times New Roman"/>
              </a:rPr>
              <a:t>le </a:t>
            </a:r>
            <a:r>
              <a:rPr sz="2400" spc="-30" dirty="0">
                <a:solidFill>
                  <a:srgbClr val="404040"/>
                </a:solidFill>
                <a:latin typeface="Times New Roman"/>
                <a:cs typeface="Times New Roman"/>
              </a:rPr>
              <a:t>second </a:t>
            </a:r>
            <a:r>
              <a:rPr sz="2400" spc="-75" dirty="0">
                <a:solidFill>
                  <a:srgbClr val="404040"/>
                </a:solidFill>
                <a:latin typeface="Times New Roman"/>
                <a:cs typeface="Times New Roman"/>
              </a:rPr>
              <a:t>langage </a:t>
            </a:r>
            <a:r>
              <a:rPr sz="2400" spc="-35" dirty="0">
                <a:solidFill>
                  <a:srgbClr val="404040"/>
                </a:solidFill>
                <a:latin typeface="Times New Roman"/>
                <a:cs typeface="Times New Roman"/>
              </a:rPr>
              <a:t>de </a:t>
            </a:r>
            <a:r>
              <a:rPr sz="2400" spc="-30" dirty="0">
                <a:solidFill>
                  <a:srgbClr val="404040"/>
                </a:solidFill>
                <a:latin typeface="Times New Roman"/>
                <a:cs typeface="Times New Roman"/>
              </a:rPr>
              <a:t>programmation </a:t>
            </a:r>
            <a:r>
              <a:rPr sz="2400" spc="-55" dirty="0">
                <a:solidFill>
                  <a:srgbClr val="404040"/>
                </a:solidFill>
                <a:latin typeface="Times New Roman"/>
                <a:cs typeface="Times New Roman"/>
              </a:rPr>
              <a:t>officiellement </a:t>
            </a:r>
            <a:r>
              <a:rPr sz="2400" spc="-40" dirty="0">
                <a:solidFill>
                  <a:srgbClr val="404040"/>
                </a:solidFill>
                <a:latin typeface="Times New Roman"/>
                <a:cs typeface="Times New Roman"/>
              </a:rPr>
              <a:t>pris </a:t>
            </a:r>
            <a:r>
              <a:rPr sz="2400" spc="-35" dirty="0">
                <a:solidFill>
                  <a:srgbClr val="404040"/>
                </a:solidFill>
                <a:latin typeface="Times New Roman"/>
                <a:cs typeface="Times New Roman"/>
              </a:rPr>
              <a:t> </a:t>
            </a:r>
            <a:r>
              <a:rPr sz="2400" spc="-25" dirty="0">
                <a:solidFill>
                  <a:srgbClr val="404040"/>
                </a:solidFill>
                <a:latin typeface="Times New Roman"/>
                <a:cs typeface="Times New Roman"/>
              </a:rPr>
              <a:t>en</a:t>
            </a:r>
            <a:r>
              <a:rPr sz="2400" spc="-10" dirty="0">
                <a:solidFill>
                  <a:srgbClr val="404040"/>
                </a:solidFill>
                <a:latin typeface="Times New Roman"/>
                <a:cs typeface="Times New Roman"/>
              </a:rPr>
              <a:t> </a:t>
            </a:r>
            <a:r>
              <a:rPr sz="2400" spc="-60" dirty="0">
                <a:solidFill>
                  <a:srgbClr val="404040"/>
                </a:solidFill>
                <a:latin typeface="Times New Roman"/>
                <a:cs typeface="Times New Roman"/>
              </a:rPr>
              <a:t>charge</a:t>
            </a:r>
            <a:r>
              <a:rPr sz="2400" spc="10" dirty="0">
                <a:solidFill>
                  <a:srgbClr val="404040"/>
                </a:solidFill>
                <a:latin typeface="Times New Roman"/>
                <a:cs typeface="Times New Roman"/>
              </a:rPr>
              <a:t> </a:t>
            </a:r>
            <a:r>
              <a:rPr sz="2400" spc="-25" dirty="0">
                <a:solidFill>
                  <a:srgbClr val="404040"/>
                </a:solidFill>
                <a:latin typeface="Times New Roman"/>
                <a:cs typeface="Times New Roman"/>
              </a:rPr>
              <a:t>par</a:t>
            </a:r>
            <a:r>
              <a:rPr sz="2400" dirty="0">
                <a:solidFill>
                  <a:srgbClr val="404040"/>
                </a:solidFill>
                <a:latin typeface="Times New Roman"/>
                <a:cs typeface="Times New Roman"/>
              </a:rPr>
              <a:t> </a:t>
            </a:r>
            <a:r>
              <a:rPr sz="2400" spc="-30" dirty="0">
                <a:solidFill>
                  <a:srgbClr val="404040"/>
                </a:solidFill>
                <a:latin typeface="Times New Roman"/>
                <a:cs typeface="Times New Roman"/>
              </a:rPr>
              <a:t>Android</a:t>
            </a:r>
            <a:r>
              <a:rPr sz="2400" spc="5" dirty="0">
                <a:solidFill>
                  <a:srgbClr val="404040"/>
                </a:solidFill>
                <a:latin typeface="Times New Roman"/>
                <a:cs typeface="Times New Roman"/>
              </a:rPr>
              <a:t> </a:t>
            </a:r>
            <a:r>
              <a:rPr sz="2400" spc="-45" dirty="0">
                <a:solidFill>
                  <a:srgbClr val="404040"/>
                </a:solidFill>
                <a:latin typeface="Times New Roman"/>
                <a:cs typeface="Times New Roman"/>
              </a:rPr>
              <a:t>après</a:t>
            </a:r>
            <a:r>
              <a:rPr sz="2400" spc="-5" dirty="0">
                <a:solidFill>
                  <a:srgbClr val="404040"/>
                </a:solidFill>
                <a:latin typeface="Times New Roman"/>
                <a:cs typeface="Times New Roman"/>
              </a:rPr>
              <a:t> </a:t>
            </a:r>
            <a:r>
              <a:rPr sz="2400" spc="-125" dirty="0">
                <a:solidFill>
                  <a:srgbClr val="404040"/>
                </a:solidFill>
                <a:latin typeface="Times New Roman"/>
                <a:cs typeface="Times New Roman"/>
              </a:rPr>
              <a:t>Java.</a:t>
            </a:r>
            <a:endParaRPr sz="2400">
              <a:latin typeface="Times New Roman"/>
              <a:cs typeface="Times New Roman"/>
            </a:endParaRPr>
          </a:p>
          <a:p>
            <a:pPr marL="396875" marR="5715" indent="-182880" algn="just">
              <a:lnSpc>
                <a:spcPts val="2590"/>
              </a:lnSpc>
              <a:spcBef>
                <a:spcPts val="605"/>
              </a:spcBef>
              <a:buClr>
                <a:srgbClr val="1CACE3"/>
              </a:buClr>
              <a:buFont typeface="Wingdings"/>
              <a:buChar char=""/>
              <a:tabLst>
                <a:tab pos="397510" algn="l"/>
              </a:tabLst>
            </a:pPr>
            <a:r>
              <a:rPr sz="2400" spc="-80" dirty="0">
                <a:solidFill>
                  <a:srgbClr val="404040"/>
                </a:solidFill>
                <a:latin typeface="Times New Roman"/>
                <a:cs typeface="Times New Roman"/>
              </a:rPr>
              <a:t>Le</a:t>
            </a:r>
            <a:r>
              <a:rPr sz="2400" spc="155" dirty="0">
                <a:solidFill>
                  <a:srgbClr val="404040"/>
                </a:solidFill>
                <a:latin typeface="Times New Roman"/>
                <a:cs typeface="Times New Roman"/>
              </a:rPr>
              <a:t> </a:t>
            </a:r>
            <a:r>
              <a:rPr sz="2400" spc="-75" dirty="0">
                <a:solidFill>
                  <a:srgbClr val="404040"/>
                </a:solidFill>
                <a:latin typeface="Times New Roman"/>
                <a:cs typeface="Times New Roman"/>
              </a:rPr>
              <a:t>8</a:t>
            </a:r>
            <a:r>
              <a:rPr sz="2400" spc="165" dirty="0">
                <a:solidFill>
                  <a:srgbClr val="404040"/>
                </a:solidFill>
                <a:latin typeface="Times New Roman"/>
                <a:cs typeface="Times New Roman"/>
              </a:rPr>
              <a:t> </a:t>
            </a:r>
            <a:r>
              <a:rPr sz="2400" spc="-80" dirty="0">
                <a:solidFill>
                  <a:srgbClr val="404040"/>
                </a:solidFill>
                <a:latin typeface="Times New Roman"/>
                <a:cs typeface="Times New Roman"/>
              </a:rPr>
              <a:t>mai</a:t>
            </a:r>
            <a:r>
              <a:rPr sz="2400" spc="160" dirty="0">
                <a:solidFill>
                  <a:srgbClr val="404040"/>
                </a:solidFill>
                <a:latin typeface="Times New Roman"/>
                <a:cs typeface="Times New Roman"/>
              </a:rPr>
              <a:t> </a:t>
            </a:r>
            <a:r>
              <a:rPr sz="2400" spc="-90" dirty="0">
                <a:solidFill>
                  <a:srgbClr val="404040"/>
                </a:solidFill>
                <a:latin typeface="Times New Roman"/>
                <a:cs typeface="Times New Roman"/>
              </a:rPr>
              <a:t>2019:</a:t>
            </a:r>
            <a:r>
              <a:rPr sz="2400" spc="165" dirty="0">
                <a:solidFill>
                  <a:srgbClr val="404040"/>
                </a:solidFill>
                <a:latin typeface="Times New Roman"/>
                <a:cs typeface="Times New Roman"/>
              </a:rPr>
              <a:t> </a:t>
            </a:r>
            <a:r>
              <a:rPr sz="2400" spc="-30" dirty="0">
                <a:solidFill>
                  <a:srgbClr val="404040"/>
                </a:solidFill>
                <a:latin typeface="Times New Roman"/>
                <a:cs typeface="Times New Roman"/>
              </a:rPr>
              <a:t>Kotlin</a:t>
            </a:r>
            <a:r>
              <a:rPr sz="2400" spc="170" dirty="0">
                <a:solidFill>
                  <a:srgbClr val="404040"/>
                </a:solidFill>
                <a:latin typeface="Times New Roman"/>
                <a:cs typeface="Times New Roman"/>
              </a:rPr>
              <a:t> </a:t>
            </a:r>
            <a:r>
              <a:rPr sz="2400" spc="-45" dirty="0">
                <a:solidFill>
                  <a:srgbClr val="404040"/>
                </a:solidFill>
                <a:latin typeface="Times New Roman"/>
                <a:cs typeface="Times New Roman"/>
              </a:rPr>
              <a:t>devient</a:t>
            </a:r>
            <a:r>
              <a:rPr sz="2400" spc="145" dirty="0">
                <a:solidFill>
                  <a:srgbClr val="404040"/>
                </a:solidFill>
                <a:latin typeface="Times New Roman"/>
                <a:cs typeface="Times New Roman"/>
              </a:rPr>
              <a:t> </a:t>
            </a:r>
            <a:r>
              <a:rPr sz="2400" spc="-55" dirty="0">
                <a:solidFill>
                  <a:srgbClr val="404040"/>
                </a:solidFill>
                <a:latin typeface="Times New Roman"/>
                <a:cs typeface="Times New Roman"/>
              </a:rPr>
              <a:t>officiellement</a:t>
            </a:r>
            <a:r>
              <a:rPr sz="2400" spc="165"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spc="155" dirty="0">
                <a:solidFill>
                  <a:srgbClr val="404040"/>
                </a:solidFill>
                <a:latin typeface="Times New Roman"/>
                <a:cs typeface="Times New Roman"/>
              </a:rPr>
              <a:t> </a:t>
            </a:r>
            <a:r>
              <a:rPr sz="2400" spc="-75" dirty="0">
                <a:solidFill>
                  <a:srgbClr val="404040"/>
                </a:solidFill>
                <a:latin typeface="Times New Roman"/>
                <a:cs typeface="Times New Roman"/>
              </a:rPr>
              <a:t>langage</a:t>
            </a:r>
            <a:r>
              <a:rPr sz="2400" spc="170"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155" dirty="0">
                <a:solidFill>
                  <a:srgbClr val="404040"/>
                </a:solidFill>
                <a:latin typeface="Times New Roman"/>
                <a:cs typeface="Times New Roman"/>
              </a:rPr>
              <a:t> </a:t>
            </a:r>
            <a:r>
              <a:rPr sz="2400" spc="-25" dirty="0">
                <a:solidFill>
                  <a:srgbClr val="404040"/>
                </a:solidFill>
                <a:latin typeface="Times New Roman"/>
                <a:cs typeface="Times New Roman"/>
              </a:rPr>
              <a:t>programmation</a:t>
            </a:r>
            <a:r>
              <a:rPr sz="2400" spc="150" dirty="0">
                <a:solidFill>
                  <a:srgbClr val="404040"/>
                </a:solidFill>
                <a:latin typeface="Times New Roman"/>
                <a:cs typeface="Times New Roman"/>
              </a:rPr>
              <a:t> </a:t>
            </a:r>
            <a:r>
              <a:rPr sz="2400" spc="-60" dirty="0">
                <a:solidFill>
                  <a:srgbClr val="404040"/>
                </a:solidFill>
                <a:latin typeface="Times New Roman"/>
                <a:cs typeface="Times New Roman"/>
              </a:rPr>
              <a:t>voulu </a:t>
            </a:r>
            <a:r>
              <a:rPr sz="2400" spc="-590" dirty="0">
                <a:solidFill>
                  <a:srgbClr val="404040"/>
                </a:solidFill>
                <a:latin typeface="Times New Roman"/>
                <a:cs typeface="Times New Roman"/>
              </a:rPr>
              <a:t> </a:t>
            </a:r>
            <a:r>
              <a:rPr sz="2400" spc="-20" dirty="0">
                <a:solidFill>
                  <a:srgbClr val="404040"/>
                </a:solidFill>
                <a:latin typeface="Times New Roman"/>
                <a:cs typeface="Times New Roman"/>
              </a:rPr>
              <a:t>et</a:t>
            </a:r>
            <a:r>
              <a:rPr sz="2400" spc="5" dirty="0">
                <a:solidFill>
                  <a:srgbClr val="404040"/>
                </a:solidFill>
                <a:latin typeface="Times New Roman"/>
                <a:cs typeface="Times New Roman"/>
              </a:rPr>
              <a:t> </a:t>
            </a:r>
            <a:r>
              <a:rPr sz="2400" spc="-35" dirty="0">
                <a:solidFill>
                  <a:srgbClr val="404040"/>
                </a:solidFill>
                <a:latin typeface="Times New Roman"/>
                <a:cs typeface="Times New Roman"/>
              </a:rPr>
              <a:t>recommandé</a:t>
            </a:r>
            <a:r>
              <a:rPr sz="2400" spc="10" dirty="0">
                <a:solidFill>
                  <a:srgbClr val="404040"/>
                </a:solidFill>
                <a:latin typeface="Times New Roman"/>
                <a:cs typeface="Times New Roman"/>
              </a:rPr>
              <a:t> </a:t>
            </a:r>
            <a:r>
              <a:rPr sz="2400" dirty="0">
                <a:solidFill>
                  <a:srgbClr val="404040"/>
                </a:solidFill>
                <a:latin typeface="Times New Roman"/>
                <a:cs typeface="Times New Roman"/>
              </a:rPr>
              <a:t>pour</a:t>
            </a:r>
            <a:r>
              <a:rPr sz="2400" spc="5"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dirty="0">
                <a:solidFill>
                  <a:srgbClr val="404040"/>
                </a:solidFill>
                <a:latin typeface="Times New Roman"/>
                <a:cs typeface="Times New Roman"/>
              </a:rPr>
              <a:t> </a:t>
            </a:r>
            <a:r>
              <a:rPr sz="2400" spc="-35" dirty="0">
                <a:solidFill>
                  <a:srgbClr val="404040"/>
                </a:solidFill>
                <a:latin typeface="Times New Roman"/>
                <a:cs typeface="Times New Roman"/>
              </a:rPr>
              <a:t>développement</a:t>
            </a:r>
            <a:r>
              <a:rPr sz="2400" spc="5"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5" dirty="0">
                <a:solidFill>
                  <a:srgbClr val="404040"/>
                </a:solidFill>
                <a:latin typeface="Times New Roman"/>
                <a:cs typeface="Times New Roman"/>
              </a:rPr>
              <a:t> </a:t>
            </a:r>
            <a:r>
              <a:rPr sz="2400" spc="-50" dirty="0">
                <a:solidFill>
                  <a:srgbClr val="404040"/>
                </a:solidFill>
                <a:latin typeface="Times New Roman"/>
                <a:cs typeface="Times New Roman"/>
              </a:rPr>
              <a:t>applications</a:t>
            </a:r>
            <a:r>
              <a:rPr sz="2400" spc="10" dirty="0">
                <a:solidFill>
                  <a:srgbClr val="404040"/>
                </a:solidFill>
                <a:latin typeface="Times New Roman"/>
                <a:cs typeface="Times New Roman"/>
              </a:rPr>
              <a:t> </a:t>
            </a:r>
            <a:r>
              <a:rPr sz="2400" spc="-35" dirty="0">
                <a:solidFill>
                  <a:srgbClr val="404040"/>
                </a:solidFill>
                <a:latin typeface="Times New Roman"/>
                <a:cs typeface="Times New Roman"/>
              </a:rPr>
              <a:t>Android.</a:t>
            </a:r>
            <a:endParaRPr sz="2400">
              <a:latin typeface="Times New Roman"/>
              <a:cs typeface="Times New Roman"/>
            </a:endParaRPr>
          </a:p>
          <a:p>
            <a:pPr marL="12700" marR="5080" algn="just">
              <a:lnSpc>
                <a:spcPts val="2590"/>
              </a:lnSpc>
              <a:spcBef>
                <a:spcPts val="1600"/>
              </a:spcBef>
            </a:pPr>
            <a:r>
              <a:rPr sz="2400" spc="-35" dirty="0">
                <a:solidFill>
                  <a:srgbClr val="404040"/>
                </a:solidFill>
                <a:latin typeface="Times New Roman"/>
                <a:cs typeface="Times New Roman"/>
              </a:rPr>
              <a:t>Pourquoi </a:t>
            </a:r>
            <a:r>
              <a:rPr sz="2400" spc="-190" dirty="0">
                <a:solidFill>
                  <a:srgbClr val="404040"/>
                </a:solidFill>
                <a:latin typeface="Times New Roman"/>
                <a:cs typeface="Times New Roman"/>
              </a:rPr>
              <a:t>?</a:t>
            </a:r>
            <a:r>
              <a:rPr sz="2400" spc="-185" dirty="0">
                <a:solidFill>
                  <a:srgbClr val="404040"/>
                </a:solidFill>
                <a:latin typeface="Times New Roman"/>
                <a:cs typeface="Times New Roman"/>
              </a:rPr>
              <a:t> </a:t>
            </a:r>
            <a:r>
              <a:rPr sz="2400" spc="-145" dirty="0">
                <a:solidFill>
                  <a:srgbClr val="404040"/>
                </a:solidFill>
                <a:latin typeface="Times New Roman"/>
                <a:cs typeface="Times New Roman"/>
              </a:rPr>
              <a:t>:</a:t>
            </a:r>
            <a:r>
              <a:rPr sz="2400" spc="-140" dirty="0">
                <a:solidFill>
                  <a:srgbClr val="404040"/>
                </a:solidFill>
                <a:latin typeface="Times New Roman"/>
                <a:cs typeface="Times New Roman"/>
              </a:rPr>
              <a:t> </a:t>
            </a:r>
            <a:r>
              <a:rPr sz="2400" spc="-30" dirty="0">
                <a:solidFill>
                  <a:srgbClr val="404040"/>
                </a:solidFill>
                <a:latin typeface="Times New Roman"/>
                <a:cs typeface="Times New Roman"/>
              </a:rPr>
              <a:t>Kotlin </a:t>
            </a:r>
            <a:r>
              <a:rPr sz="2400" spc="-35" dirty="0">
                <a:solidFill>
                  <a:srgbClr val="404040"/>
                </a:solidFill>
                <a:latin typeface="Times New Roman"/>
                <a:cs typeface="Times New Roman"/>
              </a:rPr>
              <a:t>est </a:t>
            </a:r>
            <a:r>
              <a:rPr sz="2400" spc="-10" dirty="0">
                <a:solidFill>
                  <a:srgbClr val="404040"/>
                </a:solidFill>
                <a:latin typeface="Times New Roman"/>
                <a:cs typeface="Times New Roman"/>
              </a:rPr>
              <a:t>promu </a:t>
            </a:r>
            <a:r>
              <a:rPr sz="2400" spc="-25" dirty="0">
                <a:solidFill>
                  <a:srgbClr val="404040"/>
                </a:solidFill>
                <a:latin typeface="Times New Roman"/>
                <a:cs typeface="Times New Roman"/>
              </a:rPr>
              <a:t>par Google </a:t>
            </a:r>
            <a:r>
              <a:rPr sz="2400" spc="-45" dirty="0">
                <a:solidFill>
                  <a:srgbClr val="404040"/>
                </a:solidFill>
                <a:latin typeface="Times New Roman"/>
                <a:cs typeface="Times New Roman"/>
              </a:rPr>
              <a:t>parce </a:t>
            </a:r>
            <a:r>
              <a:rPr sz="2400" spc="-114" dirty="0">
                <a:solidFill>
                  <a:srgbClr val="404040"/>
                </a:solidFill>
                <a:latin typeface="Times New Roman"/>
                <a:cs typeface="Times New Roman"/>
              </a:rPr>
              <a:t>qu’il</a:t>
            </a:r>
            <a:r>
              <a:rPr sz="2400" spc="-110" dirty="0">
                <a:solidFill>
                  <a:srgbClr val="404040"/>
                </a:solidFill>
                <a:latin typeface="Times New Roman"/>
                <a:cs typeface="Times New Roman"/>
              </a:rPr>
              <a:t> </a:t>
            </a:r>
            <a:r>
              <a:rPr sz="2400" spc="-5" dirty="0">
                <a:solidFill>
                  <a:srgbClr val="404040"/>
                </a:solidFill>
                <a:latin typeface="Times New Roman"/>
                <a:cs typeface="Times New Roman"/>
              </a:rPr>
              <a:t>permet </a:t>
            </a:r>
            <a:r>
              <a:rPr sz="2400" spc="-35" dirty="0">
                <a:solidFill>
                  <a:srgbClr val="404040"/>
                </a:solidFill>
                <a:latin typeface="Times New Roman"/>
                <a:cs typeface="Times New Roman"/>
              </a:rPr>
              <a:t>de </a:t>
            </a:r>
            <a:r>
              <a:rPr sz="2400" spc="-40" dirty="0">
                <a:solidFill>
                  <a:srgbClr val="404040"/>
                </a:solidFill>
                <a:latin typeface="Times New Roman"/>
                <a:cs typeface="Times New Roman"/>
              </a:rPr>
              <a:t>développer </a:t>
            </a:r>
            <a:r>
              <a:rPr sz="2400" spc="-45" dirty="0">
                <a:solidFill>
                  <a:srgbClr val="404040"/>
                </a:solidFill>
                <a:latin typeface="Times New Roman"/>
                <a:cs typeface="Times New Roman"/>
              </a:rPr>
              <a:t>des </a:t>
            </a:r>
            <a:r>
              <a:rPr sz="2400" spc="-40" dirty="0">
                <a:solidFill>
                  <a:srgbClr val="404040"/>
                </a:solidFill>
                <a:latin typeface="Times New Roman"/>
                <a:cs typeface="Times New Roman"/>
              </a:rPr>
              <a:t> </a:t>
            </a:r>
            <a:r>
              <a:rPr sz="2400" spc="-30" dirty="0">
                <a:solidFill>
                  <a:srgbClr val="404040"/>
                </a:solidFill>
                <a:latin typeface="Times New Roman"/>
                <a:cs typeface="Times New Roman"/>
              </a:rPr>
              <a:t>programmes</a:t>
            </a:r>
            <a:r>
              <a:rPr sz="2400" spc="-25" dirty="0">
                <a:solidFill>
                  <a:srgbClr val="404040"/>
                </a:solidFill>
                <a:latin typeface="Times New Roman"/>
                <a:cs typeface="Times New Roman"/>
              </a:rPr>
              <a:t> </a:t>
            </a:r>
            <a:r>
              <a:rPr sz="2400" spc="-50" dirty="0">
                <a:solidFill>
                  <a:srgbClr val="404040"/>
                </a:solidFill>
                <a:latin typeface="Times New Roman"/>
                <a:cs typeface="Times New Roman"/>
              </a:rPr>
              <a:t>plus</a:t>
            </a:r>
            <a:r>
              <a:rPr sz="2400" spc="-45" dirty="0">
                <a:solidFill>
                  <a:srgbClr val="404040"/>
                </a:solidFill>
                <a:latin typeface="Times New Roman"/>
                <a:cs typeface="Times New Roman"/>
              </a:rPr>
              <a:t> </a:t>
            </a:r>
            <a:r>
              <a:rPr sz="2400" spc="-80" dirty="0">
                <a:solidFill>
                  <a:srgbClr val="404040"/>
                </a:solidFill>
                <a:latin typeface="Times New Roman"/>
                <a:cs typeface="Times New Roman"/>
              </a:rPr>
              <a:t>sains.</a:t>
            </a:r>
            <a:r>
              <a:rPr sz="2400" spc="-75" dirty="0">
                <a:solidFill>
                  <a:srgbClr val="404040"/>
                </a:solidFill>
                <a:latin typeface="Times New Roman"/>
                <a:cs typeface="Times New Roman"/>
              </a:rPr>
              <a:t> </a:t>
            </a:r>
            <a:r>
              <a:rPr sz="2400" spc="-50" dirty="0">
                <a:solidFill>
                  <a:srgbClr val="404040"/>
                </a:solidFill>
                <a:latin typeface="Times New Roman"/>
                <a:cs typeface="Times New Roman"/>
              </a:rPr>
              <a:t>Par</a:t>
            </a:r>
            <a:r>
              <a:rPr sz="2400" spc="-45" dirty="0">
                <a:solidFill>
                  <a:srgbClr val="404040"/>
                </a:solidFill>
                <a:latin typeface="Times New Roman"/>
                <a:cs typeface="Times New Roman"/>
              </a:rPr>
              <a:t> </a:t>
            </a:r>
            <a:r>
              <a:rPr sz="2400" spc="-75" dirty="0">
                <a:solidFill>
                  <a:srgbClr val="404040"/>
                </a:solidFill>
                <a:latin typeface="Times New Roman"/>
                <a:cs typeface="Times New Roman"/>
              </a:rPr>
              <a:t>exemple,</a:t>
            </a:r>
            <a:r>
              <a:rPr sz="2400" spc="-70" dirty="0">
                <a:solidFill>
                  <a:srgbClr val="404040"/>
                </a:solidFill>
                <a:latin typeface="Times New Roman"/>
                <a:cs typeface="Times New Roman"/>
              </a:rPr>
              <a:t> </a:t>
            </a:r>
            <a:r>
              <a:rPr sz="2400" spc="-30" dirty="0">
                <a:solidFill>
                  <a:srgbClr val="404040"/>
                </a:solidFill>
                <a:latin typeface="Times New Roman"/>
                <a:cs typeface="Times New Roman"/>
              </a:rPr>
              <a:t>Kotlin</a:t>
            </a:r>
            <a:r>
              <a:rPr sz="2400" spc="-25" dirty="0">
                <a:solidFill>
                  <a:srgbClr val="404040"/>
                </a:solidFill>
                <a:latin typeface="Times New Roman"/>
                <a:cs typeface="Times New Roman"/>
              </a:rPr>
              <a:t> </a:t>
            </a:r>
            <a:r>
              <a:rPr sz="2400" spc="-60" dirty="0">
                <a:solidFill>
                  <a:srgbClr val="404040"/>
                </a:solidFill>
                <a:latin typeface="Times New Roman"/>
                <a:cs typeface="Times New Roman"/>
              </a:rPr>
              <a:t>oblige</a:t>
            </a:r>
            <a:r>
              <a:rPr sz="2400" spc="-55" dirty="0">
                <a:solidFill>
                  <a:srgbClr val="404040"/>
                </a:solidFill>
                <a:latin typeface="Times New Roman"/>
                <a:cs typeface="Times New Roman"/>
              </a:rPr>
              <a:t> </a:t>
            </a:r>
            <a:r>
              <a:rPr sz="2400" spc="-95" dirty="0">
                <a:solidFill>
                  <a:srgbClr val="404040"/>
                </a:solidFill>
                <a:latin typeface="Times New Roman"/>
                <a:cs typeface="Times New Roman"/>
              </a:rPr>
              <a:t>à</a:t>
            </a:r>
            <a:r>
              <a:rPr sz="2400" spc="-90" dirty="0">
                <a:solidFill>
                  <a:srgbClr val="404040"/>
                </a:solidFill>
                <a:latin typeface="Times New Roman"/>
                <a:cs typeface="Times New Roman"/>
              </a:rPr>
              <a:t> </a:t>
            </a:r>
            <a:r>
              <a:rPr sz="2400" spc="-60" dirty="0">
                <a:solidFill>
                  <a:srgbClr val="404040"/>
                </a:solidFill>
                <a:latin typeface="Times New Roman"/>
                <a:cs typeface="Times New Roman"/>
              </a:rPr>
              <a:t>vérifier</a:t>
            </a:r>
            <a:r>
              <a:rPr sz="2400" spc="-55" dirty="0">
                <a:solidFill>
                  <a:srgbClr val="404040"/>
                </a:solidFill>
                <a:latin typeface="Times New Roman"/>
                <a:cs typeface="Times New Roman"/>
              </a:rPr>
              <a:t> chaque</a:t>
            </a:r>
            <a:r>
              <a:rPr sz="2400" spc="490" dirty="0">
                <a:solidFill>
                  <a:srgbClr val="404040"/>
                </a:solidFill>
                <a:latin typeface="Times New Roman"/>
                <a:cs typeface="Times New Roman"/>
              </a:rPr>
              <a:t> </a:t>
            </a:r>
            <a:r>
              <a:rPr sz="2400" spc="-50" dirty="0">
                <a:solidFill>
                  <a:srgbClr val="404040"/>
                </a:solidFill>
                <a:latin typeface="Times New Roman"/>
                <a:cs typeface="Times New Roman"/>
              </a:rPr>
              <a:t>appel</a:t>
            </a:r>
            <a:r>
              <a:rPr sz="2400" spc="500" dirty="0">
                <a:solidFill>
                  <a:srgbClr val="404040"/>
                </a:solidFill>
                <a:latin typeface="Times New Roman"/>
                <a:cs typeface="Times New Roman"/>
              </a:rPr>
              <a:t> </a:t>
            </a:r>
            <a:r>
              <a:rPr sz="2400" spc="-25" dirty="0">
                <a:solidFill>
                  <a:srgbClr val="404040"/>
                </a:solidFill>
                <a:latin typeface="Times New Roman"/>
                <a:cs typeface="Times New Roman"/>
              </a:rPr>
              <a:t>de </a:t>
            </a:r>
            <a:r>
              <a:rPr sz="2400" spc="-20" dirty="0">
                <a:solidFill>
                  <a:srgbClr val="404040"/>
                </a:solidFill>
                <a:latin typeface="Times New Roman"/>
                <a:cs typeface="Times New Roman"/>
              </a:rPr>
              <a:t> </a:t>
            </a:r>
            <a:r>
              <a:rPr sz="2400" spc="-10" dirty="0">
                <a:solidFill>
                  <a:srgbClr val="404040"/>
                </a:solidFill>
                <a:latin typeface="Times New Roman"/>
                <a:cs typeface="Times New Roman"/>
              </a:rPr>
              <a:t>méthode</a:t>
            </a:r>
            <a:r>
              <a:rPr sz="2400" spc="-5" dirty="0">
                <a:solidFill>
                  <a:srgbClr val="404040"/>
                </a:solidFill>
                <a:latin typeface="Times New Roman"/>
                <a:cs typeface="Times New Roman"/>
              </a:rPr>
              <a:t> </a:t>
            </a:r>
            <a:r>
              <a:rPr sz="2400" spc="-30" dirty="0">
                <a:solidFill>
                  <a:srgbClr val="404040"/>
                </a:solidFill>
                <a:latin typeface="Times New Roman"/>
                <a:cs typeface="Times New Roman"/>
              </a:rPr>
              <a:t>sur</a:t>
            </a:r>
            <a:r>
              <a:rPr sz="2400" spc="-25"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40" dirty="0">
                <a:solidFill>
                  <a:srgbClr val="404040"/>
                </a:solidFill>
                <a:latin typeface="Times New Roman"/>
                <a:cs typeface="Times New Roman"/>
              </a:rPr>
              <a:t> </a:t>
            </a:r>
            <a:r>
              <a:rPr sz="2400" spc="-75" dirty="0">
                <a:solidFill>
                  <a:srgbClr val="404040"/>
                </a:solidFill>
                <a:latin typeface="Times New Roman"/>
                <a:cs typeface="Times New Roman"/>
              </a:rPr>
              <a:t>variables</a:t>
            </a:r>
            <a:r>
              <a:rPr sz="2400" spc="-70" dirty="0">
                <a:solidFill>
                  <a:srgbClr val="404040"/>
                </a:solidFill>
                <a:latin typeface="Times New Roman"/>
                <a:cs typeface="Times New Roman"/>
              </a:rPr>
              <a:t> </a:t>
            </a:r>
            <a:r>
              <a:rPr sz="2400" spc="-35" dirty="0">
                <a:solidFill>
                  <a:srgbClr val="404040"/>
                </a:solidFill>
                <a:latin typeface="Times New Roman"/>
                <a:cs typeface="Times New Roman"/>
              </a:rPr>
              <a:t>objets</a:t>
            </a:r>
            <a:r>
              <a:rPr sz="2400" spc="-30" dirty="0">
                <a:solidFill>
                  <a:srgbClr val="404040"/>
                </a:solidFill>
                <a:latin typeface="Times New Roman"/>
                <a:cs typeface="Times New Roman"/>
              </a:rPr>
              <a:t> </a:t>
            </a:r>
            <a:r>
              <a:rPr sz="2400" spc="-25" dirty="0">
                <a:solidFill>
                  <a:srgbClr val="404040"/>
                </a:solidFill>
                <a:latin typeface="Times New Roman"/>
                <a:cs typeface="Times New Roman"/>
              </a:rPr>
              <a:t>pouvant</a:t>
            </a:r>
            <a:r>
              <a:rPr sz="2400" spc="-20" dirty="0">
                <a:solidFill>
                  <a:srgbClr val="404040"/>
                </a:solidFill>
                <a:latin typeface="Times New Roman"/>
                <a:cs typeface="Times New Roman"/>
              </a:rPr>
              <a:t> </a:t>
            </a:r>
            <a:r>
              <a:rPr sz="2400" spc="-75" dirty="0">
                <a:solidFill>
                  <a:srgbClr val="404040"/>
                </a:solidFill>
                <a:latin typeface="Times New Roman"/>
                <a:cs typeface="Times New Roman"/>
              </a:rPr>
              <a:t>valoir</a:t>
            </a:r>
            <a:r>
              <a:rPr sz="2400" spc="-70" dirty="0">
                <a:solidFill>
                  <a:srgbClr val="404040"/>
                </a:solidFill>
                <a:latin typeface="Times New Roman"/>
                <a:cs typeface="Times New Roman"/>
              </a:rPr>
              <a:t> null,</a:t>
            </a:r>
            <a:r>
              <a:rPr sz="2400" spc="-65" dirty="0">
                <a:solidFill>
                  <a:srgbClr val="404040"/>
                </a:solidFill>
                <a:latin typeface="Times New Roman"/>
                <a:cs typeface="Times New Roman"/>
              </a:rPr>
              <a:t> </a:t>
            </a:r>
            <a:r>
              <a:rPr sz="2400" spc="-70" dirty="0">
                <a:solidFill>
                  <a:srgbClr val="404040"/>
                </a:solidFill>
                <a:latin typeface="Times New Roman"/>
                <a:cs typeface="Times New Roman"/>
              </a:rPr>
              <a:t>ce</a:t>
            </a:r>
            <a:r>
              <a:rPr sz="2400" spc="-65" dirty="0">
                <a:solidFill>
                  <a:srgbClr val="404040"/>
                </a:solidFill>
                <a:latin typeface="Times New Roman"/>
                <a:cs typeface="Times New Roman"/>
              </a:rPr>
              <a:t> </a:t>
            </a:r>
            <a:r>
              <a:rPr sz="2400" spc="-60" dirty="0">
                <a:solidFill>
                  <a:srgbClr val="404040"/>
                </a:solidFill>
                <a:latin typeface="Times New Roman"/>
                <a:cs typeface="Times New Roman"/>
              </a:rPr>
              <a:t>qui</a:t>
            </a:r>
            <a:r>
              <a:rPr sz="2400" spc="-55" dirty="0">
                <a:solidFill>
                  <a:srgbClr val="404040"/>
                </a:solidFill>
                <a:latin typeface="Times New Roman"/>
                <a:cs typeface="Times New Roman"/>
              </a:rPr>
              <a:t> </a:t>
            </a:r>
            <a:r>
              <a:rPr sz="2400" spc="-60" dirty="0">
                <a:solidFill>
                  <a:srgbClr val="404040"/>
                </a:solidFill>
                <a:latin typeface="Times New Roman"/>
                <a:cs typeface="Times New Roman"/>
              </a:rPr>
              <a:t>évite</a:t>
            </a:r>
            <a:r>
              <a:rPr sz="2400" spc="-55" dirty="0">
                <a:solidFill>
                  <a:srgbClr val="404040"/>
                </a:solidFill>
                <a:latin typeface="Times New Roman"/>
                <a:cs typeface="Times New Roman"/>
              </a:rPr>
              <a:t> </a:t>
            </a:r>
            <a:r>
              <a:rPr sz="2400" spc="-80" dirty="0">
                <a:solidFill>
                  <a:srgbClr val="404040"/>
                </a:solidFill>
                <a:latin typeface="Times New Roman"/>
                <a:cs typeface="Times New Roman"/>
              </a:rPr>
              <a:t>les </a:t>
            </a:r>
            <a:r>
              <a:rPr sz="2400" spc="-75" dirty="0">
                <a:solidFill>
                  <a:srgbClr val="404040"/>
                </a:solidFill>
                <a:latin typeface="Times New Roman"/>
                <a:cs typeface="Times New Roman"/>
              </a:rPr>
              <a:t> </a:t>
            </a:r>
            <a:r>
              <a:rPr sz="2400" spc="-30" dirty="0">
                <a:solidFill>
                  <a:srgbClr val="404040"/>
                </a:solidFill>
                <a:latin typeface="Times New Roman"/>
                <a:cs typeface="Times New Roman"/>
              </a:rPr>
              <a:t>NullPointerException.</a:t>
            </a:r>
            <a:endParaRPr sz="2400">
              <a:latin typeface="Times New Roman"/>
              <a:cs typeface="Times New Roman"/>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681605" cy="574040"/>
          </a:xfrm>
          <a:prstGeom prst="rect">
            <a:avLst/>
          </a:prstGeom>
        </p:spPr>
        <p:txBody>
          <a:bodyPr vert="horz" wrap="square" lIns="0" tIns="12700" rIns="0" bIns="0" rtlCol="0">
            <a:spAutoFit/>
          </a:bodyPr>
          <a:lstStyle/>
          <a:p>
            <a:pPr marL="12700">
              <a:lnSpc>
                <a:spcPct val="100000"/>
              </a:lnSpc>
              <a:spcBef>
                <a:spcPts val="100"/>
              </a:spcBef>
            </a:pPr>
            <a:r>
              <a:rPr spc="-190" dirty="0"/>
              <a:t>La</a:t>
            </a:r>
            <a:r>
              <a:rPr spc="-15" dirty="0"/>
              <a:t>n</a:t>
            </a:r>
            <a:r>
              <a:rPr spc="-175" dirty="0"/>
              <a:t>g</a:t>
            </a:r>
            <a:r>
              <a:rPr spc="-190" dirty="0"/>
              <a:t>a</a:t>
            </a:r>
            <a:r>
              <a:rPr spc="-145" dirty="0"/>
              <a:t>ge</a:t>
            </a:r>
            <a:r>
              <a:rPr spc="-95" dirty="0"/>
              <a:t> </a:t>
            </a:r>
            <a:r>
              <a:rPr spc="-60" dirty="0"/>
              <a:t>K</a:t>
            </a:r>
            <a:r>
              <a:rPr spc="-15" dirty="0"/>
              <a:t>o</a:t>
            </a:r>
            <a:r>
              <a:rPr spc="-10" dirty="0"/>
              <a:t>t</a:t>
            </a:r>
            <a:r>
              <a:rPr spc="-225" dirty="0"/>
              <a:t>li</a:t>
            </a:r>
            <a:r>
              <a:rPr spc="35" dirty="0"/>
              <a:t>n</a:t>
            </a:r>
          </a:p>
        </p:txBody>
      </p:sp>
      <p:grpSp>
        <p:nvGrpSpPr>
          <p:cNvPr id="3" name="object 3"/>
          <p:cNvGrpSpPr/>
          <p:nvPr/>
        </p:nvGrpSpPr>
        <p:grpSpPr>
          <a:xfrm>
            <a:off x="973836" y="1536191"/>
            <a:ext cx="5422900" cy="1666239"/>
            <a:chOff x="973836" y="1536191"/>
            <a:chExt cx="5422900" cy="1666239"/>
          </a:xfrm>
        </p:grpSpPr>
        <p:pic>
          <p:nvPicPr>
            <p:cNvPr id="4" name="object 4"/>
            <p:cNvPicPr/>
            <p:nvPr/>
          </p:nvPicPr>
          <p:blipFill>
            <a:blip r:embed="rId2" cstate="print"/>
            <a:stretch>
              <a:fillRect/>
            </a:stretch>
          </p:blipFill>
          <p:spPr>
            <a:xfrm>
              <a:off x="979932" y="1542287"/>
              <a:ext cx="5410200" cy="1653539"/>
            </a:xfrm>
            <a:prstGeom prst="rect">
              <a:avLst/>
            </a:prstGeom>
          </p:spPr>
        </p:pic>
        <p:sp>
          <p:nvSpPr>
            <p:cNvPr id="5" name="object 5"/>
            <p:cNvSpPr/>
            <p:nvPr/>
          </p:nvSpPr>
          <p:spPr>
            <a:xfrm>
              <a:off x="979932" y="1542287"/>
              <a:ext cx="5410200" cy="1653539"/>
            </a:xfrm>
            <a:custGeom>
              <a:avLst/>
              <a:gdLst/>
              <a:ahLst/>
              <a:cxnLst/>
              <a:rect l="l" t="t" r="r" b="b"/>
              <a:pathLst>
                <a:path w="5410200" h="1653539">
                  <a:moveTo>
                    <a:pt x="0" y="275589"/>
                  </a:moveTo>
                  <a:lnTo>
                    <a:pt x="4440" y="226067"/>
                  </a:lnTo>
                  <a:lnTo>
                    <a:pt x="17242" y="179451"/>
                  </a:lnTo>
                  <a:lnTo>
                    <a:pt x="37627" y="136520"/>
                  </a:lnTo>
                  <a:lnTo>
                    <a:pt x="64817" y="98054"/>
                  </a:lnTo>
                  <a:lnTo>
                    <a:pt x="98033" y="64834"/>
                  </a:lnTo>
                  <a:lnTo>
                    <a:pt x="136497" y="37639"/>
                  </a:lnTo>
                  <a:lnTo>
                    <a:pt x="179430" y="17248"/>
                  </a:lnTo>
                  <a:lnTo>
                    <a:pt x="226054" y="4442"/>
                  </a:lnTo>
                  <a:lnTo>
                    <a:pt x="275590" y="0"/>
                  </a:lnTo>
                  <a:lnTo>
                    <a:pt x="5134609" y="0"/>
                  </a:lnTo>
                  <a:lnTo>
                    <a:pt x="5184132" y="4442"/>
                  </a:lnTo>
                  <a:lnTo>
                    <a:pt x="5230748" y="17248"/>
                  </a:lnTo>
                  <a:lnTo>
                    <a:pt x="5273679" y="37639"/>
                  </a:lnTo>
                  <a:lnTo>
                    <a:pt x="5312145" y="64834"/>
                  </a:lnTo>
                  <a:lnTo>
                    <a:pt x="5345365" y="98054"/>
                  </a:lnTo>
                  <a:lnTo>
                    <a:pt x="5372560" y="136520"/>
                  </a:lnTo>
                  <a:lnTo>
                    <a:pt x="5392951" y="179451"/>
                  </a:lnTo>
                  <a:lnTo>
                    <a:pt x="5405757" y="226067"/>
                  </a:lnTo>
                  <a:lnTo>
                    <a:pt x="5410200" y="275589"/>
                  </a:lnTo>
                  <a:lnTo>
                    <a:pt x="5410200" y="1377950"/>
                  </a:lnTo>
                  <a:lnTo>
                    <a:pt x="5405757" y="1427472"/>
                  </a:lnTo>
                  <a:lnTo>
                    <a:pt x="5392951" y="1474088"/>
                  </a:lnTo>
                  <a:lnTo>
                    <a:pt x="5372560" y="1517019"/>
                  </a:lnTo>
                  <a:lnTo>
                    <a:pt x="5345365" y="1555485"/>
                  </a:lnTo>
                  <a:lnTo>
                    <a:pt x="5312145" y="1588705"/>
                  </a:lnTo>
                  <a:lnTo>
                    <a:pt x="5273679" y="1615900"/>
                  </a:lnTo>
                  <a:lnTo>
                    <a:pt x="5230748" y="1636291"/>
                  </a:lnTo>
                  <a:lnTo>
                    <a:pt x="5184132" y="1649097"/>
                  </a:lnTo>
                  <a:lnTo>
                    <a:pt x="5134609" y="1653539"/>
                  </a:lnTo>
                  <a:lnTo>
                    <a:pt x="275590" y="1653539"/>
                  </a:lnTo>
                  <a:lnTo>
                    <a:pt x="226054" y="1649097"/>
                  </a:lnTo>
                  <a:lnTo>
                    <a:pt x="179430" y="1636291"/>
                  </a:lnTo>
                  <a:lnTo>
                    <a:pt x="136497" y="1615900"/>
                  </a:lnTo>
                  <a:lnTo>
                    <a:pt x="98033" y="1588705"/>
                  </a:lnTo>
                  <a:lnTo>
                    <a:pt x="64817" y="1555485"/>
                  </a:lnTo>
                  <a:lnTo>
                    <a:pt x="37627" y="1517019"/>
                  </a:lnTo>
                  <a:lnTo>
                    <a:pt x="17242" y="1474088"/>
                  </a:lnTo>
                  <a:lnTo>
                    <a:pt x="4440" y="1427472"/>
                  </a:lnTo>
                  <a:lnTo>
                    <a:pt x="0" y="1377950"/>
                  </a:lnTo>
                  <a:lnTo>
                    <a:pt x="0" y="275589"/>
                  </a:lnTo>
                  <a:close/>
                </a:path>
              </a:pathLst>
            </a:custGeom>
            <a:ln w="12191">
              <a:solidFill>
                <a:srgbClr val="1CACE3"/>
              </a:solidFill>
            </a:ln>
          </p:spPr>
          <p:txBody>
            <a:bodyPr wrap="square" lIns="0" tIns="0" rIns="0" bIns="0" rtlCol="0"/>
            <a:lstStyle/>
            <a:p>
              <a:endParaRPr/>
            </a:p>
          </p:txBody>
        </p:sp>
      </p:grpSp>
      <p:sp>
        <p:nvSpPr>
          <p:cNvPr id="6" name="object 6"/>
          <p:cNvSpPr txBox="1"/>
          <p:nvPr/>
        </p:nvSpPr>
        <p:spPr>
          <a:xfrm>
            <a:off x="1059281" y="1123324"/>
            <a:ext cx="5128895" cy="2018664"/>
          </a:xfrm>
          <a:prstGeom prst="rect">
            <a:avLst/>
          </a:prstGeom>
        </p:spPr>
        <p:txBody>
          <a:bodyPr vert="horz" wrap="square" lIns="0" tIns="96520" rIns="0" bIns="0" rtlCol="0">
            <a:spAutoFit/>
          </a:bodyPr>
          <a:lstStyle/>
          <a:p>
            <a:pPr marL="12700">
              <a:lnSpc>
                <a:spcPct val="100000"/>
              </a:lnSpc>
              <a:spcBef>
                <a:spcPts val="760"/>
              </a:spcBef>
            </a:pPr>
            <a:r>
              <a:rPr sz="1800" spc="45" dirty="0">
                <a:solidFill>
                  <a:srgbClr val="001F5F"/>
                </a:solidFill>
                <a:latin typeface="Times New Roman"/>
                <a:cs typeface="Times New Roman"/>
              </a:rPr>
              <a:t>En</a:t>
            </a:r>
            <a:r>
              <a:rPr sz="1800" spc="-40" dirty="0">
                <a:solidFill>
                  <a:srgbClr val="001F5F"/>
                </a:solidFill>
                <a:latin typeface="Times New Roman"/>
                <a:cs typeface="Times New Roman"/>
              </a:rPr>
              <a:t> </a:t>
            </a:r>
            <a:r>
              <a:rPr sz="1800" spc="-110" dirty="0">
                <a:solidFill>
                  <a:srgbClr val="001F5F"/>
                </a:solidFill>
                <a:latin typeface="Times New Roman"/>
                <a:cs typeface="Times New Roman"/>
              </a:rPr>
              <a:t>Java</a:t>
            </a:r>
            <a:endParaRPr sz="1800">
              <a:latin typeface="Times New Roman"/>
              <a:cs typeface="Times New Roman"/>
            </a:endParaRPr>
          </a:p>
          <a:p>
            <a:pPr marL="93345" marR="1723389">
              <a:lnSpc>
                <a:spcPct val="100000"/>
              </a:lnSpc>
              <a:spcBef>
                <a:spcPts val="630"/>
              </a:spcBef>
            </a:pPr>
            <a:r>
              <a:rPr sz="1700" spc="-50" dirty="0">
                <a:latin typeface="Times New Roman"/>
                <a:cs typeface="Times New Roman"/>
              </a:rPr>
              <a:t>String</a:t>
            </a:r>
            <a:r>
              <a:rPr sz="1700" spc="-25" dirty="0">
                <a:latin typeface="Times New Roman"/>
                <a:cs typeface="Times New Roman"/>
              </a:rPr>
              <a:t> </a:t>
            </a:r>
            <a:r>
              <a:rPr sz="1700" spc="-20" dirty="0">
                <a:latin typeface="Times New Roman"/>
                <a:cs typeface="Times New Roman"/>
              </a:rPr>
              <a:t>getNomComplet(Personne</a:t>
            </a:r>
            <a:r>
              <a:rPr sz="1700" spc="15" dirty="0">
                <a:latin typeface="Times New Roman"/>
                <a:cs typeface="Times New Roman"/>
              </a:rPr>
              <a:t> </a:t>
            </a:r>
            <a:r>
              <a:rPr sz="1700" spc="-30" dirty="0">
                <a:latin typeface="Times New Roman"/>
                <a:cs typeface="Times New Roman"/>
              </a:rPr>
              <a:t>p)</a:t>
            </a:r>
            <a:r>
              <a:rPr sz="1700" spc="-10" dirty="0">
                <a:latin typeface="Times New Roman"/>
                <a:cs typeface="Times New Roman"/>
              </a:rPr>
              <a:t> </a:t>
            </a:r>
            <a:r>
              <a:rPr sz="1700" dirty="0">
                <a:latin typeface="Times New Roman"/>
                <a:cs typeface="Times New Roman"/>
              </a:rPr>
              <a:t>{ </a:t>
            </a:r>
            <a:r>
              <a:rPr sz="1700" spc="5" dirty="0">
                <a:latin typeface="Times New Roman"/>
                <a:cs typeface="Times New Roman"/>
              </a:rPr>
              <a:t> </a:t>
            </a:r>
            <a:r>
              <a:rPr sz="1700" dirty="0">
                <a:latin typeface="Times New Roman"/>
                <a:cs typeface="Times New Roman"/>
              </a:rPr>
              <a:t>return</a:t>
            </a:r>
            <a:r>
              <a:rPr sz="1700" spc="-15" dirty="0">
                <a:latin typeface="Times New Roman"/>
                <a:cs typeface="Times New Roman"/>
              </a:rPr>
              <a:t> p.getPrenom()+"</a:t>
            </a:r>
            <a:r>
              <a:rPr sz="1700" spc="5" dirty="0">
                <a:latin typeface="Times New Roman"/>
                <a:cs typeface="Times New Roman"/>
              </a:rPr>
              <a:t> </a:t>
            </a:r>
            <a:r>
              <a:rPr sz="1700" spc="-20" dirty="0">
                <a:latin typeface="Times New Roman"/>
                <a:cs typeface="Times New Roman"/>
              </a:rPr>
              <a:t>"+p.getNom();</a:t>
            </a:r>
            <a:endParaRPr sz="1700">
              <a:latin typeface="Times New Roman"/>
              <a:cs typeface="Times New Roman"/>
            </a:endParaRPr>
          </a:p>
          <a:p>
            <a:pPr marL="93345">
              <a:lnSpc>
                <a:spcPct val="100000"/>
              </a:lnSpc>
            </a:pPr>
            <a:r>
              <a:rPr sz="1700" dirty="0">
                <a:latin typeface="Times New Roman"/>
                <a:cs typeface="Times New Roman"/>
              </a:rPr>
              <a:t>}</a:t>
            </a:r>
            <a:endParaRPr sz="1700">
              <a:latin typeface="Times New Roman"/>
              <a:cs typeface="Times New Roman"/>
            </a:endParaRPr>
          </a:p>
          <a:p>
            <a:pPr marL="93345" marR="5080">
              <a:lnSpc>
                <a:spcPct val="100000"/>
              </a:lnSpc>
            </a:pPr>
            <a:r>
              <a:rPr sz="1700" spc="-40" dirty="0">
                <a:latin typeface="Times New Roman"/>
                <a:cs typeface="Times New Roman"/>
              </a:rPr>
              <a:t>private</a:t>
            </a:r>
            <a:r>
              <a:rPr sz="1700" spc="-10" dirty="0">
                <a:latin typeface="Times New Roman"/>
                <a:cs typeface="Times New Roman"/>
              </a:rPr>
              <a:t> </a:t>
            </a:r>
            <a:r>
              <a:rPr sz="1700" spc="-20" dirty="0">
                <a:latin typeface="Times New Roman"/>
                <a:cs typeface="Times New Roman"/>
              </a:rPr>
              <a:t>Personne</a:t>
            </a:r>
            <a:r>
              <a:rPr sz="1700" spc="-10" dirty="0">
                <a:latin typeface="Times New Roman"/>
                <a:cs typeface="Times New Roman"/>
              </a:rPr>
              <a:t> </a:t>
            </a:r>
            <a:r>
              <a:rPr sz="1700" spc="-20" dirty="0">
                <a:latin typeface="Times New Roman"/>
                <a:cs typeface="Times New Roman"/>
              </a:rPr>
              <a:t>p1</a:t>
            </a:r>
            <a:r>
              <a:rPr sz="1700" spc="-10" dirty="0">
                <a:latin typeface="Times New Roman"/>
                <a:cs typeface="Times New Roman"/>
              </a:rPr>
              <a:t> </a:t>
            </a:r>
            <a:r>
              <a:rPr sz="1700" spc="175" dirty="0">
                <a:latin typeface="Times New Roman"/>
                <a:cs typeface="Times New Roman"/>
              </a:rPr>
              <a:t>=</a:t>
            </a:r>
            <a:r>
              <a:rPr sz="1700" spc="15" dirty="0">
                <a:latin typeface="Times New Roman"/>
                <a:cs typeface="Times New Roman"/>
              </a:rPr>
              <a:t> </a:t>
            </a:r>
            <a:r>
              <a:rPr sz="1700" spc="-35" dirty="0">
                <a:latin typeface="Times New Roman"/>
                <a:cs typeface="Times New Roman"/>
              </a:rPr>
              <a:t>getPersonne();</a:t>
            </a:r>
            <a:r>
              <a:rPr sz="1700" spc="30" dirty="0">
                <a:latin typeface="Times New Roman"/>
                <a:cs typeface="Times New Roman"/>
              </a:rPr>
              <a:t> </a:t>
            </a:r>
            <a:r>
              <a:rPr sz="1700" spc="375" dirty="0">
                <a:latin typeface="Times New Roman"/>
                <a:cs typeface="Times New Roman"/>
              </a:rPr>
              <a:t>//</a:t>
            </a:r>
            <a:r>
              <a:rPr sz="1700" spc="-10" dirty="0">
                <a:latin typeface="Times New Roman"/>
                <a:cs typeface="Times New Roman"/>
              </a:rPr>
              <a:t> peut</a:t>
            </a:r>
            <a:r>
              <a:rPr sz="1700" spc="10" dirty="0">
                <a:latin typeface="Times New Roman"/>
                <a:cs typeface="Times New Roman"/>
              </a:rPr>
              <a:t> </a:t>
            </a:r>
            <a:r>
              <a:rPr sz="1700" spc="-10" dirty="0">
                <a:latin typeface="Times New Roman"/>
                <a:cs typeface="Times New Roman"/>
              </a:rPr>
              <a:t>retourner</a:t>
            </a:r>
            <a:r>
              <a:rPr sz="1700" spc="10" dirty="0">
                <a:latin typeface="Times New Roman"/>
                <a:cs typeface="Times New Roman"/>
              </a:rPr>
              <a:t> </a:t>
            </a:r>
            <a:r>
              <a:rPr sz="1700" spc="-50" dirty="0">
                <a:latin typeface="Times New Roman"/>
                <a:cs typeface="Times New Roman"/>
              </a:rPr>
              <a:t>null </a:t>
            </a:r>
            <a:r>
              <a:rPr sz="1700" spc="-409" dirty="0">
                <a:latin typeface="Times New Roman"/>
                <a:cs typeface="Times New Roman"/>
              </a:rPr>
              <a:t> </a:t>
            </a:r>
            <a:r>
              <a:rPr sz="1700" spc="-35" dirty="0">
                <a:latin typeface="Times New Roman"/>
                <a:cs typeface="Times New Roman"/>
              </a:rPr>
              <a:t>System...println(getNomComplet(p1));</a:t>
            </a:r>
            <a:r>
              <a:rPr sz="1700" spc="45" dirty="0">
                <a:latin typeface="Times New Roman"/>
                <a:cs typeface="Times New Roman"/>
              </a:rPr>
              <a:t> </a:t>
            </a:r>
            <a:r>
              <a:rPr sz="1700" spc="380" dirty="0">
                <a:latin typeface="Times New Roman"/>
                <a:cs typeface="Times New Roman"/>
              </a:rPr>
              <a:t>// </a:t>
            </a:r>
            <a:r>
              <a:rPr sz="1700" spc="385" dirty="0">
                <a:latin typeface="Times New Roman"/>
                <a:cs typeface="Times New Roman"/>
              </a:rPr>
              <a:t> </a:t>
            </a:r>
            <a:r>
              <a:rPr sz="1700" spc="-20" dirty="0">
                <a:latin typeface="Times New Roman"/>
                <a:cs typeface="Times New Roman"/>
              </a:rPr>
              <a:t>NullPointerException</a:t>
            </a:r>
            <a:endParaRPr sz="1700">
              <a:latin typeface="Times New Roman"/>
              <a:cs typeface="Times New Roman"/>
            </a:endParaRPr>
          </a:p>
        </p:txBody>
      </p:sp>
      <p:grpSp>
        <p:nvGrpSpPr>
          <p:cNvPr id="7" name="object 7"/>
          <p:cNvGrpSpPr/>
          <p:nvPr/>
        </p:nvGrpSpPr>
        <p:grpSpPr>
          <a:xfrm>
            <a:off x="6501384" y="1536191"/>
            <a:ext cx="5221605" cy="1666239"/>
            <a:chOff x="6501384" y="1536191"/>
            <a:chExt cx="5221605" cy="1666239"/>
          </a:xfrm>
        </p:grpSpPr>
        <p:pic>
          <p:nvPicPr>
            <p:cNvPr id="8" name="object 8"/>
            <p:cNvPicPr/>
            <p:nvPr/>
          </p:nvPicPr>
          <p:blipFill>
            <a:blip r:embed="rId3" cstate="print"/>
            <a:stretch>
              <a:fillRect/>
            </a:stretch>
          </p:blipFill>
          <p:spPr>
            <a:xfrm>
              <a:off x="6507480" y="1542287"/>
              <a:ext cx="5209032" cy="1653539"/>
            </a:xfrm>
            <a:prstGeom prst="rect">
              <a:avLst/>
            </a:prstGeom>
          </p:spPr>
        </p:pic>
        <p:sp>
          <p:nvSpPr>
            <p:cNvPr id="9" name="object 9"/>
            <p:cNvSpPr/>
            <p:nvPr/>
          </p:nvSpPr>
          <p:spPr>
            <a:xfrm>
              <a:off x="6507480" y="1542287"/>
              <a:ext cx="5209540" cy="1653539"/>
            </a:xfrm>
            <a:custGeom>
              <a:avLst/>
              <a:gdLst/>
              <a:ahLst/>
              <a:cxnLst/>
              <a:rect l="l" t="t" r="r" b="b"/>
              <a:pathLst>
                <a:path w="5209540" h="1653539">
                  <a:moveTo>
                    <a:pt x="0" y="275589"/>
                  </a:moveTo>
                  <a:lnTo>
                    <a:pt x="4442" y="226067"/>
                  </a:lnTo>
                  <a:lnTo>
                    <a:pt x="17248" y="179451"/>
                  </a:lnTo>
                  <a:lnTo>
                    <a:pt x="37639" y="136520"/>
                  </a:lnTo>
                  <a:lnTo>
                    <a:pt x="64834" y="98054"/>
                  </a:lnTo>
                  <a:lnTo>
                    <a:pt x="98054" y="64834"/>
                  </a:lnTo>
                  <a:lnTo>
                    <a:pt x="136520" y="37639"/>
                  </a:lnTo>
                  <a:lnTo>
                    <a:pt x="179451" y="17248"/>
                  </a:lnTo>
                  <a:lnTo>
                    <a:pt x="226067" y="4442"/>
                  </a:lnTo>
                  <a:lnTo>
                    <a:pt x="275590" y="0"/>
                  </a:lnTo>
                  <a:lnTo>
                    <a:pt x="4933442" y="0"/>
                  </a:lnTo>
                  <a:lnTo>
                    <a:pt x="4982964" y="4442"/>
                  </a:lnTo>
                  <a:lnTo>
                    <a:pt x="5029580" y="17248"/>
                  </a:lnTo>
                  <a:lnTo>
                    <a:pt x="5072511" y="37639"/>
                  </a:lnTo>
                  <a:lnTo>
                    <a:pt x="5110977" y="64834"/>
                  </a:lnTo>
                  <a:lnTo>
                    <a:pt x="5144197" y="98054"/>
                  </a:lnTo>
                  <a:lnTo>
                    <a:pt x="5171392" y="136520"/>
                  </a:lnTo>
                  <a:lnTo>
                    <a:pt x="5191783" y="179451"/>
                  </a:lnTo>
                  <a:lnTo>
                    <a:pt x="5204589" y="226067"/>
                  </a:lnTo>
                  <a:lnTo>
                    <a:pt x="5209032" y="275589"/>
                  </a:lnTo>
                  <a:lnTo>
                    <a:pt x="5209032" y="1377950"/>
                  </a:lnTo>
                  <a:lnTo>
                    <a:pt x="5204589" y="1427472"/>
                  </a:lnTo>
                  <a:lnTo>
                    <a:pt x="5191783" y="1474088"/>
                  </a:lnTo>
                  <a:lnTo>
                    <a:pt x="5171392" y="1517019"/>
                  </a:lnTo>
                  <a:lnTo>
                    <a:pt x="5144197" y="1555485"/>
                  </a:lnTo>
                  <a:lnTo>
                    <a:pt x="5110977" y="1588705"/>
                  </a:lnTo>
                  <a:lnTo>
                    <a:pt x="5072511" y="1615900"/>
                  </a:lnTo>
                  <a:lnTo>
                    <a:pt x="5029580" y="1636291"/>
                  </a:lnTo>
                  <a:lnTo>
                    <a:pt x="4982964" y="1649097"/>
                  </a:lnTo>
                  <a:lnTo>
                    <a:pt x="4933442" y="1653539"/>
                  </a:lnTo>
                  <a:lnTo>
                    <a:pt x="275590" y="1653539"/>
                  </a:lnTo>
                  <a:lnTo>
                    <a:pt x="226067" y="1649097"/>
                  </a:lnTo>
                  <a:lnTo>
                    <a:pt x="179451" y="1636291"/>
                  </a:lnTo>
                  <a:lnTo>
                    <a:pt x="136520" y="1615900"/>
                  </a:lnTo>
                  <a:lnTo>
                    <a:pt x="98054" y="1588705"/>
                  </a:lnTo>
                  <a:lnTo>
                    <a:pt x="64834" y="1555485"/>
                  </a:lnTo>
                  <a:lnTo>
                    <a:pt x="37639" y="1517019"/>
                  </a:lnTo>
                  <a:lnTo>
                    <a:pt x="17248" y="1474088"/>
                  </a:lnTo>
                  <a:lnTo>
                    <a:pt x="4442" y="1427472"/>
                  </a:lnTo>
                  <a:lnTo>
                    <a:pt x="0" y="1377950"/>
                  </a:lnTo>
                  <a:lnTo>
                    <a:pt x="0" y="275589"/>
                  </a:lnTo>
                  <a:close/>
                </a:path>
              </a:pathLst>
            </a:custGeom>
            <a:ln w="12192">
              <a:solidFill>
                <a:srgbClr val="1CACE3"/>
              </a:solidFill>
            </a:ln>
          </p:spPr>
          <p:txBody>
            <a:bodyPr wrap="square" lIns="0" tIns="0" rIns="0" bIns="0" rtlCol="0"/>
            <a:lstStyle/>
            <a:p>
              <a:endParaRPr/>
            </a:p>
          </p:txBody>
        </p:sp>
      </p:grpSp>
      <p:sp>
        <p:nvSpPr>
          <p:cNvPr id="10" name="object 10"/>
          <p:cNvSpPr txBox="1"/>
          <p:nvPr/>
        </p:nvSpPr>
        <p:spPr>
          <a:xfrm>
            <a:off x="6667245" y="1690497"/>
            <a:ext cx="4695825" cy="1322070"/>
          </a:xfrm>
          <a:prstGeom prst="rect">
            <a:avLst/>
          </a:prstGeom>
        </p:spPr>
        <p:txBody>
          <a:bodyPr vert="horz" wrap="square" lIns="0" tIns="13335" rIns="0" bIns="0" rtlCol="0">
            <a:spAutoFit/>
          </a:bodyPr>
          <a:lstStyle/>
          <a:p>
            <a:pPr marL="12700" marR="1045844">
              <a:lnSpc>
                <a:spcPct val="100000"/>
              </a:lnSpc>
              <a:spcBef>
                <a:spcPts val="105"/>
              </a:spcBef>
            </a:pPr>
            <a:r>
              <a:rPr sz="1700" spc="-5" dirty="0">
                <a:latin typeface="Times New Roman"/>
                <a:cs typeface="Times New Roman"/>
              </a:rPr>
              <a:t>fun </a:t>
            </a:r>
            <a:r>
              <a:rPr sz="1700" spc="-25" dirty="0">
                <a:latin typeface="Times New Roman"/>
                <a:cs typeface="Times New Roman"/>
              </a:rPr>
              <a:t>getNomComplet(p:</a:t>
            </a:r>
            <a:r>
              <a:rPr sz="1700" spc="30" dirty="0">
                <a:latin typeface="Times New Roman"/>
                <a:cs typeface="Times New Roman"/>
              </a:rPr>
              <a:t> </a:t>
            </a:r>
            <a:r>
              <a:rPr sz="1700" spc="-35" dirty="0">
                <a:latin typeface="Times New Roman"/>
                <a:cs typeface="Times New Roman"/>
              </a:rPr>
              <a:t>Personne):</a:t>
            </a:r>
            <a:r>
              <a:rPr sz="1700" spc="5" dirty="0">
                <a:latin typeface="Times New Roman"/>
                <a:cs typeface="Times New Roman"/>
              </a:rPr>
              <a:t> </a:t>
            </a:r>
            <a:r>
              <a:rPr sz="1700" spc="-45" dirty="0">
                <a:latin typeface="Times New Roman"/>
                <a:cs typeface="Times New Roman"/>
              </a:rPr>
              <a:t>String</a:t>
            </a:r>
            <a:r>
              <a:rPr sz="1700" spc="-10" dirty="0">
                <a:latin typeface="Times New Roman"/>
                <a:cs typeface="Times New Roman"/>
              </a:rPr>
              <a:t> </a:t>
            </a:r>
            <a:r>
              <a:rPr sz="1700" dirty="0">
                <a:latin typeface="Times New Roman"/>
                <a:cs typeface="Times New Roman"/>
              </a:rPr>
              <a:t>{ </a:t>
            </a:r>
            <a:r>
              <a:rPr sz="1700" spc="-409" dirty="0">
                <a:latin typeface="Times New Roman"/>
                <a:cs typeface="Times New Roman"/>
              </a:rPr>
              <a:t> </a:t>
            </a:r>
            <a:r>
              <a:rPr sz="1700" dirty="0">
                <a:latin typeface="Times New Roman"/>
                <a:cs typeface="Times New Roman"/>
              </a:rPr>
              <a:t>return p.prenom+"</a:t>
            </a:r>
            <a:r>
              <a:rPr sz="1700" spc="-5" dirty="0">
                <a:latin typeface="Times New Roman"/>
                <a:cs typeface="Times New Roman"/>
              </a:rPr>
              <a:t> </a:t>
            </a:r>
            <a:r>
              <a:rPr sz="1700" spc="10" dirty="0">
                <a:latin typeface="Times New Roman"/>
                <a:cs typeface="Times New Roman"/>
              </a:rPr>
              <a:t>"+p.nom</a:t>
            </a:r>
            <a:endParaRPr sz="1700">
              <a:latin typeface="Times New Roman"/>
              <a:cs typeface="Times New Roman"/>
            </a:endParaRPr>
          </a:p>
          <a:p>
            <a:pPr marL="12700">
              <a:lnSpc>
                <a:spcPct val="100000"/>
              </a:lnSpc>
            </a:pPr>
            <a:r>
              <a:rPr sz="1700" dirty="0">
                <a:latin typeface="Times New Roman"/>
                <a:cs typeface="Times New Roman"/>
              </a:rPr>
              <a:t>}</a:t>
            </a:r>
            <a:endParaRPr sz="1700">
              <a:latin typeface="Times New Roman"/>
              <a:cs typeface="Times New Roman"/>
            </a:endParaRPr>
          </a:p>
          <a:p>
            <a:pPr marL="12700">
              <a:lnSpc>
                <a:spcPct val="100000"/>
              </a:lnSpc>
            </a:pPr>
            <a:r>
              <a:rPr sz="1700" spc="-50" dirty="0">
                <a:latin typeface="Times New Roman"/>
                <a:cs typeface="Times New Roman"/>
              </a:rPr>
              <a:t>var</a:t>
            </a:r>
            <a:r>
              <a:rPr sz="1700" spc="-15" dirty="0">
                <a:latin typeface="Times New Roman"/>
                <a:cs typeface="Times New Roman"/>
              </a:rPr>
              <a:t> </a:t>
            </a:r>
            <a:r>
              <a:rPr sz="1700" spc="-50" dirty="0">
                <a:latin typeface="Times New Roman"/>
                <a:cs typeface="Times New Roman"/>
              </a:rPr>
              <a:t>p1:</a:t>
            </a:r>
            <a:r>
              <a:rPr sz="1700" dirty="0">
                <a:latin typeface="Times New Roman"/>
                <a:cs typeface="Times New Roman"/>
              </a:rPr>
              <a:t> </a:t>
            </a:r>
            <a:r>
              <a:rPr sz="1700" spc="-20" dirty="0">
                <a:latin typeface="Times New Roman"/>
                <a:cs typeface="Times New Roman"/>
              </a:rPr>
              <a:t>Personne</a:t>
            </a:r>
            <a:r>
              <a:rPr sz="1700" spc="-10" dirty="0">
                <a:latin typeface="Times New Roman"/>
                <a:cs typeface="Times New Roman"/>
              </a:rPr>
              <a:t> </a:t>
            </a:r>
            <a:r>
              <a:rPr sz="1700" spc="175" dirty="0">
                <a:latin typeface="Times New Roman"/>
                <a:cs typeface="Times New Roman"/>
              </a:rPr>
              <a:t>=</a:t>
            </a:r>
            <a:r>
              <a:rPr sz="1700" dirty="0">
                <a:latin typeface="Times New Roman"/>
                <a:cs typeface="Times New Roman"/>
              </a:rPr>
              <a:t> </a:t>
            </a:r>
            <a:r>
              <a:rPr sz="1700" spc="-30" dirty="0">
                <a:latin typeface="Times New Roman"/>
                <a:cs typeface="Times New Roman"/>
              </a:rPr>
              <a:t>getPersonne()</a:t>
            </a:r>
            <a:r>
              <a:rPr sz="1700" spc="10" dirty="0">
                <a:latin typeface="Times New Roman"/>
                <a:cs typeface="Times New Roman"/>
              </a:rPr>
              <a:t> </a:t>
            </a:r>
            <a:r>
              <a:rPr sz="1700" spc="380" dirty="0">
                <a:latin typeface="Times New Roman"/>
                <a:cs typeface="Times New Roman"/>
              </a:rPr>
              <a:t>//</a:t>
            </a:r>
            <a:r>
              <a:rPr sz="1700" spc="-10" dirty="0">
                <a:latin typeface="Times New Roman"/>
                <a:cs typeface="Times New Roman"/>
              </a:rPr>
              <a:t> retour</a:t>
            </a:r>
            <a:r>
              <a:rPr sz="1700" spc="10" dirty="0">
                <a:latin typeface="Times New Roman"/>
                <a:cs typeface="Times New Roman"/>
              </a:rPr>
              <a:t> </a:t>
            </a:r>
            <a:r>
              <a:rPr sz="1700" spc="-50" dirty="0">
                <a:latin typeface="Times New Roman"/>
                <a:cs typeface="Times New Roman"/>
              </a:rPr>
              <a:t>null</a:t>
            </a:r>
            <a:r>
              <a:rPr sz="1700" spc="-15" dirty="0">
                <a:latin typeface="Times New Roman"/>
                <a:cs typeface="Times New Roman"/>
              </a:rPr>
              <a:t> </a:t>
            </a:r>
            <a:r>
              <a:rPr sz="1700" spc="-20" dirty="0">
                <a:latin typeface="Times New Roman"/>
                <a:cs typeface="Times New Roman"/>
              </a:rPr>
              <a:t>interdit</a:t>
            </a:r>
            <a:endParaRPr sz="1700">
              <a:latin typeface="Times New Roman"/>
              <a:cs typeface="Times New Roman"/>
            </a:endParaRPr>
          </a:p>
          <a:p>
            <a:pPr marL="12700">
              <a:lnSpc>
                <a:spcPct val="100000"/>
              </a:lnSpc>
            </a:pPr>
            <a:r>
              <a:rPr sz="1700" spc="-25" dirty="0">
                <a:latin typeface="Times New Roman"/>
                <a:cs typeface="Times New Roman"/>
              </a:rPr>
              <a:t>println(getNomComplet(p1))</a:t>
            </a:r>
            <a:r>
              <a:rPr sz="1700" spc="15" dirty="0">
                <a:latin typeface="Times New Roman"/>
                <a:cs typeface="Times New Roman"/>
              </a:rPr>
              <a:t> </a:t>
            </a:r>
            <a:r>
              <a:rPr sz="1700" spc="375" dirty="0">
                <a:latin typeface="Times New Roman"/>
                <a:cs typeface="Times New Roman"/>
              </a:rPr>
              <a:t>//</a:t>
            </a:r>
            <a:r>
              <a:rPr sz="1700" spc="-15" dirty="0">
                <a:latin typeface="Times New Roman"/>
                <a:cs typeface="Times New Roman"/>
              </a:rPr>
              <a:t> </a:t>
            </a:r>
            <a:r>
              <a:rPr sz="1700" spc="-20" dirty="0">
                <a:latin typeface="Times New Roman"/>
                <a:cs typeface="Times New Roman"/>
              </a:rPr>
              <a:t>ne</a:t>
            </a:r>
            <a:r>
              <a:rPr sz="1700" spc="-10" dirty="0">
                <a:latin typeface="Times New Roman"/>
                <a:cs typeface="Times New Roman"/>
              </a:rPr>
              <a:t> </a:t>
            </a:r>
            <a:r>
              <a:rPr sz="1700" spc="-45" dirty="0">
                <a:latin typeface="Times New Roman"/>
                <a:cs typeface="Times New Roman"/>
              </a:rPr>
              <a:t>se</a:t>
            </a:r>
            <a:r>
              <a:rPr sz="1700" spc="-15" dirty="0">
                <a:latin typeface="Times New Roman"/>
                <a:cs typeface="Times New Roman"/>
              </a:rPr>
              <a:t> </a:t>
            </a:r>
            <a:r>
              <a:rPr sz="1700" spc="-40" dirty="0">
                <a:latin typeface="Times New Roman"/>
                <a:cs typeface="Times New Roman"/>
              </a:rPr>
              <a:t>compile</a:t>
            </a:r>
            <a:r>
              <a:rPr sz="1700" spc="-15" dirty="0">
                <a:latin typeface="Times New Roman"/>
                <a:cs typeface="Times New Roman"/>
              </a:rPr>
              <a:t> </a:t>
            </a:r>
            <a:r>
              <a:rPr sz="1700" spc="-35" dirty="0">
                <a:latin typeface="Times New Roman"/>
                <a:cs typeface="Times New Roman"/>
              </a:rPr>
              <a:t>pas</a:t>
            </a:r>
            <a:endParaRPr sz="1700">
              <a:latin typeface="Times New Roman"/>
              <a:cs typeface="Times New Roman"/>
            </a:endParaRPr>
          </a:p>
        </p:txBody>
      </p:sp>
      <p:sp>
        <p:nvSpPr>
          <p:cNvPr id="11" name="object 11"/>
          <p:cNvSpPr txBox="1"/>
          <p:nvPr/>
        </p:nvSpPr>
        <p:spPr>
          <a:xfrm>
            <a:off x="6586855" y="1207084"/>
            <a:ext cx="918210" cy="300355"/>
          </a:xfrm>
          <a:prstGeom prst="rect">
            <a:avLst/>
          </a:prstGeom>
        </p:spPr>
        <p:txBody>
          <a:bodyPr vert="horz" wrap="square" lIns="0" tIns="12700" rIns="0" bIns="0" rtlCol="0">
            <a:spAutoFit/>
          </a:bodyPr>
          <a:lstStyle/>
          <a:p>
            <a:pPr marL="12700">
              <a:lnSpc>
                <a:spcPct val="100000"/>
              </a:lnSpc>
              <a:spcBef>
                <a:spcPts val="100"/>
              </a:spcBef>
            </a:pPr>
            <a:r>
              <a:rPr sz="1800" spc="45" dirty="0">
                <a:solidFill>
                  <a:srgbClr val="001F5F"/>
                </a:solidFill>
                <a:latin typeface="Times New Roman"/>
                <a:cs typeface="Times New Roman"/>
              </a:rPr>
              <a:t>En</a:t>
            </a:r>
            <a:r>
              <a:rPr sz="1800" spc="-70" dirty="0">
                <a:solidFill>
                  <a:srgbClr val="001F5F"/>
                </a:solidFill>
                <a:latin typeface="Times New Roman"/>
                <a:cs typeface="Times New Roman"/>
              </a:rPr>
              <a:t> </a:t>
            </a:r>
            <a:r>
              <a:rPr sz="1800" spc="-25" dirty="0">
                <a:solidFill>
                  <a:srgbClr val="001F5F"/>
                </a:solidFill>
                <a:latin typeface="Times New Roman"/>
                <a:cs typeface="Times New Roman"/>
              </a:rPr>
              <a:t>Kotlin</a:t>
            </a:r>
            <a:endParaRPr sz="1800">
              <a:latin typeface="Times New Roman"/>
              <a:cs typeface="Times New Roman"/>
            </a:endParaRPr>
          </a:p>
        </p:txBody>
      </p:sp>
      <p:sp>
        <p:nvSpPr>
          <p:cNvPr id="12" name="object 12"/>
          <p:cNvSpPr txBox="1"/>
          <p:nvPr/>
        </p:nvSpPr>
        <p:spPr>
          <a:xfrm>
            <a:off x="1059281" y="5308472"/>
            <a:ext cx="10220960" cy="970915"/>
          </a:xfrm>
          <a:prstGeom prst="rect">
            <a:avLst/>
          </a:prstGeom>
        </p:spPr>
        <p:txBody>
          <a:bodyPr vert="horz" wrap="square" lIns="0" tIns="43815" rIns="0" bIns="0" rtlCol="0">
            <a:spAutoFit/>
          </a:bodyPr>
          <a:lstStyle/>
          <a:p>
            <a:pPr marL="355600" marR="5080" indent="-343535">
              <a:lnSpc>
                <a:spcPts val="1939"/>
              </a:lnSpc>
              <a:spcBef>
                <a:spcPts val="345"/>
              </a:spcBef>
              <a:buClr>
                <a:srgbClr val="1CACE3"/>
              </a:buClr>
              <a:buFont typeface="Arial MT"/>
              <a:buChar char="•"/>
              <a:tabLst>
                <a:tab pos="354965" algn="l"/>
                <a:tab pos="356235" algn="l"/>
              </a:tabLst>
            </a:pPr>
            <a:r>
              <a:rPr sz="1800" spc="-25" dirty="0">
                <a:solidFill>
                  <a:srgbClr val="404040"/>
                </a:solidFill>
                <a:latin typeface="Times New Roman"/>
                <a:cs typeface="Times New Roman"/>
              </a:rPr>
              <a:t>Kotlin</a:t>
            </a:r>
            <a:r>
              <a:rPr sz="1800" spc="50" dirty="0">
                <a:solidFill>
                  <a:srgbClr val="404040"/>
                </a:solidFill>
                <a:latin typeface="Times New Roman"/>
                <a:cs typeface="Times New Roman"/>
              </a:rPr>
              <a:t> </a:t>
            </a:r>
            <a:r>
              <a:rPr sz="1800" spc="-15" dirty="0">
                <a:solidFill>
                  <a:srgbClr val="404040"/>
                </a:solidFill>
                <a:latin typeface="Times New Roman"/>
                <a:cs typeface="Times New Roman"/>
              </a:rPr>
              <a:t>ne</a:t>
            </a:r>
            <a:r>
              <a:rPr sz="1800" spc="65" dirty="0">
                <a:solidFill>
                  <a:srgbClr val="404040"/>
                </a:solidFill>
                <a:latin typeface="Times New Roman"/>
                <a:cs typeface="Times New Roman"/>
              </a:rPr>
              <a:t> </a:t>
            </a:r>
            <a:r>
              <a:rPr sz="1800" spc="-45" dirty="0">
                <a:solidFill>
                  <a:srgbClr val="404040"/>
                </a:solidFill>
                <a:latin typeface="Times New Roman"/>
                <a:cs typeface="Times New Roman"/>
              </a:rPr>
              <a:t>remplace</a:t>
            </a:r>
            <a:r>
              <a:rPr sz="1800" spc="75" dirty="0">
                <a:solidFill>
                  <a:srgbClr val="404040"/>
                </a:solidFill>
                <a:latin typeface="Times New Roman"/>
                <a:cs typeface="Times New Roman"/>
              </a:rPr>
              <a:t> </a:t>
            </a:r>
            <a:r>
              <a:rPr sz="1800" spc="-35" dirty="0">
                <a:solidFill>
                  <a:srgbClr val="404040"/>
                </a:solidFill>
                <a:latin typeface="Times New Roman"/>
                <a:cs typeface="Times New Roman"/>
              </a:rPr>
              <a:t>pas</a:t>
            </a:r>
            <a:r>
              <a:rPr sz="1800" spc="75" dirty="0">
                <a:solidFill>
                  <a:srgbClr val="404040"/>
                </a:solidFill>
                <a:latin typeface="Times New Roman"/>
                <a:cs typeface="Times New Roman"/>
              </a:rPr>
              <a:t> </a:t>
            </a:r>
            <a:r>
              <a:rPr sz="1800" spc="-20" dirty="0">
                <a:solidFill>
                  <a:srgbClr val="404040"/>
                </a:solidFill>
                <a:latin typeface="Times New Roman"/>
                <a:cs typeface="Times New Roman"/>
              </a:rPr>
              <a:t>une</a:t>
            </a:r>
            <a:r>
              <a:rPr sz="1800" spc="70" dirty="0">
                <a:solidFill>
                  <a:srgbClr val="404040"/>
                </a:solidFill>
                <a:latin typeface="Times New Roman"/>
                <a:cs typeface="Times New Roman"/>
              </a:rPr>
              <a:t> </a:t>
            </a:r>
            <a:r>
              <a:rPr sz="1800" spc="-70" dirty="0">
                <a:solidFill>
                  <a:srgbClr val="404040"/>
                </a:solidFill>
                <a:latin typeface="Times New Roman"/>
                <a:cs typeface="Times New Roman"/>
              </a:rPr>
              <a:t>analyse</a:t>
            </a:r>
            <a:r>
              <a:rPr sz="1800" spc="70" dirty="0">
                <a:solidFill>
                  <a:srgbClr val="404040"/>
                </a:solidFill>
                <a:latin typeface="Times New Roman"/>
                <a:cs typeface="Times New Roman"/>
              </a:rPr>
              <a:t> </a:t>
            </a:r>
            <a:r>
              <a:rPr sz="1800" spc="-45" dirty="0">
                <a:solidFill>
                  <a:srgbClr val="404040"/>
                </a:solidFill>
                <a:latin typeface="Times New Roman"/>
                <a:cs typeface="Times New Roman"/>
              </a:rPr>
              <a:t>sérieuse</a:t>
            </a:r>
            <a:r>
              <a:rPr sz="1800" spc="65" dirty="0">
                <a:solidFill>
                  <a:srgbClr val="404040"/>
                </a:solidFill>
                <a:latin typeface="Times New Roman"/>
                <a:cs typeface="Times New Roman"/>
              </a:rPr>
              <a:t> </a:t>
            </a:r>
            <a:r>
              <a:rPr sz="1800" spc="-15" dirty="0">
                <a:solidFill>
                  <a:srgbClr val="404040"/>
                </a:solidFill>
                <a:latin typeface="Times New Roman"/>
                <a:cs typeface="Times New Roman"/>
              </a:rPr>
              <a:t>et</a:t>
            </a:r>
            <a:r>
              <a:rPr sz="1800" spc="70" dirty="0">
                <a:solidFill>
                  <a:srgbClr val="404040"/>
                </a:solidFill>
                <a:latin typeface="Times New Roman"/>
                <a:cs typeface="Times New Roman"/>
              </a:rPr>
              <a:t> </a:t>
            </a:r>
            <a:r>
              <a:rPr sz="1800" spc="-20" dirty="0">
                <a:solidFill>
                  <a:srgbClr val="404040"/>
                </a:solidFill>
                <a:latin typeface="Times New Roman"/>
                <a:cs typeface="Times New Roman"/>
              </a:rPr>
              <a:t>une</a:t>
            </a:r>
            <a:r>
              <a:rPr sz="1800" spc="70" dirty="0">
                <a:solidFill>
                  <a:srgbClr val="404040"/>
                </a:solidFill>
                <a:latin typeface="Times New Roman"/>
                <a:cs typeface="Times New Roman"/>
              </a:rPr>
              <a:t> </a:t>
            </a:r>
            <a:r>
              <a:rPr sz="1800" spc="-20" dirty="0">
                <a:solidFill>
                  <a:srgbClr val="404040"/>
                </a:solidFill>
                <a:latin typeface="Times New Roman"/>
                <a:cs typeface="Times New Roman"/>
              </a:rPr>
              <a:t>programmation</a:t>
            </a:r>
            <a:r>
              <a:rPr sz="1800" spc="70" dirty="0">
                <a:solidFill>
                  <a:srgbClr val="404040"/>
                </a:solidFill>
                <a:latin typeface="Times New Roman"/>
                <a:cs typeface="Times New Roman"/>
              </a:rPr>
              <a:t> </a:t>
            </a:r>
            <a:r>
              <a:rPr sz="1800" spc="-40" dirty="0">
                <a:solidFill>
                  <a:srgbClr val="404040"/>
                </a:solidFill>
                <a:latin typeface="Times New Roman"/>
                <a:cs typeface="Times New Roman"/>
              </a:rPr>
              <a:t>rigoureuse.</a:t>
            </a:r>
            <a:r>
              <a:rPr sz="1800" spc="75" dirty="0">
                <a:solidFill>
                  <a:srgbClr val="404040"/>
                </a:solidFill>
                <a:latin typeface="Times New Roman"/>
                <a:cs typeface="Times New Roman"/>
              </a:rPr>
              <a:t> </a:t>
            </a:r>
            <a:r>
              <a:rPr sz="1800" spc="-25" dirty="0">
                <a:solidFill>
                  <a:srgbClr val="404040"/>
                </a:solidFill>
                <a:latin typeface="Times New Roman"/>
                <a:cs typeface="Times New Roman"/>
              </a:rPr>
              <a:t>Kotlin</a:t>
            </a:r>
            <a:r>
              <a:rPr sz="1800" spc="60" dirty="0">
                <a:solidFill>
                  <a:srgbClr val="404040"/>
                </a:solidFill>
                <a:latin typeface="Times New Roman"/>
                <a:cs typeface="Times New Roman"/>
              </a:rPr>
              <a:t> </a:t>
            </a:r>
            <a:r>
              <a:rPr sz="1800" spc="-5" dirty="0">
                <a:solidFill>
                  <a:srgbClr val="404040"/>
                </a:solidFill>
                <a:latin typeface="Times New Roman"/>
                <a:cs typeface="Times New Roman"/>
              </a:rPr>
              <a:t>permet</a:t>
            </a:r>
            <a:r>
              <a:rPr sz="1800" spc="80" dirty="0">
                <a:solidFill>
                  <a:srgbClr val="404040"/>
                </a:solidFill>
                <a:latin typeface="Times New Roman"/>
                <a:cs typeface="Times New Roman"/>
              </a:rPr>
              <a:t> </a:t>
            </a:r>
            <a:r>
              <a:rPr sz="1800" spc="-35" dirty="0">
                <a:solidFill>
                  <a:srgbClr val="404040"/>
                </a:solidFill>
                <a:latin typeface="Times New Roman"/>
                <a:cs typeface="Times New Roman"/>
              </a:rPr>
              <a:t>seulement</a:t>
            </a:r>
            <a:r>
              <a:rPr sz="1800" spc="7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55" dirty="0">
                <a:solidFill>
                  <a:srgbClr val="404040"/>
                </a:solidFill>
                <a:latin typeface="Times New Roman"/>
                <a:cs typeface="Times New Roman"/>
              </a:rPr>
              <a:t> </a:t>
            </a:r>
            <a:r>
              <a:rPr sz="1800" spc="-15" dirty="0">
                <a:solidFill>
                  <a:srgbClr val="404040"/>
                </a:solidFill>
                <a:latin typeface="Times New Roman"/>
                <a:cs typeface="Times New Roman"/>
              </a:rPr>
              <a:t>ne </a:t>
            </a:r>
            <a:r>
              <a:rPr sz="1800" spc="-434" dirty="0">
                <a:solidFill>
                  <a:srgbClr val="404040"/>
                </a:solidFill>
                <a:latin typeface="Times New Roman"/>
                <a:cs typeface="Times New Roman"/>
              </a:rPr>
              <a:t> </a:t>
            </a:r>
            <a:r>
              <a:rPr sz="1800" spc="-35" dirty="0">
                <a:solidFill>
                  <a:srgbClr val="404040"/>
                </a:solidFill>
                <a:latin typeface="Times New Roman"/>
                <a:cs typeface="Times New Roman"/>
              </a:rPr>
              <a:t>pas</a:t>
            </a:r>
            <a:r>
              <a:rPr sz="1800" spc="-5" dirty="0">
                <a:solidFill>
                  <a:srgbClr val="404040"/>
                </a:solidFill>
                <a:latin typeface="Times New Roman"/>
                <a:cs typeface="Times New Roman"/>
              </a:rPr>
              <a:t> </a:t>
            </a:r>
            <a:r>
              <a:rPr sz="1800" spc="-50" dirty="0">
                <a:solidFill>
                  <a:srgbClr val="404040"/>
                </a:solidFill>
                <a:latin typeface="Times New Roman"/>
                <a:cs typeface="Times New Roman"/>
              </a:rPr>
              <a:t>se</a:t>
            </a:r>
            <a:r>
              <a:rPr sz="1800" dirty="0">
                <a:solidFill>
                  <a:srgbClr val="404040"/>
                </a:solidFill>
                <a:latin typeface="Times New Roman"/>
                <a:cs typeface="Times New Roman"/>
              </a:rPr>
              <a:t> </a:t>
            </a:r>
            <a:r>
              <a:rPr sz="1800" spc="-50" dirty="0">
                <a:solidFill>
                  <a:srgbClr val="404040"/>
                </a:solidFill>
                <a:latin typeface="Times New Roman"/>
                <a:cs typeface="Times New Roman"/>
              </a:rPr>
              <a:t>faire</a:t>
            </a:r>
            <a:r>
              <a:rPr sz="1800" spc="5" dirty="0">
                <a:solidFill>
                  <a:srgbClr val="404040"/>
                </a:solidFill>
                <a:latin typeface="Times New Roman"/>
                <a:cs typeface="Times New Roman"/>
              </a:rPr>
              <a:t> </a:t>
            </a:r>
            <a:r>
              <a:rPr sz="1800" spc="-45" dirty="0">
                <a:solidFill>
                  <a:srgbClr val="404040"/>
                </a:solidFill>
                <a:latin typeface="Times New Roman"/>
                <a:cs typeface="Times New Roman"/>
              </a:rPr>
              <a:t>piéger</a:t>
            </a:r>
            <a:r>
              <a:rPr sz="1800" spc="10" dirty="0">
                <a:solidFill>
                  <a:srgbClr val="404040"/>
                </a:solidFill>
                <a:latin typeface="Times New Roman"/>
                <a:cs typeface="Times New Roman"/>
              </a:rPr>
              <a:t> </a:t>
            </a:r>
            <a:r>
              <a:rPr sz="1800" spc="-75" dirty="0">
                <a:solidFill>
                  <a:srgbClr val="404040"/>
                </a:solidFill>
                <a:latin typeface="Times New Roman"/>
                <a:cs typeface="Times New Roman"/>
              </a:rPr>
              <a:t>avec</a:t>
            </a:r>
            <a:r>
              <a:rPr sz="1800" spc="20" dirty="0">
                <a:solidFill>
                  <a:srgbClr val="404040"/>
                </a:solidFill>
                <a:latin typeface="Times New Roman"/>
                <a:cs typeface="Times New Roman"/>
              </a:rPr>
              <a:t> </a:t>
            </a:r>
            <a:r>
              <a:rPr sz="1800" spc="-35" dirty="0">
                <a:solidFill>
                  <a:srgbClr val="404040"/>
                </a:solidFill>
                <a:latin typeface="Times New Roman"/>
                <a:cs typeface="Times New Roman"/>
              </a:rPr>
              <a:t>des</a:t>
            </a:r>
            <a:r>
              <a:rPr sz="1800" spc="10" dirty="0">
                <a:solidFill>
                  <a:srgbClr val="404040"/>
                </a:solidFill>
                <a:latin typeface="Times New Roman"/>
                <a:cs typeface="Times New Roman"/>
              </a:rPr>
              <a:t> </a:t>
            </a:r>
            <a:r>
              <a:rPr sz="1800" spc="-40" dirty="0">
                <a:solidFill>
                  <a:srgbClr val="404040"/>
                </a:solidFill>
                <a:latin typeface="Times New Roman"/>
                <a:cs typeface="Times New Roman"/>
              </a:rPr>
              <a:t>bugs</a:t>
            </a:r>
            <a:r>
              <a:rPr sz="1800" spc="5" dirty="0">
                <a:solidFill>
                  <a:srgbClr val="404040"/>
                </a:solidFill>
                <a:latin typeface="Times New Roman"/>
                <a:cs typeface="Times New Roman"/>
              </a:rPr>
              <a:t> </a:t>
            </a:r>
            <a:r>
              <a:rPr sz="1800" spc="-45" dirty="0">
                <a:solidFill>
                  <a:srgbClr val="404040"/>
                </a:solidFill>
                <a:latin typeface="Times New Roman"/>
                <a:cs typeface="Times New Roman"/>
              </a:rPr>
              <a:t>grossiers.</a:t>
            </a:r>
            <a:endParaRPr sz="1800" dirty="0">
              <a:latin typeface="Times New Roman"/>
              <a:cs typeface="Times New Roman"/>
            </a:endParaRPr>
          </a:p>
          <a:p>
            <a:pPr marL="355600" indent="-343535">
              <a:lnSpc>
                <a:spcPct val="100000"/>
              </a:lnSpc>
              <a:spcBef>
                <a:spcPts val="1155"/>
              </a:spcBef>
              <a:buClr>
                <a:srgbClr val="1CACE3"/>
              </a:buClr>
              <a:buFont typeface="Arial MT"/>
              <a:buChar char="•"/>
              <a:tabLst>
                <a:tab pos="354965" algn="l"/>
                <a:tab pos="356235" algn="l"/>
              </a:tabLst>
            </a:pPr>
            <a:r>
              <a:rPr sz="1800" spc="10" dirty="0">
                <a:solidFill>
                  <a:srgbClr val="404040"/>
                </a:solidFill>
                <a:latin typeface="Times New Roman"/>
                <a:cs typeface="Times New Roman"/>
              </a:rPr>
              <a:t>Nous</a:t>
            </a:r>
            <a:r>
              <a:rPr sz="1800" spc="-5" dirty="0">
                <a:solidFill>
                  <a:srgbClr val="404040"/>
                </a:solidFill>
                <a:latin typeface="Times New Roman"/>
                <a:cs typeface="Times New Roman"/>
              </a:rPr>
              <a:t> </a:t>
            </a:r>
            <a:r>
              <a:rPr sz="1800" spc="-15" dirty="0">
                <a:solidFill>
                  <a:srgbClr val="404040"/>
                </a:solidFill>
                <a:latin typeface="Times New Roman"/>
                <a:cs typeface="Times New Roman"/>
              </a:rPr>
              <a:t>ne </a:t>
            </a:r>
            <a:r>
              <a:rPr sz="1800" spc="-45" dirty="0">
                <a:solidFill>
                  <a:srgbClr val="404040"/>
                </a:solidFill>
                <a:latin typeface="Times New Roman"/>
                <a:cs typeface="Times New Roman"/>
              </a:rPr>
              <a:t>travaillerons</a:t>
            </a:r>
            <a:r>
              <a:rPr sz="1800" spc="25" dirty="0">
                <a:solidFill>
                  <a:srgbClr val="404040"/>
                </a:solidFill>
                <a:latin typeface="Times New Roman"/>
                <a:cs typeface="Times New Roman"/>
              </a:rPr>
              <a:t> </a:t>
            </a:r>
            <a:r>
              <a:rPr sz="1800" spc="-35" dirty="0">
                <a:solidFill>
                  <a:srgbClr val="404040"/>
                </a:solidFill>
                <a:latin typeface="Times New Roman"/>
                <a:cs typeface="Times New Roman"/>
              </a:rPr>
              <a:t>pas</a:t>
            </a:r>
            <a:r>
              <a:rPr sz="1800" spc="10" dirty="0">
                <a:solidFill>
                  <a:srgbClr val="404040"/>
                </a:solidFill>
                <a:latin typeface="Times New Roman"/>
                <a:cs typeface="Times New Roman"/>
              </a:rPr>
              <a:t> </a:t>
            </a:r>
            <a:r>
              <a:rPr sz="1800" spc="-75" dirty="0">
                <a:solidFill>
                  <a:srgbClr val="404040"/>
                </a:solidFill>
                <a:latin typeface="Times New Roman"/>
                <a:cs typeface="Times New Roman"/>
              </a:rPr>
              <a:t>avec</a:t>
            </a:r>
            <a:r>
              <a:rPr sz="1800" spc="20" dirty="0">
                <a:solidFill>
                  <a:srgbClr val="404040"/>
                </a:solidFill>
                <a:latin typeface="Times New Roman"/>
                <a:cs typeface="Times New Roman"/>
              </a:rPr>
              <a:t> </a:t>
            </a:r>
            <a:r>
              <a:rPr sz="1800" spc="-25" dirty="0">
                <a:solidFill>
                  <a:srgbClr val="404040"/>
                </a:solidFill>
                <a:latin typeface="Times New Roman"/>
                <a:cs typeface="Times New Roman"/>
              </a:rPr>
              <a:t>Kotlin</a:t>
            </a:r>
            <a:r>
              <a:rPr sz="1800" spc="-15"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10" dirty="0">
                <a:solidFill>
                  <a:srgbClr val="404040"/>
                </a:solidFill>
                <a:latin typeface="Times New Roman"/>
                <a:cs typeface="Times New Roman"/>
              </a:rPr>
              <a:t> </a:t>
            </a:r>
            <a:r>
              <a:rPr sz="1800" spc="20" dirty="0">
                <a:solidFill>
                  <a:srgbClr val="404040"/>
                </a:solidFill>
                <a:latin typeface="Times New Roman"/>
                <a:cs typeface="Times New Roman"/>
              </a:rPr>
              <a:t>on</a:t>
            </a:r>
            <a:r>
              <a:rPr sz="1800" spc="-15" dirty="0">
                <a:solidFill>
                  <a:srgbClr val="404040"/>
                </a:solidFill>
                <a:latin typeface="Times New Roman"/>
                <a:cs typeface="Times New Roman"/>
              </a:rPr>
              <a:t> </a:t>
            </a:r>
            <a:r>
              <a:rPr sz="1800" spc="-85" dirty="0">
                <a:solidFill>
                  <a:srgbClr val="404040"/>
                </a:solidFill>
                <a:latin typeface="Times New Roman"/>
                <a:cs typeface="Times New Roman"/>
              </a:rPr>
              <a:t>va</a:t>
            </a:r>
            <a:r>
              <a:rPr sz="1800" spc="15" dirty="0">
                <a:solidFill>
                  <a:srgbClr val="404040"/>
                </a:solidFill>
                <a:latin typeface="Times New Roman"/>
                <a:cs typeface="Times New Roman"/>
              </a:rPr>
              <a:t> </a:t>
            </a:r>
            <a:r>
              <a:rPr sz="1800" spc="-50" dirty="0">
                <a:solidFill>
                  <a:srgbClr val="404040"/>
                </a:solidFill>
                <a:latin typeface="Times New Roman"/>
                <a:cs typeface="Times New Roman"/>
              </a:rPr>
              <a:t>utiliser</a:t>
            </a:r>
            <a:r>
              <a:rPr sz="1800" spc="25" dirty="0">
                <a:solidFill>
                  <a:srgbClr val="404040"/>
                </a:solidFill>
                <a:latin typeface="Times New Roman"/>
                <a:cs typeface="Times New Roman"/>
              </a:rPr>
              <a:t> </a:t>
            </a:r>
            <a:r>
              <a:rPr sz="1800" b="1" spc="-100" dirty="0">
                <a:solidFill>
                  <a:srgbClr val="404040"/>
                </a:solidFill>
                <a:latin typeface="Times New Roman"/>
                <a:cs typeface="Times New Roman"/>
              </a:rPr>
              <a:t>Java</a:t>
            </a:r>
            <a:r>
              <a:rPr sz="1800" spc="-100" dirty="0">
                <a:solidFill>
                  <a:srgbClr val="404040"/>
                </a:solidFill>
                <a:latin typeface="Times New Roman"/>
                <a:cs typeface="Times New Roman"/>
              </a:rPr>
              <a:t>.</a:t>
            </a:r>
            <a:endParaRPr sz="1800" dirty="0">
              <a:latin typeface="Times New Roman"/>
              <a:cs typeface="Times New Roman"/>
            </a:endParaRPr>
          </a:p>
        </p:txBody>
      </p:sp>
      <p:grpSp>
        <p:nvGrpSpPr>
          <p:cNvPr id="13" name="object 13"/>
          <p:cNvGrpSpPr/>
          <p:nvPr/>
        </p:nvGrpSpPr>
        <p:grpSpPr>
          <a:xfrm>
            <a:off x="3572255" y="3276600"/>
            <a:ext cx="5870575" cy="2047239"/>
            <a:chOff x="3572255" y="3276600"/>
            <a:chExt cx="5870575" cy="2047239"/>
          </a:xfrm>
        </p:grpSpPr>
        <p:pic>
          <p:nvPicPr>
            <p:cNvPr id="14" name="object 14"/>
            <p:cNvPicPr/>
            <p:nvPr/>
          </p:nvPicPr>
          <p:blipFill>
            <a:blip r:embed="rId4" cstate="print"/>
            <a:stretch>
              <a:fillRect/>
            </a:stretch>
          </p:blipFill>
          <p:spPr>
            <a:xfrm>
              <a:off x="3578351" y="3282695"/>
              <a:ext cx="5858256" cy="2034539"/>
            </a:xfrm>
            <a:prstGeom prst="rect">
              <a:avLst/>
            </a:prstGeom>
          </p:spPr>
        </p:pic>
        <p:sp>
          <p:nvSpPr>
            <p:cNvPr id="15" name="object 15"/>
            <p:cNvSpPr/>
            <p:nvPr/>
          </p:nvSpPr>
          <p:spPr>
            <a:xfrm>
              <a:off x="3578351" y="3282695"/>
              <a:ext cx="5858510" cy="2034539"/>
            </a:xfrm>
            <a:custGeom>
              <a:avLst/>
              <a:gdLst/>
              <a:ahLst/>
              <a:cxnLst/>
              <a:rect l="l" t="t" r="r" b="b"/>
              <a:pathLst>
                <a:path w="5858509" h="2034539">
                  <a:moveTo>
                    <a:pt x="0" y="339089"/>
                  </a:moveTo>
                  <a:lnTo>
                    <a:pt x="3094" y="293066"/>
                  </a:lnTo>
                  <a:lnTo>
                    <a:pt x="12109" y="248928"/>
                  </a:lnTo>
                  <a:lnTo>
                    <a:pt x="26640" y="207079"/>
                  </a:lnTo>
                  <a:lnTo>
                    <a:pt x="46284" y="167922"/>
                  </a:lnTo>
                  <a:lnTo>
                    <a:pt x="70638" y="131860"/>
                  </a:lnTo>
                  <a:lnTo>
                    <a:pt x="99298" y="99298"/>
                  </a:lnTo>
                  <a:lnTo>
                    <a:pt x="131860" y="70638"/>
                  </a:lnTo>
                  <a:lnTo>
                    <a:pt x="167922" y="46284"/>
                  </a:lnTo>
                  <a:lnTo>
                    <a:pt x="207079" y="26640"/>
                  </a:lnTo>
                  <a:lnTo>
                    <a:pt x="248928" y="12109"/>
                  </a:lnTo>
                  <a:lnTo>
                    <a:pt x="293066" y="3094"/>
                  </a:lnTo>
                  <a:lnTo>
                    <a:pt x="339089" y="0"/>
                  </a:lnTo>
                  <a:lnTo>
                    <a:pt x="5519166" y="0"/>
                  </a:lnTo>
                  <a:lnTo>
                    <a:pt x="5565189" y="3094"/>
                  </a:lnTo>
                  <a:lnTo>
                    <a:pt x="5609327" y="12109"/>
                  </a:lnTo>
                  <a:lnTo>
                    <a:pt x="5651176" y="26640"/>
                  </a:lnTo>
                  <a:lnTo>
                    <a:pt x="5690333" y="46284"/>
                  </a:lnTo>
                  <a:lnTo>
                    <a:pt x="5726395" y="70638"/>
                  </a:lnTo>
                  <a:lnTo>
                    <a:pt x="5758957" y="99298"/>
                  </a:lnTo>
                  <a:lnTo>
                    <a:pt x="5787617" y="131860"/>
                  </a:lnTo>
                  <a:lnTo>
                    <a:pt x="5811971" y="167922"/>
                  </a:lnTo>
                  <a:lnTo>
                    <a:pt x="5831615" y="207079"/>
                  </a:lnTo>
                  <a:lnTo>
                    <a:pt x="5846146" y="248928"/>
                  </a:lnTo>
                  <a:lnTo>
                    <a:pt x="5855161" y="293066"/>
                  </a:lnTo>
                  <a:lnTo>
                    <a:pt x="5858256" y="339089"/>
                  </a:lnTo>
                  <a:lnTo>
                    <a:pt x="5858256" y="1695449"/>
                  </a:lnTo>
                  <a:lnTo>
                    <a:pt x="5855161" y="1741473"/>
                  </a:lnTo>
                  <a:lnTo>
                    <a:pt x="5846146" y="1785611"/>
                  </a:lnTo>
                  <a:lnTo>
                    <a:pt x="5831615" y="1827460"/>
                  </a:lnTo>
                  <a:lnTo>
                    <a:pt x="5811971" y="1866617"/>
                  </a:lnTo>
                  <a:lnTo>
                    <a:pt x="5787617" y="1902679"/>
                  </a:lnTo>
                  <a:lnTo>
                    <a:pt x="5758957" y="1935241"/>
                  </a:lnTo>
                  <a:lnTo>
                    <a:pt x="5726395" y="1963901"/>
                  </a:lnTo>
                  <a:lnTo>
                    <a:pt x="5690333" y="1988255"/>
                  </a:lnTo>
                  <a:lnTo>
                    <a:pt x="5651176" y="2007899"/>
                  </a:lnTo>
                  <a:lnTo>
                    <a:pt x="5609327" y="2022430"/>
                  </a:lnTo>
                  <a:lnTo>
                    <a:pt x="5565189" y="2031445"/>
                  </a:lnTo>
                  <a:lnTo>
                    <a:pt x="5519166" y="2034539"/>
                  </a:lnTo>
                  <a:lnTo>
                    <a:pt x="339089" y="2034539"/>
                  </a:lnTo>
                  <a:lnTo>
                    <a:pt x="293066" y="2031445"/>
                  </a:lnTo>
                  <a:lnTo>
                    <a:pt x="248928" y="2022430"/>
                  </a:lnTo>
                  <a:lnTo>
                    <a:pt x="207079" y="2007899"/>
                  </a:lnTo>
                  <a:lnTo>
                    <a:pt x="167922" y="1988255"/>
                  </a:lnTo>
                  <a:lnTo>
                    <a:pt x="131860" y="1963901"/>
                  </a:lnTo>
                  <a:lnTo>
                    <a:pt x="99298" y="1935241"/>
                  </a:lnTo>
                  <a:lnTo>
                    <a:pt x="70638" y="1902679"/>
                  </a:lnTo>
                  <a:lnTo>
                    <a:pt x="46284" y="1866617"/>
                  </a:lnTo>
                  <a:lnTo>
                    <a:pt x="26640" y="1827460"/>
                  </a:lnTo>
                  <a:lnTo>
                    <a:pt x="12109" y="1785611"/>
                  </a:lnTo>
                  <a:lnTo>
                    <a:pt x="3094" y="1741473"/>
                  </a:lnTo>
                  <a:lnTo>
                    <a:pt x="0" y="1695449"/>
                  </a:lnTo>
                  <a:lnTo>
                    <a:pt x="0" y="339089"/>
                  </a:lnTo>
                  <a:close/>
                </a:path>
              </a:pathLst>
            </a:custGeom>
            <a:ln w="12191">
              <a:solidFill>
                <a:srgbClr val="1CACE3"/>
              </a:solidFill>
            </a:ln>
          </p:spPr>
          <p:txBody>
            <a:bodyPr wrap="square" lIns="0" tIns="0" rIns="0" bIns="0" rtlCol="0"/>
            <a:lstStyle/>
            <a:p>
              <a:endParaRPr/>
            </a:p>
          </p:txBody>
        </p:sp>
      </p:grpSp>
      <p:sp>
        <p:nvSpPr>
          <p:cNvPr id="16" name="object 16"/>
          <p:cNvSpPr txBox="1"/>
          <p:nvPr/>
        </p:nvSpPr>
        <p:spPr>
          <a:xfrm>
            <a:off x="3756405" y="3362705"/>
            <a:ext cx="5057775" cy="1840230"/>
          </a:xfrm>
          <a:prstGeom prst="rect">
            <a:avLst/>
          </a:prstGeom>
        </p:spPr>
        <p:txBody>
          <a:bodyPr vert="horz" wrap="square" lIns="0" tIns="13335" rIns="0" bIns="0" rtlCol="0">
            <a:spAutoFit/>
          </a:bodyPr>
          <a:lstStyle/>
          <a:p>
            <a:pPr marL="12700" marR="1863089">
              <a:lnSpc>
                <a:spcPct val="100000"/>
              </a:lnSpc>
              <a:spcBef>
                <a:spcPts val="105"/>
              </a:spcBef>
            </a:pPr>
            <a:r>
              <a:rPr sz="1700" spc="-5" dirty="0">
                <a:latin typeface="Times New Roman"/>
                <a:cs typeface="Times New Roman"/>
              </a:rPr>
              <a:t>import </a:t>
            </a:r>
            <a:r>
              <a:rPr sz="1700" spc="-20" dirty="0">
                <a:latin typeface="Times New Roman"/>
                <a:cs typeface="Times New Roman"/>
              </a:rPr>
              <a:t>androidx.annotation.NonNull; </a:t>
            </a:r>
            <a:r>
              <a:rPr sz="1700" spc="-409" dirty="0">
                <a:latin typeface="Times New Roman"/>
                <a:cs typeface="Times New Roman"/>
              </a:rPr>
              <a:t> </a:t>
            </a:r>
            <a:r>
              <a:rPr sz="1700" spc="-5" dirty="0">
                <a:latin typeface="Times New Roman"/>
                <a:cs typeface="Times New Roman"/>
              </a:rPr>
              <a:t>import</a:t>
            </a:r>
            <a:r>
              <a:rPr sz="1700" spc="-35" dirty="0">
                <a:latin typeface="Times New Roman"/>
                <a:cs typeface="Times New Roman"/>
              </a:rPr>
              <a:t> </a:t>
            </a:r>
            <a:r>
              <a:rPr sz="1700" spc="-30" dirty="0">
                <a:latin typeface="Times New Roman"/>
                <a:cs typeface="Times New Roman"/>
              </a:rPr>
              <a:t>androidx.annotation.Nullable;</a:t>
            </a:r>
            <a:endParaRPr sz="1700">
              <a:latin typeface="Times New Roman"/>
              <a:cs typeface="Times New Roman"/>
            </a:endParaRPr>
          </a:p>
          <a:p>
            <a:pPr marL="12700" marR="962660">
              <a:lnSpc>
                <a:spcPct val="100000"/>
              </a:lnSpc>
            </a:pPr>
            <a:r>
              <a:rPr sz="1700" spc="-40" dirty="0">
                <a:latin typeface="Times New Roman"/>
                <a:cs typeface="Times New Roman"/>
              </a:rPr>
              <a:t>void</a:t>
            </a:r>
            <a:r>
              <a:rPr sz="1700" spc="-25" dirty="0">
                <a:latin typeface="Times New Roman"/>
                <a:cs typeface="Times New Roman"/>
              </a:rPr>
              <a:t> </a:t>
            </a:r>
            <a:r>
              <a:rPr sz="1700" spc="-15" dirty="0">
                <a:latin typeface="Times New Roman"/>
                <a:cs typeface="Times New Roman"/>
              </a:rPr>
              <a:t>getNomComplet(@NonNull</a:t>
            </a:r>
            <a:r>
              <a:rPr sz="1700" spc="25" dirty="0">
                <a:latin typeface="Times New Roman"/>
                <a:cs typeface="Times New Roman"/>
              </a:rPr>
              <a:t> </a:t>
            </a:r>
            <a:r>
              <a:rPr sz="1700" spc="-20" dirty="0">
                <a:latin typeface="Times New Roman"/>
                <a:cs typeface="Times New Roman"/>
              </a:rPr>
              <a:t>Personne</a:t>
            </a:r>
            <a:r>
              <a:rPr sz="1700" spc="-10" dirty="0">
                <a:latin typeface="Times New Roman"/>
                <a:cs typeface="Times New Roman"/>
              </a:rPr>
              <a:t> </a:t>
            </a:r>
            <a:r>
              <a:rPr sz="1700" spc="-30" dirty="0">
                <a:latin typeface="Times New Roman"/>
                <a:cs typeface="Times New Roman"/>
              </a:rPr>
              <a:t>p)</a:t>
            </a:r>
            <a:r>
              <a:rPr sz="1700" spc="-20" dirty="0">
                <a:latin typeface="Times New Roman"/>
                <a:cs typeface="Times New Roman"/>
              </a:rPr>
              <a:t> </a:t>
            </a:r>
            <a:r>
              <a:rPr sz="1700" dirty="0">
                <a:latin typeface="Times New Roman"/>
                <a:cs typeface="Times New Roman"/>
              </a:rPr>
              <a:t>{ </a:t>
            </a:r>
            <a:r>
              <a:rPr sz="1700" spc="-409" dirty="0">
                <a:latin typeface="Times New Roman"/>
                <a:cs typeface="Times New Roman"/>
              </a:rPr>
              <a:t> </a:t>
            </a:r>
            <a:r>
              <a:rPr sz="1700" dirty="0">
                <a:latin typeface="Times New Roman"/>
                <a:cs typeface="Times New Roman"/>
              </a:rPr>
              <a:t>return</a:t>
            </a:r>
            <a:r>
              <a:rPr sz="1700" spc="-5" dirty="0">
                <a:latin typeface="Times New Roman"/>
                <a:cs typeface="Times New Roman"/>
              </a:rPr>
              <a:t> </a:t>
            </a:r>
            <a:r>
              <a:rPr sz="1700" spc="-15" dirty="0">
                <a:latin typeface="Times New Roman"/>
                <a:cs typeface="Times New Roman"/>
              </a:rPr>
              <a:t>p.getPrenom()+"</a:t>
            </a:r>
            <a:r>
              <a:rPr sz="1700" spc="20" dirty="0">
                <a:latin typeface="Times New Roman"/>
                <a:cs typeface="Times New Roman"/>
              </a:rPr>
              <a:t> </a:t>
            </a:r>
            <a:r>
              <a:rPr sz="1700" spc="-20" dirty="0">
                <a:latin typeface="Times New Roman"/>
                <a:cs typeface="Times New Roman"/>
              </a:rPr>
              <a:t>"+p.getNom();</a:t>
            </a:r>
            <a:endParaRPr sz="1700">
              <a:latin typeface="Times New Roman"/>
              <a:cs typeface="Times New Roman"/>
            </a:endParaRPr>
          </a:p>
          <a:p>
            <a:pPr marL="12700">
              <a:lnSpc>
                <a:spcPct val="100000"/>
              </a:lnSpc>
            </a:pPr>
            <a:r>
              <a:rPr sz="1700" dirty="0">
                <a:latin typeface="Times New Roman"/>
                <a:cs typeface="Times New Roman"/>
              </a:rPr>
              <a:t>}</a:t>
            </a:r>
            <a:endParaRPr sz="1700">
              <a:latin typeface="Times New Roman"/>
              <a:cs typeface="Times New Roman"/>
            </a:endParaRPr>
          </a:p>
          <a:p>
            <a:pPr marL="12700" marR="5080">
              <a:lnSpc>
                <a:spcPct val="100000"/>
              </a:lnSpc>
            </a:pPr>
            <a:r>
              <a:rPr sz="1700" spc="-40" dirty="0">
                <a:latin typeface="Times New Roman"/>
                <a:cs typeface="Times New Roman"/>
              </a:rPr>
              <a:t>private </a:t>
            </a:r>
            <a:r>
              <a:rPr sz="1700" spc="-35" dirty="0">
                <a:latin typeface="Times New Roman"/>
                <a:cs typeface="Times New Roman"/>
              </a:rPr>
              <a:t>@Nullable </a:t>
            </a:r>
            <a:r>
              <a:rPr sz="1700" spc="-20" dirty="0">
                <a:latin typeface="Times New Roman"/>
                <a:cs typeface="Times New Roman"/>
              </a:rPr>
              <a:t>Personne p1 </a:t>
            </a:r>
            <a:r>
              <a:rPr sz="1700" spc="175" dirty="0">
                <a:latin typeface="Times New Roman"/>
                <a:cs typeface="Times New Roman"/>
              </a:rPr>
              <a:t>= </a:t>
            </a:r>
            <a:r>
              <a:rPr sz="1700" spc="-35" dirty="0">
                <a:latin typeface="Times New Roman"/>
                <a:cs typeface="Times New Roman"/>
              </a:rPr>
              <a:t>getPersonne(); </a:t>
            </a:r>
            <a:r>
              <a:rPr sz="1700" spc="-30" dirty="0">
                <a:latin typeface="Times New Roman"/>
                <a:cs typeface="Times New Roman"/>
              </a:rPr>
              <a:t> </a:t>
            </a:r>
            <a:r>
              <a:rPr sz="1700" spc="-40" dirty="0">
                <a:latin typeface="Times New Roman"/>
                <a:cs typeface="Times New Roman"/>
              </a:rPr>
              <a:t>System...println(getNomComplet(p1));</a:t>
            </a:r>
            <a:r>
              <a:rPr sz="1700" spc="70" dirty="0">
                <a:latin typeface="Times New Roman"/>
                <a:cs typeface="Times New Roman"/>
              </a:rPr>
              <a:t> </a:t>
            </a:r>
            <a:r>
              <a:rPr sz="1700" spc="375" dirty="0">
                <a:latin typeface="Times New Roman"/>
                <a:cs typeface="Times New Roman"/>
              </a:rPr>
              <a:t>//</a:t>
            </a:r>
            <a:r>
              <a:rPr sz="1700" spc="15" dirty="0">
                <a:latin typeface="Times New Roman"/>
                <a:cs typeface="Times New Roman"/>
              </a:rPr>
              <a:t> </a:t>
            </a:r>
            <a:r>
              <a:rPr sz="1700" spc="-20" dirty="0">
                <a:latin typeface="Times New Roman"/>
                <a:cs typeface="Times New Roman"/>
              </a:rPr>
              <a:t>ne</a:t>
            </a:r>
            <a:r>
              <a:rPr sz="1700" spc="15" dirty="0">
                <a:latin typeface="Times New Roman"/>
                <a:cs typeface="Times New Roman"/>
              </a:rPr>
              <a:t> </a:t>
            </a:r>
            <a:r>
              <a:rPr sz="1700" spc="-45" dirty="0">
                <a:latin typeface="Times New Roman"/>
                <a:cs typeface="Times New Roman"/>
              </a:rPr>
              <a:t>se</a:t>
            </a:r>
            <a:r>
              <a:rPr sz="1700" spc="30" dirty="0">
                <a:latin typeface="Times New Roman"/>
                <a:cs typeface="Times New Roman"/>
              </a:rPr>
              <a:t> </a:t>
            </a:r>
            <a:r>
              <a:rPr sz="1700" spc="-40" dirty="0">
                <a:latin typeface="Times New Roman"/>
                <a:cs typeface="Times New Roman"/>
              </a:rPr>
              <a:t>compile</a:t>
            </a:r>
            <a:r>
              <a:rPr sz="1700" spc="10" dirty="0">
                <a:latin typeface="Times New Roman"/>
                <a:cs typeface="Times New Roman"/>
              </a:rPr>
              <a:t> </a:t>
            </a:r>
            <a:r>
              <a:rPr sz="1700" spc="-35" dirty="0">
                <a:latin typeface="Times New Roman"/>
                <a:cs typeface="Times New Roman"/>
              </a:rPr>
              <a:t>pas</a:t>
            </a:r>
            <a:endParaRPr sz="1700">
              <a:latin typeface="Times New Roman"/>
              <a:cs typeface="Times New Roman"/>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18</a:t>
            </a:fld>
            <a:endParaRPr dirty="0"/>
          </a:p>
        </p:txBody>
      </p:sp>
      <p:sp>
        <p:nvSpPr>
          <p:cNvPr id="17" name="object 17"/>
          <p:cNvSpPr txBox="1"/>
          <p:nvPr/>
        </p:nvSpPr>
        <p:spPr>
          <a:xfrm>
            <a:off x="1794764" y="4087114"/>
            <a:ext cx="1627505" cy="299720"/>
          </a:xfrm>
          <a:prstGeom prst="rect">
            <a:avLst/>
          </a:prstGeom>
        </p:spPr>
        <p:txBody>
          <a:bodyPr vert="horz" wrap="square" lIns="0" tIns="12700" rIns="0" bIns="0" rtlCol="0">
            <a:spAutoFit/>
          </a:bodyPr>
          <a:lstStyle/>
          <a:p>
            <a:pPr marL="12700">
              <a:lnSpc>
                <a:spcPct val="100000"/>
              </a:lnSpc>
              <a:spcBef>
                <a:spcPts val="100"/>
              </a:spcBef>
            </a:pPr>
            <a:r>
              <a:rPr sz="1800" spc="45" dirty="0">
                <a:solidFill>
                  <a:srgbClr val="001F5F"/>
                </a:solidFill>
                <a:latin typeface="Times New Roman"/>
                <a:cs typeface="Times New Roman"/>
              </a:rPr>
              <a:t>En</a:t>
            </a:r>
            <a:r>
              <a:rPr sz="1800" spc="-30" dirty="0">
                <a:solidFill>
                  <a:srgbClr val="001F5F"/>
                </a:solidFill>
                <a:latin typeface="Times New Roman"/>
                <a:cs typeface="Times New Roman"/>
              </a:rPr>
              <a:t> </a:t>
            </a:r>
            <a:r>
              <a:rPr sz="1800" spc="-110" dirty="0">
                <a:solidFill>
                  <a:srgbClr val="001F5F"/>
                </a:solidFill>
                <a:latin typeface="Times New Roman"/>
                <a:cs typeface="Times New Roman"/>
              </a:rPr>
              <a:t>Java</a:t>
            </a:r>
            <a:r>
              <a:rPr sz="1800" dirty="0">
                <a:solidFill>
                  <a:srgbClr val="001F5F"/>
                </a:solidFill>
                <a:latin typeface="Times New Roman"/>
                <a:cs typeface="Times New Roman"/>
              </a:rPr>
              <a:t> </a:t>
            </a:r>
            <a:r>
              <a:rPr sz="1800" spc="-45" dirty="0">
                <a:solidFill>
                  <a:srgbClr val="001F5F"/>
                </a:solidFill>
                <a:latin typeface="Times New Roman"/>
                <a:cs typeface="Times New Roman"/>
              </a:rPr>
              <a:t>amélioré</a:t>
            </a:r>
            <a:r>
              <a:rPr sz="1800" spc="-15" dirty="0">
                <a:solidFill>
                  <a:srgbClr val="001F5F"/>
                </a:solidFill>
                <a:latin typeface="Times New Roman"/>
                <a:cs typeface="Times New Roman"/>
              </a:rPr>
              <a:t> </a:t>
            </a:r>
            <a:r>
              <a:rPr sz="1800" spc="-110" dirty="0">
                <a:solidFill>
                  <a:srgbClr val="001F5F"/>
                </a:solidFill>
                <a:latin typeface="Times New Roman"/>
                <a:cs typeface="Times New Roman"/>
              </a:rPr>
              <a:t>:</a:t>
            </a:r>
            <a:endParaRPr sz="1800">
              <a:latin typeface="Times New Roman"/>
              <a:cs typeface="Times New Roman"/>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339340" cy="574040"/>
          </a:xfrm>
          <a:prstGeom prst="rect">
            <a:avLst/>
          </a:prstGeom>
        </p:spPr>
        <p:txBody>
          <a:bodyPr vert="horz" wrap="square" lIns="0" tIns="12700" rIns="0" bIns="0" rtlCol="0">
            <a:spAutoFit/>
          </a:bodyPr>
          <a:lstStyle/>
          <a:p>
            <a:pPr marL="12700">
              <a:lnSpc>
                <a:spcPct val="100000"/>
              </a:lnSpc>
              <a:spcBef>
                <a:spcPts val="100"/>
              </a:spcBef>
            </a:pPr>
            <a:r>
              <a:rPr spc="155" dirty="0"/>
              <a:t>O</a:t>
            </a:r>
            <a:r>
              <a:rPr spc="-90" dirty="0"/>
              <a:t>u</a:t>
            </a:r>
            <a:r>
              <a:rPr spc="-10" dirty="0"/>
              <a:t>t</a:t>
            </a:r>
            <a:r>
              <a:rPr spc="-225" dirty="0"/>
              <a:t>il</a:t>
            </a:r>
            <a:r>
              <a:rPr spc="-90" dirty="0"/>
              <a:t>s</a:t>
            </a:r>
            <a:r>
              <a:rPr spc="-114" dirty="0"/>
              <a:t> </a:t>
            </a:r>
            <a:r>
              <a:rPr spc="-90" dirty="0"/>
              <a:t>u</a:t>
            </a:r>
            <a:r>
              <a:rPr spc="-10" dirty="0"/>
              <a:t>t</a:t>
            </a:r>
            <a:r>
              <a:rPr spc="-225" dirty="0"/>
              <a:t>ili</a:t>
            </a:r>
            <a:r>
              <a:rPr spc="-145" dirty="0"/>
              <a:t>s</a:t>
            </a:r>
            <a:r>
              <a:rPr spc="-150" dirty="0"/>
              <a:t>é</a:t>
            </a:r>
            <a:r>
              <a:rPr spc="-90" dirty="0"/>
              <a:t>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19</a:t>
            </a:fld>
            <a:endParaRPr dirty="0"/>
          </a:p>
        </p:txBody>
      </p:sp>
      <p:sp>
        <p:nvSpPr>
          <p:cNvPr id="3" name="object 3"/>
          <p:cNvSpPr txBox="1"/>
          <p:nvPr/>
        </p:nvSpPr>
        <p:spPr>
          <a:xfrm>
            <a:off x="1084580" y="1139672"/>
            <a:ext cx="10086975" cy="5095240"/>
          </a:xfrm>
          <a:prstGeom prst="rect">
            <a:avLst/>
          </a:prstGeom>
        </p:spPr>
        <p:txBody>
          <a:bodyPr vert="horz" wrap="square" lIns="0" tIns="40640" rIns="0" bIns="0" rtlCol="0">
            <a:spAutoFit/>
          </a:bodyPr>
          <a:lstStyle/>
          <a:p>
            <a:pPr marL="12700">
              <a:lnSpc>
                <a:spcPct val="100000"/>
              </a:lnSpc>
              <a:spcBef>
                <a:spcPts val="320"/>
              </a:spcBef>
            </a:pPr>
            <a:r>
              <a:rPr sz="2400" spc="-75" dirty="0">
                <a:solidFill>
                  <a:srgbClr val="404040"/>
                </a:solidFill>
                <a:latin typeface="Times New Roman"/>
                <a:cs typeface="Times New Roman"/>
              </a:rPr>
              <a:t>Les</a:t>
            </a:r>
            <a:r>
              <a:rPr sz="2400" spc="-20" dirty="0">
                <a:solidFill>
                  <a:srgbClr val="404040"/>
                </a:solidFill>
                <a:latin typeface="Times New Roman"/>
                <a:cs typeface="Times New Roman"/>
              </a:rPr>
              <a:t> </a:t>
            </a:r>
            <a:r>
              <a:rPr sz="2400" spc="-75" dirty="0">
                <a:solidFill>
                  <a:srgbClr val="404040"/>
                </a:solidFill>
                <a:latin typeface="Times New Roman"/>
                <a:cs typeface="Times New Roman"/>
              </a:rPr>
              <a:t>langages</a:t>
            </a:r>
            <a:r>
              <a:rPr sz="2400" spc="-15"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a:latin typeface="Times New Roman"/>
              <a:cs typeface="Times New Roman"/>
            </a:endParaRPr>
          </a:p>
          <a:p>
            <a:pPr marL="396875" indent="-183515">
              <a:lnSpc>
                <a:spcPct val="100000"/>
              </a:lnSpc>
              <a:spcBef>
                <a:spcPts val="185"/>
              </a:spcBef>
              <a:buClr>
                <a:srgbClr val="1CACE3"/>
              </a:buClr>
              <a:buFont typeface="Wingdings"/>
              <a:buChar char=""/>
              <a:tabLst>
                <a:tab pos="397510" algn="l"/>
              </a:tabLst>
            </a:pPr>
            <a:r>
              <a:rPr sz="2000" spc="-170" dirty="0">
                <a:solidFill>
                  <a:srgbClr val="404040"/>
                </a:solidFill>
                <a:latin typeface="Times New Roman"/>
                <a:cs typeface="Times New Roman"/>
              </a:rPr>
              <a:t>J</a:t>
            </a:r>
            <a:r>
              <a:rPr sz="2000" spc="-100" dirty="0">
                <a:solidFill>
                  <a:srgbClr val="404040"/>
                </a:solidFill>
                <a:latin typeface="Times New Roman"/>
                <a:cs typeface="Times New Roman"/>
              </a:rPr>
              <a:t>a</a:t>
            </a:r>
            <a:r>
              <a:rPr sz="2000" spc="-105" dirty="0">
                <a:solidFill>
                  <a:srgbClr val="404040"/>
                </a:solidFill>
                <a:latin typeface="Times New Roman"/>
                <a:cs typeface="Times New Roman"/>
              </a:rPr>
              <a:t>v</a:t>
            </a:r>
            <a:r>
              <a:rPr sz="2000" spc="-75" dirty="0">
                <a:solidFill>
                  <a:srgbClr val="404040"/>
                </a:solidFill>
                <a:latin typeface="Times New Roman"/>
                <a:cs typeface="Times New Roman"/>
              </a:rPr>
              <a:t>a</a:t>
            </a:r>
            <a:r>
              <a:rPr sz="2000" spc="-20" dirty="0">
                <a:solidFill>
                  <a:srgbClr val="404040"/>
                </a:solidFill>
                <a:latin typeface="Times New Roman"/>
                <a:cs typeface="Times New Roman"/>
              </a:rPr>
              <a:t> </a:t>
            </a:r>
            <a:r>
              <a:rPr sz="2000" spc="-15" dirty="0">
                <a:solidFill>
                  <a:srgbClr val="404040"/>
                </a:solidFill>
                <a:latin typeface="Times New Roman"/>
                <a:cs typeface="Times New Roman"/>
              </a:rPr>
              <a:t>e</a:t>
            </a:r>
            <a:r>
              <a:rPr sz="2000" spc="-10" dirty="0">
                <a:solidFill>
                  <a:srgbClr val="404040"/>
                </a:solidFill>
                <a:latin typeface="Times New Roman"/>
                <a:cs typeface="Times New Roman"/>
              </a:rPr>
              <a:t>t</a:t>
            </a:r>
            <a:r>
              <a:rPr sz="2000" spc="-5" dirty="0">
                <a:solidFill>
                  <a:srgbClr val="404040"/>
                </a:solidFill>
                <a:latin typeface="Times New Roman"/>
                <a:cs typeface="Times New Roman"/>
              </a:rPr>
              <a:t> </a:t>
            </a:r>
            <a:r>
              <a:rPr sz="2000" spc="-85" dirty="0">
                <a:solidFill>
                  <a:srgbClr val="404040"/>
                </a:solidFill>
                <a:latin typeface="Times New Roman"/>
                <a:cs typeface="Times New Roman"/>
              </a:rPr>
              <a:t>XM</a:t>
            </a:r>
            <a:r>
              <a:rPr sz="2000" spc="-60" dirty="0">
                <a:solidFill>
                  <a:srgbClr val="404040"/>
                </a:solidFill>
                <a:latin typeface="Times New Roman"/>
                <a:cs typeface="Times New Roman"/>
              </a:rPr>
              <a:t>L</a:t>
            </a:r>
            <a:r>
              <a:rPr sz="2000" spc="-65" dirty="0">
                <a:solidFill>
                  <a:srgbClr val="404040"/>
                </a:solidFill>
                <a:latin typeface="Times New Roman"/>
                <a:cs typeface="Times New Roman"/>
              </a:rPr>
              <a:t>.</a:t>
            </a:r>
            <a:endParaRPr sz="2000">
              <a:latin typeface="Times New Roman"/>
              <a:cs typeface="Times New Roman"/>
            </a:endParaRPr>
          </a:p>
          <a:p>
            <a:pPr marL="12700" marR="8890">
              <a:lnSpc>
                <a:spcPts val="2590"/>
              </a:lnSpc>
              <a:spcBef>
                <a:spcPts val="1620"/>
              </a:spcBef>
            </a:pPr>
            <a:r>
              <a:rPr sz="2400" spc="-80" dirty="0">
                <a:solidFill>
                  <a:srgbClr val="404040"/>
                </a:solidFill>
                <a:latin typeface="Times New Roman"/>
                <a:cs typeface="Times New Roman"/>
              </a:rPr>
              <a:t>Le</a:t>
            </a:r>
            <a:r>
              <a:rPr sz="2400" spc="105" dirty="0">
                <a:solidFill>
                  <a:srgbClr val="404040"/>
                </a:solidFill>
                <a:latin typeface="Times New Roman"/>
                <a:cs typeface="Times New Roman"/>
              </a:rPr>
              <a:t> </a:t>
            </a:r>
            <a:r>
              <a:rPr sz="2400" spc="-10" dirty="0">
                <a:solidFill>
                  <a:srgbClr val="404040"/>
                </a:solidFill>
                <a:latin typeface="Times New Roman"/>
                <a:cs typeface="Times New Roman"/>
              </a:rPr>
              <a:t>SDK</a:t>
            </a:r>
            <a:r>
              <a:rPr sz="2400" spc="110" dirty="0">
                <a:solidFill>
                  <a:srgbClr val="404040"/>
                </a:solidFill>
                <a:latin typeface="Times New Roman"/>
                <a:cs typeface="Times New Roman"/>
              </a:rPr>
              <a:t> </a:t>
            </a:r>
            <a:r>
              <a:rPr sz="2400" spc="-145" dirty="0">
                <a:solidFill>
                  <a:srgbClr val="404040"/>
                </a:solidFill>
                <a:latin typeface="Times New Roman"/>
                <a:cs typeface="Times New Roman"/>
              </a:rPr>
              <a:t>:</a:t>
            </a:r>
            <a:r>
              <a:rPr sz="2400" spc="114" dirty="0">
                <a:solidFill>
                  <a:srgbClr val="404040"/>
                </a:solidFill>
                <a:latin typeface="Times New Roman"/>
                <a:cs typeface="Times New Roman"/>
              </a:rPr>
              <a:t> </a:t>
            </a:r>
            <a:r>
              <a:rPr sz="2400" spc="-80" dirty="0">
                <a:solidFill>
                  <a:srgbClr val="404040"/>
                </a:solidFill>
                <a:latin typeface="Times New Roman"/>
                <a:cs typeface="Times New Roman"/>
              </a:rPr>
              <a:t>Le</a:t>
            </a:r>
            <a:r>
              <a:rPr sz="2400" spc="125" dirty="0">
                <a:solidFill>
                  <a:srgbClr val="404040"/>
                </a:solidFill>
                <a:latin typeface="Times New Roman"/>
                <a:cs typeface="Times New Roman"/>
              </a:rPr>
              <a:t> </a:t>
            </a:r>
            <a:r>
              <a:rPr sz="2400" spc="-55" dirty="0">
                <a:solidFill>
                  <a:srgbClr val="404040"/>
                </a:solidFill>
                <a:latin typeface="Times New Roman"/>
                <a:cs typeface="Times New Roman"/>
              </a:rPr>
              <a:t>kit</a:t>
            </a:r>
            <a:r>
              <a:rPr sz="2400" spc="105"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105" dirty="0">
                <a:solidFill>
                  <a:srgbClr val="404040"/>
                </a:solidFill>
                <a:latin typeface="Times New Roman"/>
                <a:cs typeface="Times New Roman"/>
              </a:rPr>
              <a:t> </a:t>
            </a:r>
            <a:r>
              <a:rPr sz="2400" spc="-35" dirty="0">
                <a:solidFill>
                  <a:srgbClr val="404040"/>
                </a:solidFill>
                <a:latin typeface="Times New Roman"/>
                <a:cs typeface="Times New Roman"/>
              </a:rPr>
              <a:t>développement</a:t>
            </a:r>
            <a:r>
              <a:rPr sz="2400" spc="130" dirty="0">
                <a:solidFill>
                  <a:srgbClr val="404040"/>
                </a:solidFill>
                <a:latin typeface="Times New Roman"/>
                <a:cs typeface="Times New Roman"/>
              </a:rPr>
              <a:t> </a:t>
            </a:r>
            <a:r>
              <a:rPr sz="2400" spc="-30" dirty="0">
                <a:solidFill>
                  <a:srgbClr val="404040"/>
                </a:solidFill>
                <a:latin typeface="Times New Roman"/>
                <a:cs typeface="Times New Roman"/>
              </a:rPr>
              <a:t>Android</a:t>
            </a:r>
            <a:r>
              <a:rPr sz="2400" spc="120" dirty="0">
                <a:solidFill>
                  <a:srgbClr val="404040"/>
                </a:solidFill>
                <a:latin typeface="Times New Roman"/>
                <a:cs typeface="Times New Roman"/>
              </a:rPr>
              <a:t> </a:t>
            </a:r>
            <a:r>
              <a:rPr sz="2400" spc="-10" dirty="0">
                <a:solidFill>
                  <a:srgbClr val="404040"/>
                </a:solidFill>
                <a:latin typeface="Times New Roman"/>
                <a:cs typeface="Times New Roman"/>
              </a:rPr>
              <a:t>fournit</a:t>
            </a:r>
            <a:r>
              <a:rPr sz="2400" spc="110" dirty="0">
                <a:solidFill>
                  <a:srgbClr val="404040"/>
                </a:solidFill>
                <a:latin typeface="Times New Roman"/>
                <a:cs typeface="Times New Roman"/>
              </a:rPr>
              <a:t> </a:t>
            </a:r>
            <a:r>
              <a:rPr sz="2400" spc="-50" dirty="0">
                <a:solidFill>
                  <a:srgbClr val="404040"/>
                </a:solidFill>
                <a:latin typeface="Times New Roman"/>
                <a:cs typeface="Times New Roman"/>
              </a:rPr>
              <a:t>l’environnement</a:t>
            </a:r>
            <a:r>
              <a:rPr sz="2400" spc="125"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120" dirty="0">
                <a:solidFill>
                  <a:srgbClr val="404040"/>
                </a:solidFill>
                <a:latin typeface="Times New Roman"/>
                <a:cs typeface="Times New Roman"/>
              </a:rPr>
              <a:t> </a:t>
            </a:r>
            <a:r>
              <a:rPr sz="2400" spc="-80" dirty="0">
                <a:solidFill>
                  <a:srgbClr val="404040"/>
                </a:solidFill>
                <a:latin typeface="Times New Roman"/>
                <a:cs typeface="Times New Roman"/>
              </a:rPr>
              <a:t>travail</a:t>
            </a:r>
            <a:r>
              <a:rPr sz="2400" spc="110" dirty="0">
                <a:solidFill>
                  <a:srgbClr val="404040"/>
                </a:solidFill>
                <a:latin typeface="Times New Roman"/>
                <a:cs typeface="Times New Roman"/>
              </a:rPr>
              <a:t> </a:t>
            </a:r>
            <a:r>
              <a:rPr sz="2400" dirty="0">
                <a:solidFill>
                  <a:srgbClr val="404040"/>
                </a:solidFill>
                <a:latin typeface="Times New Roman"/>
                <a:cs typeface="Times New Roman"/>
              </a:rPr>
              <a:t>pour </a:t>
            </a:r>
            <a:r>
              <a:rPr sz="2400" spc="-585" dirty="0">
                <a:solidFill>
                  <a:srgbClr val="404040"/>
                </a:solidFill>
                <a:latin typeface="Times New Roman"/>
                <a:cs typeface="Times New Roman"/>
              </a:rPr>
              <a:t> </a:t>
            </a:r>
            <a:r>
              <a:rPr sz="2400" spc="-45" dirty="0">
                <a:solidFill>
                  <a:srgbClr val="404040"/>
                </a:solidFill>
                <a:latin typeface="Times New Roman"/>
                <a:cs typeface="Times New Roman"/>
              </a:rPr>
              <a:t>développer,</a:t>
            </a:r>
            <a:r>
              <a:rPr sz="2400" spc="-25" dirty="0">
                <a:solidFill>
                  <a:srgbClr val="404040"/>
                </a:solidFill>
                <a:latin typeface="Times New Roman"/>
                <a:cs typeface="Times New Roman"/>
              </a:rPr>
              <a:t> tester</a:t>
            </a:r>
            <a:r>
              <a:rPr sz="2400" spc="15" dirty="0">
                <a:solidFill>
                  <a:srgbClr val="404040"/>
                </a:solidFill>
                <a:latin typeface="Times New Roman"/>
                <a:cs typeface="Times New Roman"/>
              </a:rPr>
              <a:t> </a:t>
            </a:r>
            <a:r>
              <a:rPr sz="2400" spc="-20" dirty="0">
                <a:solidFill>
                  <a:srgbClr val="404040"/>
                </a:solidFill>
                <a:latin typeface="Times New Roman"/>
                <a:cs typeface="Times New Roman"/>
              </a:rPr>
              <a:t>et</a:t>
            </a:r>
            <a:r>
              <a:rPr sz="2400" spc="10" dirty="0">
                <a:solidFill>
                  <a:srgbClr val="404040"/>
                </a:solidFill>
                <a:latin typeface="Times New Roman"/>
                <a:cs typeface="Times New Roman"/>
              </a:rPr>
              <a:t> </a:t>
            </a:r>
            <a:r>
              <a:rPr sz="2400" spc="-30" dirty="0">
                <a:solidFill>
                  <a:srgbClr val="404040"/>
                </a:solidFill>
                <a:latin typeface="Times New Roman"/>
                <a:cs typeface="Times New Roman"/>
              </a:rPr>
              <a:t>déboguer</a:t>
            </a:r>
            <a:r>
              <a:rPr sz="2400" spc="-15"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5" dirty="0">
                <a:solidFill>
                  <a:srgbClr val="404040"/>
                </a:solidFill>
                <a:latin typeface="Times New Roman"/>
                <a:cs typeface="Times New Roman"/>
              </a:rPr>
              <a:t> </a:t>
            </a:r>
            <a:r>
              <a:rPr sz="2400" spc="-50" dirty="0">
                <a:solidFill>
                  <a:srgbClr val="404040"/>
                </a:solidFill>
                <a:latin typeface="Times New Roman"/>
                <a:cs typeface="Times New Roman"/>
              </a:rPr>
              <a:t>applications</a:t>
            </a:r>
            <a:r>
              <a:rPr sz="2400" spc="15" dirty="0">
                <a:solidFill>
                  <a:srgbClr val="404040"/>
                </a:solidFill>
                <a:latin typeface="Times New Roman"/>
                <a:cs typeface="Times New Roman"/>
              </a:rPr>
              <a:t> </a:t>
            </a:r>
            <a:r>
              <a:rPr sz="2400" spc="-35" dirty="0">
                <a:solidFill>
                  <a:srgbClr val="404040"/>
                </a:solidFill>
                <a:latin typeface="Times New Roman"/>
                <a:cs typeface="Times New Roman"/>
              </a:rPr>
              <a:t>Android.</a:t>
            </a:r>
            <a:r>
              <a:rPr sz="2400" spc="5" dirty="0">
                <a:solidFill>
                  <a:srgbClr val="404040"/>
                </a:solidFill>
                <a:latin typeface="Times New Roman"/>
                <a:cs typeface="Times New Roman"/>
              </a:rPr>
              <a:t> </a:t>
            </a:r>
            <a:r>
              <a:rPr sz="2400" spc="-5" dirty="0">
                <a:solidFill>
                  <a:srgbClr val="404040"/>
                </a:solidFill>
                <a:latin typeface="Times New Roman"/>
                <a:cs typeface="Times New Roman"/>
              </a:rPr>
              <a:t>Dans </a:t>
            </a:r>
            <a:r>
              <a:rPr sz="2400" spc="-95" dirty="0">
                <a:solidFill>
                  <a:srgbClr val="404040"/>
                </a:solidFill>
                <a:latin typeface="Times New Roman"/>
                <a:cs typeface="Times New Roman"/>
              </a:rPr>
              <a:t>le</a:t>
            </a:r>
            <a:r>
              <a:rPr sz="2400" spc="15" dirty="0">
                <a:solidFill>
                  <a:srgbClr val="404040"/>
                </a:solidFill>
                <a:latin typeface="Times New Roman"/>
                <a:cs typeface="Times New Roman"/>
              </a:rPr>
              <a:t> </a:t>
            </a:r>
            <a:r>
              <a:rPr sz="2400" spc="-10" dirty="0">
                <a:solidFill>
                  <a:srgbClr val="404040"/>
                </a:solidFill>
                <a:latin typeface="Times New Roman"/>
                <a:cs typeface="Times New Roman"/>
              </a:rPr>
              <a:t>SDK</a:t>
            </a:r>
            <a:r>
              <a:rPr sz="2400" spc="-5" dirty="0">
                <a:solidFill>
                  <a:srgbClr val="404040"/>
                </a:solidFill>
                <a:latin typeface="Times New Roman"/>
                <a:cs typeface="Times New Roman"/>
              </a:rPr>
              <a:t> </a:t>
            </a:r>
            <a:r>
              <a:rPr sz="2400" spc="20" dirty="0">
                <a:solidFill>
                  <a:srgbClr val="404040"/>
                </a:solidFill>
                <a:latin typeface="Times New Roman"/>
                <a:cs typeface="Times New Roman"/>
              </a:rPr>
              <a:t>on</a:t>
            </a:r>
            <a:r>
              <a:rPr sz="2400" dirty="0">
                <a:solidFill>
                  <a:srgbClr val="404040"/>
                </a:solidFill>
                <a:latin typeface="Times New Roman"/>
                <a:cs typeface="Times New Roman"/>
              </a:rPr>
              <a:t> </a:t>
            </a:r>
            <a:r>
              <a:rPr sz="2400" spc="-45" dirty="0">
                <a:solidFill>
                  <a:srgbClr val="404040"/>
                </a:solidFill>
                <a:latin typeface="Times New Roman"/>
                <a:cs typeface="Times New Roman"/>
              </a:rPr>
              <a:t>trouve:</a:t>
            </a:r>
            <a:endParaRPr sz="2400">
              <a:latin typeface="Times New Roman"/>
              <a:cs typeface="Times New Roman"/>
            </a:endParaRPr>
          </a:p>
          <a:p>
            <a:pPr marL="396875" indent="-183515">
              <a:lnSpc>
                <a:spcPct val="100000"/>
              </a:lnSpc>
              <a:spcBef>
                <a:spcPts val="150"/>
              </a:spcBef>
              <a:buClr>
                <a:srgbClr val="1CACE3"/>
              </a:buClr>
              <a:buFont typeface="Wingdings"/>
              <a:buChar char=""/>
              <a:tabLst>
                <a:tab pos="397510" algn="l"/>
                <a:tab pos="3310890" algn="l"/>
              </a:tabLst>
            </a:pPr>
            <a:r>
              <a:rPr sz="2000" spc="-60" dirty="0">
                <a:solidFill>
                  <a:srgbClr val="404040"/>
                </a:solidFill>
                <a:latin typeface="Times New Roman"/>
                <a:cs typeface="Times New Roman"/>
              </a:rPr>
              <a:t>Les</a:t>
            </a:r>
            <a:r>
              <a:rPr sz="2000" dirty="0">
                <a:solidFill>
                  <a:srgbClr val="404040"/>
                </a:solidFill>
                <a:latin typeface="Times New Roman"/>
                <a:cs typeface="Times New Roman"/>
              </a:rPr>
              <a:t> </a:t>
            </a:r>
            <a:r>
              <a:rPr sz="2000" spc="-55" dirty="0">
                <a:solidFill>
                  <a:srgbClr val="404040"/>
                </a:solidFill>
                <a:latin typeface="Times New Roman"/>
                <a:cs typeface="Times New Roman"/>
              </a:rPr>
              <a:t>librairies</a:t>
            </a:r>
            <a:r>
              <a:rPr sz="2000" spc="5" dirty="0">
                <a:solidFill>
                  <a:srgbClr val="404040"/>
                </a:solidFill>
                <a:latin typeface="Times New Roman"/>
                <a:cs typeface="Times New Roman"/>
              </a:rPr>
              <a:t> </a:t>
            </a:r>
            <a:r>
              <a:rPr sz="2000" spc="-55" dirty="0">
                <a:solidFill>
                  <a:srgbClr val="404040"/>
                </a:solidFill>
                <a:latin typeface="Times New Roman"/>
                <a:cs typeface="Times New Roman"/>
              </a:rPr>
              <a:t>d’API</a:t>
            </a:r>
            <a:r>
              <a:rPr sz="2000" spc="-10" dirty="0">
                <a:solidFill>
                  <a:srgbClr val="404040"/>
                </a:solidFill>
                <a:latin typeface="Times New Roman"/>
                <a:cs typeface="Times New Roman"/>
              </a:rPr>
              <a:t> </a:t>
            </a:r>
            <a:r>
              <a:rPr sz="2000" spc="-25" dirty="0">
                <a:solidFill>
                  <a:srgbClr val="404040"/>
                </a:solidFill>
                <a:latin typeface="Times New Roman"/>
                <a:cs typeface="Times New Roman"/>
              </a:rPr>
              <a:t>Android	</a:t>
            </a:r>
            <a:r>
              <a:rPr sz="2000" dirty="0">
                <a:solidFill>
                  <a:srgbClr val="404040"/>
                </a:solidFill>
                <a:latin typeface="Times New Roman"/>
                <a:cs typeface="Times New Roman"/>
              </a:rPr>
              <a:t>pour</a:t>
            </a:r>
            <a:r>
              <a:rPr sz="2000" spc="-25" dirty="0">
                <a:solidFill>
                  <a:srgbClr val="404040"/>
                </a:solidFill>
                <a:latin typeface="Times New Roman"/>
                <a:cs typeface="Times New Roman"/>
              </a:rPr>
              <a:t> </a:t>
            </a:r>
            <a:r>
              <a:rPr sz="2000" spc="-30" dirty="0">
                <a:solidFill>
                  <a:srgbClr val="404040"/>
                </a:solidFill>
                <a:latin typeface="Times New Roman"/>
                <a:cs typeface="Times New Roman"/>
              </a:rPr>
              <a:t>créer</a:t>
            </a:r>
            <a:r>
              <a:rPr sz="2000" spc="-25" dirty="0">
                <a:solidFill>
                  <a:srgbClr val="404040"/>
                </a:solidFill>
                <a:latin typeface="Times New Roman"/>
                <a:cs typeface="Times New Roman"/>
              </a:rPr>
              <a:t> </a:t>
            </a:r>
            <a:r>
              <a:rPr sz="2000" spc="-35" dirty="0">
                <a:solidFill>
                  <a:srgbClr val="404040"/>
                </a:solidFill>
                <a:latin typeface="Times New Roman"/>
                <a:cs typeface="Times New Roman"/>
              </a:rPr>
              <a:t>des</a:t>
            </a:r>
            <a:r>
              <a:rPr sz="2000" spc="-25" dirty="0">
                <a:solidFill>
                  <a:srgbClr val="404040"/>
                </a:solidFill>
                <a:latin typeface="Times New Roman"/>
                <a:cs typeface="Times New Roman"/>
              </a:rPr>
              <a:t> </a:t>
            </a:r>
            <a:r>
              <a:rPr sz="2000" spc="-40" dirty="0">
                <a:solidFill>
                  <a:srgbClr val="404040"/>
                </a:solidFill>
                <a:latin typeface="Times New Roman"/>
                <a:cs typeface="Times New Roman"/>
              </a:rPr>
              <a:t>applications</a:t>
            </a:r>
            <a:endParaRPr sz="2000">
              <a:latin typeface="Times New Roman"/>
              <a:cs typeface="Times New Roman"/>
            </a:endParaRPr>
          </a:p>
          <a:p>
            <a:pPr marL="396875" indent="-183515">
              <a:lnSpc>
                <a:spcPct val="100000"/>
              </a:lnSpc>
              <a:spcBef>
                <a:spcPts val="360"/>
              </a:spcBef>
              <a:buClr>
                <a:srgbClr val="1CACE3"/>
              </a:buClr>
              <a:buFont typeface="Wingdings"/>
              <a:buChar char=""/>
              <a:tabLst>
                <a:tab pos="397510" algn="l"/>
              </a:tabLst>
            </a:pPr>
            <a:r>
              <a:rPr sz="2000" dirty="0">
                <a:solidFill>
                  <a:srgbClr val="404040"/>
                </a:solidFill>
                <a:latin typeface="Times New Roman"/>
                <a:cs typeface="Times New Roman"/>
              </a:rPr>
              <a:t>Des</a:t>
            </a:r>
            <a:r>
              <a:rPr sz="2000" spc="-15" dirty="0">
                <a:solidFill>
                  <a:srgbClr val="404040"/>
                </a:solidFill>
                <a:latin typeface="Times New Roman"/>
                <a:cs typeface="Times New Roman"/>
              </a:rPr>
              <a:t> </a:t>
            </a:r>
            <a:r>
              <a:rPr sz="2000" spc="-40" dirty="0">
                <a:solidFill>
                  <a:srgbClr val="404040"/>
                </a:solidFill>
                <a:latin typeface="Times New Roman"/>
                <a:cs typeface="Times New Roman"/>
              </a:rPr>
              <a:t>outils</a:t>
            </a:r>
            <a:r>
              <a:rPr sz="2000" spc="10"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dirty="0">
                <a:solidFill>
                  <a:srgbClr val="404040"/>
                </a:solidFill>
                <a:latin typeface="Times New Roman"/>
                <a:cs typeface="Times New Roman"/>
              </a:rPr>
              <a:t> </a:t>
            </a:r>
            <a:r>
              <a:rPr sz="2000" spc="-25" dirty="0">
                <a:solidFill>
                  <a:srgbClr val="404040"/>
                </a:solidFill>
                <a:latin typeface="Times New Roman"/>
                <a:cs typeface="Times New Roman"/>
              </a:rPr>
              <a:t>développement</a:t>
            </a:r>
            <a:r>
              <a:rPr sz="2000" dirty="0">
                <a:solidFill>
                  <a:srgbClr val="404040"/>
                </a:solidFill>
                <a:latin typeface="Times New Roman"/>
                <a:cs typeface="Times New Roman"/>
              </a:rPr>
              <a:t> </a:t>
            </a:r>
            <a:r>
              <a:rPr sz="2000" spc="-45" dirty="0">
                <a:solidFill>
                  <a:srgbClr val="404040"/>
                </a:solidFill>
                <a:latin typeface="Times New Roman"/>
                <a:cs typeface="Times New Roman"/>
              </a:rPr>
              <a:t>qui</a:t>
            </a:r>
            <a:r>
              <a:rPr sz="2000" spc="-10" dirty="0">
                <a:solidFill>
                  <a:srgbClr val="404040"/>
                </a:solidFill>
                <a:latin typeface="Times New Roman"/>
                <a:cs typeface="Times New Roman"/>
              </a:rPr>
              <a:t> </a:t>
            </a:r>
            <a:r>
              <a:rPr sz="2000" dirty="0">
                <a:solidFill>
                  <a:srgbClr val="404040"/>
                </a:solidFill>
                <a:latin typeface="Times New Roman"/>
                <a:cs typeface="Times New Roman"/>
              </a:rPr>
              <a:t>permettent</a:t>
            </a:r>
            <a:r>
              <a:rPr sz="2000" spc="-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dirty="0">
                <a:solidFill>
                  <a:srgbClr val="404040"/>
                </a:solidFill>
                <a:latin typeface="Times New Roman"/>
                <a:cs typeface="Times New Roman"/>
              </a:rPr>
              <a:t> </a:t>
            </a:r>
            <a:r>
              <a:rPr sz="2000" spc="-35" dirty="0">
                <a:solidFill>
                  <a:srgbClr val="404040"/>
                </a:solidFill>
                <a:latin typeface="Times New Roman"/>
                <a:cs typeface="Times New Roman"/>
              </a:rPr>
              <a:t>compiler</a:t>
            </a:r>
            <a:r>
              <a:rPr sz="2000" spc="-5" dirty="0">
                <a:solidFill>
                  <a:srgbClr val="404040"/>
                </a:solidFill>
                <a:latin typeface="Times New Roman"/>
                <a:cs typeface="Times New Roman"/>
              </a:rPr>
              <a:t> </a:t>
            </a:r>
            <a:r>
              <a:rPr sz="2000" spc="-10" dirty="0">
                <a:solidFill>
                  <a:srgbClr val="404040"/>
                </a:solidFill>
                <a:latin typeface="Times New Roman"/>
                <a:cs typeface="Times New Roman"/>
              </a:rPr>
              <a:t>et</a:t>
            </a:r>
            <a:r>
              <a:rPr sz="2000" spc="10" dirty="0">
                <a:solidFill>
                  <a:srgbClr val="404040"/>
                </a:solidFill>
                <a:latin typeface="Times New Roman"/>
                <a:cs typeface="Times New Roman"/>
              </a:rPr>
              <a:t> </a:t>
            </a:r>
            <a:r>
              <a:rPr sz="2000" spc="-25" dirty="0">
                <a:solidFill>
                  <a:srgbClr val="404040"/>
                </a:solidFill>
                <a:latin typeface="Times New Roman"/>
                <a:cs typeface="Times New Roman"/>
              </a:rPr>
              <a:t>déboguer</a:t>
            </a:r>
            <a:r>
              <a:rPr sz="2000" dirty="0">
                <a:solidFill>
                  <a:srgbClr val="404040"/>
                </a:solidFill>
                <a:latin typeface="Times New Roman"/>
                <a:cs typeface="Times New Roman"/>
              </a:rPr>
              <a:t> </a:t>
            </a:r>
            <a:r>
              <a:rPr sz="2000" spc="-45" dirty="0">
                <a:solidFill>
                  <a:srgbClr val="404040"/>
                </a:solidFill>
                <a:latin typeface="Times New Roman"/>
                <a:cs typeface="Times New Roman"/>
              </a:rPr>
              <a:t>vos</a:t>
            </a:r>
            <a:r>
              <a:rPr sz="2000" dirty="0">
                <a:solidFill>
                  <a:srgbClr val="404040"/>
                </a:solidFill>
                <a:latin typeface="Times New Roman"/>
                <a:cs typeface="Times New Roman"/>
              </a:rPr>
              <a:t> </a:t>
            </a:r>
            <a:r>
              <a:rPr sz="2000" spc="-50" dirty="0">
                <a:solidFill>
                  <a:srgbClr val="404040"/>
                </a:solidFill>
                <a:latin typeface="Times New Roman"/>
                <a:cs typeface="Times New Roman"/>
              </a:rPr>
              <a:t>applications.</a:t>
            </a:r>
            <a:endParaRPr sz="2000">
              <a:latin typeface="Times New Roman"/>
              <a:cs typeface="Times New Roman"/>
            </a:endParaRPr>
          </a:p>
          <a:p>
            <a:pPr marL="396875" marR="5080" indent="-182880">
              <a:lnSpc>
                <a:spcPts val="2160"/>
              </a:lnSpc>
              <a:spcBef>
                <a:spcPts val="635"/>
              </a:spcBef>
              <a:buClr>
                <a:srgbClr val="1CACE3"/>
              </a:buClr>
              <a:buFont typeface="Wingdings"/>
              <a:buChar char=""/>
              <a:tabLst>
                <a:tab pos="397510" algn="l"/>
              </a:tabLst>
            </a:pPr>
            <a:r>
              <a:rPr sz="2000" spc="-25" dirty="0">
                <a:solidFill>
                  <a:srgbClr val="404040"/>
                </a:solidFill>
                <a:latin typeface="Times New Roman"/>
                <a:cs typeface="Times New Roman"/>
              </a:rPr>
              <a:t>Android</a:t>
            </a:r>
            <a:r>
              <a:rPr sz="2000" spc="265" dirty="0">
                <a:solidFill>
                  <a:srgbClr val="404040"/>
                </a:solidFill>
                <a:latin typeface="Times New Roman"/>
                <a:cs typeface="Times New Roman"/>
              </a:rPr>
              <a:t> </a:t>
            </a:r>
            <a:r>
              <a:rPr sz="2000" spc="-50" dirty="0">
                <a:solidFill>
                  <a:srgbClr val="404040"/>
                </a:solidFill>
                <a:latin typeface="Times New Roman"/>
                <a:cs typeface="Times New Roman"/>
              </a:rPr>
              <a:t>Virtual</a:t>
            </a:r>
            <a:r>
              <a:rPr sz="2000" spc="260" dirty="0">
                <a:solidFill>
                  <a:srgbClr val="404040"/>
                </a:solidFill>
                <a:latin typeface="Times New Roman"/>
                <a:cs typeface="Times New Roman"/>
              </a:rPr>
              <a:t> </a:t>
            </a:r>
            <a:r>
              <a:rPr sz="2000" spc="-40" dirty="0">
                <a:solidFill>
                  <a:srgbClr val="404040"/>
                </a:solidFill>
                <a:latin typeface="Times New Roman"/>
                <a:cs typeface="Times New Roman"/>
              </a:rPr>
              <a:t>Device</a:t>
            </a:r>
            <a:r>
              <a:rPr sz="2000" spc="275" dirty="0">
                <a:solidFill>
                  <a:srgbClr val="404040"/>
                </a:solidFill>
                <a:latin typeface="Times New Roman"/>
                <a:cs typeface="Times New Roman"/>
              </a:rPr>
              <a:t> </a:t>
            </a:r>
            <a:r>
              <a:rPr sz="2000" spc="-105" dirty="0">
                <a:solidFill>
                  <a:srgbClr val="404040"/>
                </a:solidFill>
                <a:latin typeface="Times New Roman"/>
                <a:cs typeface="Times New Roman"/>
              </a:rPr>
              <a:t>(AVD)</a:t>
            </a:r>
            <a:r>
              <a:rPr sz="2000" spc="265" dirty="0">
                <a:solidFill>
                  <a:srgbClr val="404040"/>
                </a:solidFill>
                <a:latin typeface="Times New Roman"/>
                <a:cs typeface="Times New Roman"/>
              </a:rPr>
              <a:t> </a:t>
            </a:r>
            <a:r>
              <a:rPr sz="2000" spc="-120" dirty="0">
                <a:solidFill>
                  <a:srgbClr val="404040"/>
                </a:solidFill>
                <a:latin typeface="Times New Roman"/>
                <a:cs typeface="Times New Roman"/>
              </a:rPr>
              <a:t>:</a:t>
            </a:r>
            <a:r>
              <a:rPr sz="2000" spc="250" dirty="0">
                <a:solidFill>
                  <a:srgbClr val="404040"/>
                </a:solidFill>
                <a:latin typeface="Times New Roman"/>
                <a:cs typeface="Times New Roman"/>
              </a:rPr>
              <a:t> </a:t>
            </a:r>
            <a:r>
              <a:rPr sz="2000" dirty="0">
                <a:solidFill>
                  <a:srgbClr val="404040"/>
                </a:solidFill>
                <a:latin typeface="Times New Roman"/>
                <a:cs typeface="Times New Roman"/>
              </a:rPr>
              <a:t>un</a:t>
            </a:r>
            <a:r>
              <a:rPr sz="2000" spc="260" dirty="0">
                <a:solidFill>
                  <a:srgbClr val="404040"/>
                </a:solidFill>
                <a:latin typeface="Times New Roman"/>
                <a:cs typeface="Times New Roman"/>
              </a:rPr>
              <a:t> </a:t>
            </a:r>
            <a:r>
              <a:rPr sz="2000" spc="-40" dirty="0">
                <a:solidFill>
                  <a:srgbClr val="404040"/>
                </a:solidFill>
                <a:latin typeface="Times New Roman"/>
                <a:cs typeface="Times New Roman"/>
              </a:rPr>
              <a:t>émulateur</a:t>
            </a:r>
            <a:r>
              <a:rPr sz="2000" spc="265" dirty="0">
                <a:solidFill>
                  <a:srgbClr val="404040"/>
                </a:solidFill>
                <a:latin typeface="Times New Roman"/>
                <a:cs typeface="Times New Roman"/>
              </a:rPr>
              <a:t> </a:t>
            </a:r>
            <a:r>
              <a:rPr sz="2000" spc="-5" dirty="0">
                <a:solidFill>
                  <a:srgbClr val="404040"/>
                </a:solidFill>
                <a:latin typeface="Times New Roman"/>
                <a:cs typeface="Times New Roman"/>
              </a:rPr>
              <a:t>permettant</a:t>
            </a:r>
            <a:r>
              <a:rPr sz="2000" spc="260" dirty="0">
                <a:solidFill>
                  <a:srgbClr val="404040"/>
                </a:solidFill>
                <a:latin typeface="Times New Roman"/>
                <a:cs typeface="Times New Roman"/>
              </a:rPr>
              <a:t> </a:t>
            </a:r>
            <a:r>
              <a:rPr sz="2000" spc="-35" dirty="0">
                <a:solidFill>
                  <a:srgbClr val="404040"/>
                </a:solidFill>
                <a:latin typeface="Times New Roman"/>
                <a:cs typeface="Times New Roman"/>
              </a:rPr>
              <a:t>de</a:t>
            </a:r>
            <a:r>
              <a:rPr sz="2000" spc="265" dirty="0">
                <a:solidFill>
                  <a:srgbClr val="404040"/>
                </a:solidFill>
                <a:latin typeface="Times New Roman"/>
                <a:cs typeface="Times New Roman"/>
              </a:rPr>
              <a:t> </a:t>
            </a:r>
            <a:r>
              <a:rPr sz="2000" spc="-35" dirty="0">
                <a:solidFill>
                  <a:srgbClr val="404040"/>
                </a:solidFill>
                <a:latin typeface="Times New Roman"/>
                <a:cs typeface="Times New Roman"/>
              </a:rPr>
              <a:t>créer</a:t>
            </a:r>
            <a:r>
              <a:rPr sz="2000" spc="270" dirty="0">
                <a:solidFill>
                  <a:srgbClr val="404040"/>
                </a:solidFill>
                <a:latin typeface="Times New Roman"/>
                <a:cs typeface="Times New Roman"/>
              </a:rPr>
              <a:t> </a:t>
            </a:r>
            <a:r>
              <a:rPr sz="2000" spc="-20" dirty="0">
                <a:solidFill>
                  <a:srgbClr val="404040"/>
                </a:solidFill>
                <a:latin typeface="Times New Roman"/>
                <a:cs typeface="Times New Roman"/>
              </a:rPr>
              <a:t>et</a:t>
            </a:r>
            <a:r>
              <a:rPr sz="2000" spc="260" dirty="0">
                <a:solidFill>
                  <a:srgbClr val="404040"/>
                </a:solidFill>
                <a:latin typeface="Times New Roman"/>
                <a:cs typeface="Times New Roman"/>
              </a:rPr>
              <a:t> </a:t>
            </a:r>
            <a:r>
              <a:rPr sz="2000" spc="-35" dirty="0">
                <a:solidFill>
                  <a:srgbClr val="404040"/>
                </a:solidFill>
                <a:latin typeface="Times New Roman"/>
                <a:cs typeface="Times New Roman"/>
              </a:rPr>
              <a:t>d'accéder</a:t>
            </a:r>
            <a:r>
              <a:rPr sz="2000" spc="254" dirty="0">
                <a:solidFill>
                  <a:srgbClr val="404040"/>
                </a:solidFill>
                <a:latin typeface="Times New Roman"/>
                <a:cs typeface="Times New Roman"/>
              </a:rPr>
              <a:t> </a:t>
            </a:r>
            <a:r>
              <a:rPr sz="2000" spc="-75" dirty="0">
                <a:solidFill>
                  <a:srgbClr val="404040"/>
                </a:solidFill>
                <a:latin typeface="Times New Roman"/>
                <a:cs typeface="Times New Roman"/>
              </a:rPr>
              <a:t>à</a:t>
            </a:r>
            <a:r>
              <a:rPr sz="2000" spc="254" dirty="0">
                <a:solidFill>
                  <a:srgbClr val="404040"/>
                </a:solidFill>
                <a:latin typeface="Times New Roman"/>
                <a:cs typeface="Times New Roman"/>
              </a:rPr>
              <a:t> </a:t>
            </a:r>
            <a:r>
              <a:rPr sz="2000" spc="-35" dirty="0">
                <a:solidFill>
                  <a:srgbClr val="404040"/>
                </a:solidFill>
                <a:latin typeface="Times New Roman"/>
                <a:cs typeface="Times New Roman"/>
              </a:rPr>
              <a:t>des</a:t>
            </a:r>
            <a:r>
              <a:rPr sz="2000" spc="250" dirty="0">
                <a:solidFill>
                  <a:srgbClr val="404040"/>
                </a:solidFill>
                <a:latin typeface="Times New Roman"/>
                <a:cs typeface="Times New Roman"/>
              </a:rPr>
              <a:t> </a:t>
            </a:r>
            <a:r>
              <a:rPr sz="2000" spc="-50" dirty="0">
                <a:solidFill>
                  <a:srgbClr val="404040"/>
                </a:solidFill>
                <a:latin typeface="Times New Roman"/>
                <a:cs typeface="Times New Roman"/>
              </a:rPr>
              <a:t>appareils </a:t>
            </a:r>
            <a:r>
              <a:rPr sz="2000" spc="-484" dirty="0">
                <a:solidFill>
                  <a:srgbClr val="404040"/>
                </a:solidFill>
                <a:latin typeface="Times New Roman"/>
                <a:cs typeface="Times New Roman"/>
              </a:rPr>
              <a:t> </a:t>
            </a:r>
            <a:r>
              <a:rPr sz="2000" spc="-40" dirty="0">
                <a:solidFill>
                  <a:srgbClr val="404040"/>
                </a:solidFill>
                <a:latin typeface="Times New Roman"/>
                <a:cs typeface="Times New Roman"/>
              </a:rPr>
              <a:t>virtuels</a:t>
            </a:r>
            <a:r>
              <a:rPr sz="2000" spc="-10" dirty="0">
                <a:solidFill>
                  <a:srgbClr val="404040"/>
                </a:solidFill>
                <a:latin typeface="Times New Roman"/>
                <a:cs typeface="Times New Roman"/>
              </a:rPr>
              <a:t> </a:t>
            </a:r>
            <a:r>
              <a:rPr sz="2000" spc="-25" dirty="0">
                <a:solidFill>
                  <a:srgbClr val="404040"/>
                </a:solidFill>
                <a:latin typeface="Times New Roman"/>
                <a:cs typeface="Times New Roman"/>
              </a:rPr>
              <a:t>Android</a:t>
            </a:r>
            <a:r>
              <a:rPr sz="2000" spc="-20" dirty="0">
                <a:solidFill>
                  <a:srgbClr val="404040"/>
                </a:solidFill>
                <a:latin typeface="Times New Roman"/>
                <a:cs typeface="Times New Roman"/>
              </a:rPr>
              <a:t> </a:t>
            </a:r>
            <a:r>
              <a:rPr sz="2000" dirty="0">
                <a:solidFill>
                  <a:srgbClr val="404040"/>
                </a:solidFill>
                <a:latin typeface="Times New Roman"/>
                <a:cs typeface="Times New Roman"/>
              </a:rPr>
              <a:t>pour</a:t>
            </a:r>
            <a:r>
              <a:rPr sz="2000" spc="-5" dirty="0">
                <a:solidFill>
                  <a:srgbClr val="404040"/>
                </a:solidFill>
                <a:latin typeface="Times New Roman"/>
                <a:cs typeface="Times New Roman"/>
              </a:rPr>
              <a:t> </a:t>
            </a:r>
            <a:r>
              <a:rPr sz="2000" spc="-15" dirty="0">
                <a:solidFill>
                  <a:srgbClr val="404040"/>
                </a:solidFill>
                <a:latin typeface="Times New Roman"/>
                <a:cs typeface="Times New Roman"/>
              </a:rPr>
              <a:t>tester </a:t>
            </a:r>
            <a:r>
              <a:rPr sz="2000" spc="-70" dirty="0">
                <a:solidFill>
                  <a:srgbClr val="404040"/>
                </a:solidFill>
                <a:latin typeface="Times New Roman"/>
                <a:cs typeface="Times New Roman"/>
              </a:rPr>
              <a:t>les</a:t>
            </a:r>
            <a:r>
              <a:rPr sz="2000" spc="-10" dirty="0">
                <a:solidFill>
                  <a:srgbClr val="404040"/>
                </a:solidFill>
                <a:latin typeface="Times New Roman"/>
                <a:cs typeface="Times New Roman"/>
              </a:rPr>
              <a:t> </a:t>
            </a:r>
            <a:r>
              <a:rPr sz="2000" spc="-40" dirty="0">
                <a:solidFill>
                  <a:srgbClr val="404040"/>
                </a:solidFill>
                <a:latin typeface="Times New Roman"/>
                <a:cs typeface="Times New Roman"/>
              </a:rPr>
              <a:t>applications</a:t>
            </a:r>
            <a:endParaRPr sz="2000">
              <a:latin typeface="Times New Roman"/>
              <a:cs typeface="Times New Roman"/>
            </a:endParaRPr>
          </a:p>
          <a:p>
            <a:pPr marL="396875" indent="-183515">
              <a:lnSpc>
                <a:spcPts val="2280"/>
              </a:lnSpc>
              <a:spcBef>
                <a:spcPts val="325"/>
              </a:spcBef>
              <a:buClr>
                <a:srgbClr val="1CACE3"/>
              </a:buClr>
              <a:buFont typeface="Wingdings"/>
              <a:buChar char=""/>
              <a:tabLst>
                <a:tab pos="397510" algn="l"/>
              </a:tabLst>
            </a:pPr>
            <a:r>
              <a:rPr sz="2000" spc="-25" dirty="0">
                <a:solidFill>
                  <a:srgbClr val="404040"/>
                </a:solidFill>
                <a:latin typeface="Times New Roman"/>
                <a:cs typeface="Times New Roman"/>
              </a:rPr>
              <a:t>Android</a:t>
            </a:r>
            <a:r>
              <a:rPr sz="2000" spc="335" dirty="0">
                <a:solidFill>
                  <a:srgbClr val="404040"/>
                </a:solidFill>
                <a:latin typeface="Times New Roman"/>
                <a:cs typeface="Times New Roman"/>
              </a:rPr>
              <a:t> </a:t>
            </a:r>
            <a:r>
              <a:rPr sz="2000" spc="-15" dirty="0">
                <a:solidFill>
                  <a:srgbClr val="404040"/>
                </a:solidFill>
                <a:latin typeface="Times New Roman"/>
                <a:cs typeface="Times New Roman"/>
              </a:rPr>
              <a:t>Debug</a:t>
            </a:r>
            <a:r>
              <a:rPr sz="2000" spc="335" dirty="0">
                <a:solidFill>
                  <a:srgbClr val="404040"/>
                </a:solidFill>
                <a:latin typeface="Times New Roman"/>
                <a:cs typeface="Times New Roman"/>
              </a:rPr>
              <a:t> </a:t>
            </a:r>
            <a:r>
              <a:rPr sz="2000" spc="-60" dirty="0">
                <a:solidFill>
                  <a:srgbClr val="404040"/>
                </a:solidFill>
                <a:latin typeface="Times New Roman"/>
                <a:cs typeface="Times New Roman"/>
              </a:rPr>
              <a:t>Bridge</a:t>
            </a:r>
            <a:r>
              <a:rPr sz="2000" spc="345" dirty="0">
                <a:solidFill>
                  <a:srgbClr val="404040"/>
                </a:solidFill>
                <a:latin typeface="Times New Roman"/>
                <a:cs typeface="Times New Roman"/>
              </a:rPr>
              <a:t> </a:t>
            </a:r>
            <a:r>
              <a:rPr sz="2000" spc="-60" dirty="0">
                <a:solidFill>
                  <a:srgbClr val="404040"/>
                </a:solidFill>
                <a:latin typeface="Times New Roman"/>
                <a:cs typeface="Times New Roman"/>
              </a:rPr>
              <a:t>(ADB)</a:t>
            </a:r>
            <a:r>
              <a:rPr sz="2000" spc="325" dirty="0">
                <a:solidFill>
                  <a:srgbClr val="404040"/>
                </a:solidFill>
                <a:latin typeface="Times New Roman"/>
                <a:cs typeface="Times New Roman"/>
              </a:rPr>
              <a:t> </a:t>
            </a:r>
            <a:r>
              <a:rPr sz="2000" spc="-120" dirty="0">
                <a:solidFill>
                  <a:srgbClr val="404040"/>
                </a:solidFill>
                <a:latin typeface="Times New Roman"/>
                <a:cs typeface="Times New Roman"/>
              </a:rPr>
              <a:t>:</a:t>
            </a:r>
            <a:r>
              <a:rPr sz="2000" spc="340" dirty="0">
                <a:solidFill>
                  <a:srgbClr val="404040"/>
                </a:solidFill>
                <a:latin typeface="Times New Roman"/>
                <a:cs typeface="Times New Roman"/>
              </a:rPr>
              <a:t> </a:t>
            </a:r>
            <a:r>
              <a:rPr sz="2000" spc="-5" dirty="0">
                <a:solidFill>
                  <a:srgbClr val="404040"/>
                </a:solidFill>
                <a:latin typeface="Times New Roman"/>
                <a:cs typeface="Times New Roman"/>
              </a:rPr>
              <a:t>permet</a:t>
            </a:r>
            <a:r>
              <a:rPr sz="2000" spc="345" dirty="0">
                <a:solidFill>
                  <a:srgbClr val="404040"/>
                </a:solidFill>
                <a:latin typeface="Times New Roman"/>
                <a:cs typeface="Times New Roman"/>
              </a:rPr>
              <a:t> </a:t>
            </a:r>
            <a:r>
              <a:rPr sz="2000" spc="-70" dirty="0">
                <a:solidFill>
                  <a:srgbClr val="404040"/>
                </a:solidFill>
                <a:latin typeface="Times New Roman"/>
                <a:cs typeface="Times New Roman"/>
              </a:rPr>
              <a:t>aux</a:t>
            </a:r>
            <a:r>
              <a:rPr sz="2000" spc="325" dirty="0">
                <a:solidFill>
                  <a:srgbClr val="404040"/>
                </a:solidFill>
                <a:latin typeface="Times New Roman"/>
                <a:cs typeface="Times New Roman"/>
              </a:rPr>
              <a:t> </a:t>
            </a:r>
            <a:r>
              <a:rPr sz="2000" spc="-30" dirty="0">
                <a:solidFill>
                  <a:srgbClr val="404040"/>
                </a:solidFill>
                <a:latin typeface="Times New Roman"/>
                <a:cs typeface="Times New Roman"/>
              </a:rPr>
              <a:t>développeurs</a:t>
            </a:r>
            <a:r>
              <a:rPr sz="2000" spc="29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330" dirty="0">
                <a:solidFill>
                  <a:srgbClr val="404040"/>
                </a:solidFill>
                <a:latin typeface="Times New Roman"/>
                <a:cs typeface="Times New Roman"/>
              </a:rPr>
              <a:t> </a:t>
            </a:r>
            <a:r>
              <a:rPr sz="2000" spc="-30" dirty="0">
                <a:solidFill>
                  <a:srgbClr val="404040"/>
                </a:solidFill>
                <a:latin typeface="Times New Roman"/>
                <a:cs typeface="Times New Roman"/>
              </a:rPr>
              <a:t>communiquer</a:t>
            </a:r>
            <a:r>
              <a:rPr sz="2000" spc="320" dirty="0">
                <a:solidFill>
                  <a:srgbClr val="404040"/>
                </a:solidFill>
                <a:latin typeface="Times New Roman"/>
                <a:cs typeface="Times New Roman"/>
              </a:rPr>
              <a:t> </a:t>
            </a:r>
            <a:r>
              <a:rPr sz="2000" spc="-80" dirty="0">
                <a:solidFill>
                  <a:srgbClr val="404040"/>
                </a:solidFill>
                <a:latin typeface="Times New Roman"/>
                <a:cs typeface="Times New Roman"/>
              </a:rPr>
              <a:t>avec  </a:t>
            </a:r>
            <a:r>
              <a:rPr sz="2000" spc="-45" dirty="0">
                <a:solidFill>
                  <a:srgbClr val="404040"/>
                </a:solidFill>
                <a:latin typeface="Times New Roman"/>
                <a:cs typeface="Times New Roman"/>
              </a:rPr>
              <a:t>leur</a:t>
            </a:r>
            <a:r>
              <a:rPr sz="2000" spc="330" dirty="0">
                <a:solidFill>
                  <a:srgbClr val="404040"/>
                </a:solidFill>
                <a:latin typeface="Times New Roman"/>
                <a:cs typeface="Times New Roman"/>
              </a:rPr>
              <a:t> </a:t>
            </a:r>
            <a:r>
              <a:rPr sz="2000" spc="-50" dirty="0">
                <a:solidFill>
                  <a:srgbClr val="404040"/>
                </a:solidFill>
                <a:latin typeface="Times New Roman"/>
                <a:cs typeface="Times New Roman"/>
              </a:rPr>
              <a:t>appareil</a:t>
            </a:r>
            <a:endParaRPr sz="2000">
              <a:latin typeface="Times New Roman"/>
              <a:cs typeface="Times New Roman"/>
            </a:endParaRPr>
          </a:p>
          <a:p>
            <a:pPr marL="396875">
              <a:lnSpc>
                <a:spcPts val="2280"/>
              </a:lnSpc>
            </a:pPr>
            <a:r>
              <a:rPr sz="2000" spc="-25" dirty="0">
                <a:solidFill>
                  <a:srgbClr val="404040"/>
                </a:solidFill>
                <a:latin typeface="Times New Roman"/>
                <a:cs typeface="Times New Roman"/>
              </a:rPr>
              <a:t>Android</a:t>
            </a:r>
            <a:r>
              <a:rPr sz="2000" spc="-30" dirty="0">
                <a:solidFill>
                  <a:srgbClr val="404040"/>
                </a:solidFill>
                <a:latin typeface="Times New Roman"/>
                <a:cs typeface="Times New Roman"/>
              </a:rPr>
              <a:t> </a:t>
            </a:r>
            <a:r>
              <a:rPr sz="2000" spc="-50" dirty="0">
                <a:solidFill>
                  <a:srgbClr val="404040"/>
                </a:solidFill>
                <a:latin typeface="Times New Roman"/>
                <a:cs typeface="Times New Roman"/>
              </a:rPr>
              <a:t>grâce</a:t>
            </a:r>
            <a:r>
              <a:rPr sz="2000" dirty="0">
                <a:solidFill>
                  <a:srgbClr val="404040"/>
                </a:solidFill>
                <a:latin typeface="Times New Roman"/>
                <a:cs typeface="Times New Roman"/>
              </a:rPr>
              <a:t> </a:t>
            </a:r>
            <a:r>
              <a:rPr sz="2000" spc="-75" dirty="0">
                <a:solidFill>
                  <a:srgbClr val="404040"/>
                </a:solidFill>
                <a:latin typeface="Times New Roman"/>
                <a:cs typeface="Times New Roman"/>
              </a:rPr>
              <a:t>à</a:t>
            </a:r>
            <a:r>
              <a:rPr sz="2000" spc="-20" dirty="0">
                <a:solidFill>
                  <a:srgbClr val="404040"/>
                </a:solidFill>
                <a:latin typeface="Times New Roman"/>
                <a:cs typeface="Times New Roman"/>
              </a:rPr>
              <a:t> </a:t>
            </a:r>
            <a:r>
              <a:rPr sz="2000" spc="-35" dirty="0">
                <a:solidFill>
                  <a:srgbClr val="404040"/>
                </a:solidFill>
                <a:latin typeface="Times New Roman"/>
                <a:cs typeface="Times New Roman"/>
              </a:rPr>
              <a:t>des</a:t>
            </a:r>
            <a:r>
              <a:rPr sz="2000" spc="-25" dirty="0">
                <a:solidFill>
                  <a:srgbClr val="404040"/>
                </a:solidFill>
                <a:latin typeface="Times New Roman"/>
                <a:cs typeface="Times New Roman"/>
              </a:rPr>
              <a:t> </a:t>
            </a:r>
            <a:r>
              <a:rPr sz="2000" spc="-35" dirty="0">
                <a:solidFill>
                  <a:srgbClr val="404040"/>
                </a:solidFill>
                <a:latin typeface="Times New Roman"/>
                <a:cs typeface="Times New Roman"/>
              </a:rPr>
              <a:t>commandes.</a:t>
            </a:r>
            <a:endParaRPr sz="2000">
              <a:latin typeface="Times New Roman"/>
              <a:cs typeface="Times New Roman"/>
            </a:endParaRPr>
          </a:p>
          <a:p>
            <a:pPr marL="12700">
              <a:lnSpc>
                <a:spcPct val="100000"/>
              </a:lnSpc>
              <a:spcBef>
                <a:spcPts val="1280"/>
              </a:spcBef>
            </a:pPr>
            <a:r>
              <a:rPr sz="2400" spc="-30" dirty="0">
                <a:solidFill>
                  <a:srgbClr val="404040"/>
                </a:solidFill>
                <a:latin typeface="Times New Roman"/>
                <a:cs typeface="Times New Roman"/>
              </a:rPr>
              <a:t>Android</a:t>
            </a:r>
            <a:r>
              <a:rPr sz="2400" spc="-40" dirty="0">
                <a:solidFill>
                  <a:srgbClr val="404040"/>
                </a:solidFill>
                <a:latin typeface="Times New Roman"/>
                <a:cs typeface="Times New Roman"/>
              </a:rPr>
              <a:t> </a:t>
            </a:r>
            <a:r>
              <a:rPr sz="2400" spc="-60" dirty="0">
                <a:solidFill>
                  <a:srgbClr val="404040"/>
                </a:solidFill>
                <a:latin typeface="Times New Roman"/>
                <a:cs typeface="Times New Roman"/>
              </a:rPr>
              <a:t>Studio:</a:t>
            </a:r>
            <a:endParaRPr sz="2400">
              <a:latin typeface="Times New Roman"/>
              <a:cs typeface="Times New Roman"/>
            </a:endParaRPr>
          </a:p>
          <a:p>
            <a:pPr marL="396875" indent="-183515">
              <a:lnSpc>
                <a:spcPct val="100000"/>
              </a:lnSpc>
              <a:spcBef>
                <a:spcPts val="200"/>
              </a:spcBef>
              <a:buClr>
                <a:srgbClr val="1CACE3"/>
              </a:buClr>
              <a:buFont typeface="Wingdings"/>
              <a:buChar char=""/>
              <a:tabLst>
                <a:tab pos="397510" algn="l"/>
              </a:tabLst>
            </a:pPr>
            <a:r>
              <a:rPr sz="2000" dirty="0">
                <a:solidFill>
                  <a:srgbClr val="404040"/>
                </a:solidFill>
                <a:latin typeface="Times New Roman"/>
                <a:cs typeface="Times New Roman"/>
              </a:rPr>
              <a:t>un</a:t>
            </a:r>
            <a:r>
              <a:rPr sz="2000" spc="-20" dirty="0">
                <a:solidFill>
                  <a:srgbClr val="404040"/>
                </a:solidFill>
                <a:latin typeface="Times New Roman"/>
                <a:cs typeface="Times New Roman"/>
              </a:rPr>
              <a:t> </a:t>
            </a:r>
            <a:r>
              <a:rPr sz="2000" spc="-30" dirty="0">
                <a:solidFill>
                  <a:srgbClr val="404040"/>
                </a:solidFill>
                <a:latin typeface="Times New Roman"/>
                <a:cs typeface="Times New Roman"/>
              </a:rPr>
              <a:t>éditeur</a:t>
            </a:r>
            <a:r>
              <a:rPr sz="2000" spc="-20"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5" dirty="0">
                <a:solidFill>
                  <a:srgbClr val="404040"/>
                </a:solidFill>
                <a:latin typeface="Times New Roman"/>
                <a:cs typeface="Times New Roman"/>
              </a:rPr>
              <a:t> </a:t>
            </a:r>
            <a:r>
              <a:rPr sz="2000" spc="-30" dirty="0">
                <a:solidFill>
                  <a:srgbClr val="404040"/>
                </a:solidFill>
                <a:latin typeface="Times New Roman"/>
                <a:cs typeface="Times New Roman"/>
              </a:rPr>
              <a:t>sources</a:t>
            </a:r>
            <a:r>
              <a:rPr sz="2000" spc="-40" dirty="0">
                <a:solidFill>
                  <a:srgbClr val="404040"/>
                </a:solidFill>
                <a:latin typeface="Times New Roman"/>
                <a:cs typeface="Times New Roman"/>
              </a:rPr>
              <a:t> </a:t>
            </a:r>
            <a:r>
              <a:rPr sz="2000" spc="-10" dirty="0">
                <a:solidFill>
                  <a:srgbClr val="404040"/>
                </a:solidFill>
                <a:latin typeface="Times New Roman"/>
                <a:cs typeface="Times New Roman"/>
              </a:rPr>
              <a:t>et</a:t>
            </a:r>
            <a:r>
              <a:rPr sz="2000" spc="-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10" dirty="0">
                <a:solidFill>
                  <a:srgbClr val="404040"/>
                </a:solidFill>
                <a:latin typeface="Times New Roman"/>
                <a:cs typeface="Times New Roman"/>
              </a:rPr>
              <a:t> </a:t>
            </a:r>
            <a:r>
              <a:rPr sz="2000" spc="-30" dirty="0">
                <a:solidFill>
                  <a:srgbClr val="404040"/>
                </a:solidFill>
                <a:latin typeface="Times New Roman"/>
                <a:cs typeface="Times New Roman"/>
              </a:rPr>
              <a:t>ressources</a:t>
            </a:r>
            <a:endParaRPr sz="2000">
              <a:latin typeface="Times New Roman"/>
              <a:cs typeface="Times New Roman"/>
            </a:endParaRPr>
          </a:p>
          <a:p>
            <a:pPr marL="396875" indent="-183515">
              <a:lnSpc>
                <a:spcPct val="100000"/>
              </a:lnSpc>
              <a:spcBef>
                <a:spcPts val="360"/>
              </a:spcBef>
              <a:buClr>
                <a:srgbClr val="1CACE3"/>
              </a:buClr>
              <a:buFont typeface="Wingdings"/>
              <a:buChar char=""/>
              <a:tabLst>
                <a:tab pos="397510" algn="l"/>
              </a:tabLst>
            </a:pPr>
            <a:r>
              <a:rPr sz="2000" spc="-30" dirty="0">
                <a:solidFill>
                  <a:srgbClr val="404040"/>
                </a:solidFill>
                <a:latin typeface="Times New Roman"/>
                <a:cs typeface="Times New Roman"/>
              </a:rPr>
              <a:t>d</a:t>
            </a:r>
            <a:r>
              <a:rPr sz="2000" spc="-20" dirty="0">
                <a:solidFill>
                  <a:srgbClr val="404040"/>
                </a:solidFill>
                <a:latin typeface="Times New Roman"/>
                <a:cs typeface="Times New Roman"/>
              </a:rPr>
              <a:t>e</a:t>
            </a:r>
            <a:r>
              <a:rPr sz="2000" spc="-50" dirty="0">
                <a:solidFill>
                  <a:srgbClr val="404040"/>
                </a:solidFill>
                <a:latin typeface="Times New Roman"/>
                <a:cs typeface="Times New Roman"/>
              </a:rPr>
              <a:t>s</a:t>
            </a:r>
            <a:r>
              <a:rPr sz="2000" spc="-20" dirty="0">
                <a:solidFill>
                  <a:srgbClr val="404040"/>
                </a:solidFill>
                <a:latin typeface="Times New Roman"/>
                <a:cs typeface="Times New Roman"/>
              </a:rPr>
              <a:t> </a:t>
            </a:r>
            <a:r>
              <a:rPr sz="2000" spc="-40" dirty="0">
                <a:solidFill>
                  <a:srgbClr val="404040"/>
                </a:solidFill>
                <a:latin typeface="Times New Roman"/>
                <a:cs typeface="Times New Roman"/>
              </a:rPr>
              <a:t>outils</a:t>
            </a:r>
            <a:r>
              <a:rPr sz="2000" spc="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5" dirty="0">
                <a:solidFill>
                  <a:srgbClr val="404040"/>
                </a:solidFill>
                <a:latin typeface="Times New Roman"/>
                <a:cs typeface="Times New Roman"/>
              </a:rPr>
              <a:t> </a:t>
            </a:r>
            <a:r>
              <a:rPr sz="2000" spc="-30" dirty="0">
                <a:solidFill>
                  <a:srgbClr val="404040"/>
                </a:solidFill>
                <a:latin typeface="Times New Roman"/>
                <a:cs typeface="Times New Roman"/>
              </a:rPr>
              <a:t>compilation</a:t>
            </a:r>
            <a:r>
              <a:rPr sz="2000" dirty="0">
                <a:solidFill>
                  <a:srgbClr val="404040"/>
                </a:solidFill>
                <a:latin typeface="Times New Roman"/>
                <a:cs typeface="Times New Roman"/>
              </a:rPr>
              <a:t> </a:t>
            </a:r>
            <a:r>
              <a:rPr sz="2000" spc="-120" dirty="0">
                <a:solidFill>
                  <a:srgbClr val="404040"/>
                </a:solidFill>
                <a:latin typeface="Times New Roman"/>
                <a:cs typeface="Times New Roman"/>
              </a:rPr>
              <a:t>:</a:t>
            </a:r>
            <a:r>
              <a:rPr sz="2000" spc="-5" dirty="0">
                <a:solidFill>
                  <a:srgbClr val="404040"/>
                </a:solidFill>
                <a:latin typeface="Times New Roman"/>
                <a:cs typeface="Times New Roman"/>
              </a:rPr>
              <a:t> </a:t>
            </a:r>
            <a:r>
              <a:rPr sz="2000" spc="-60" dirty="0">
                <a:solidFill>
                  <a:srgbClr val="404040"/>
                </a:solidFill>
                <a:latin typeface="Times New Roman"/>
                <a:cs typeface="Times New Roman"/>
              </a:rPr>
              <a:t>g</a:t>
            </a:r>
            <a:r>
              <a:rPr sz="2000" spc="-40" dirty="0">
                <a:solidFill>
                  <a:srgbClr val="404040"/>
                </a:solidFill>
                <a:latin typeface="Times New Roman"/>
                <a:cs typeface="Times New Roman"/>
              </a:rPr>
              <a:t>ra</a:t>
            </a:r>
            <a:r>
              <a:rPr sz="2000" spc="-50" dirty="0">
                <a:solidFill>
                  <a:srgbClr val="404040"/>
                </a:solidFill>
                <a:latin typeface="Times New Roman"/>
                <a:cs typeface="Times New Roman"/>
              </a:rPr>
              <a:t>dle</a:t>
            </a:r>
            <a:endParaRPr sz="2000">
              <a:latin typeface="Times New Roman"/>
              <a:cs typeface="Times New Roman"/>
            </a:endParaRPr>
          </a:p>
          <a:p>
            <a:pPr marL="396875" indent="-183515">
              <a:lnSpc>
                <a:spcPct val="100000"/>
              </a:lnSpc>
              <a:spcBef>
                <a:spcPts val="360"/>
              </a:spcBef>
              <a:buClr>
                <a:srgbClr val="1CACE3"/>
              </a:buClr>
              <a:buFont typeface="Wingdings"/>
              <a:buChar char=""/>
              <a:tabLst>
                <a:tab pos="397510" algn="l"/>
              </a:tabLst>
            </a:pPr>
            <a:r>
              <a:rPr sz="2000" spc="-35" dirty="0">
                <a:solidFill>
                  <a:srgbClr val="404040"/>
                </a:solidFill>
                <a:latin typeface="Times New Roman"/>
                <a:cs typeface="Times New Roman"/>
              </a:rPr>
              <a:t>des</a:t>
            </a:r>
            <a:r>
              <a:rPr sz="2000" spc="-25" dirty="0">
                <a:solidFill>
                  <a:srgbClr val="404040"/>
                </a:solidFill>
                <a:latin typeface="Times New Roman"/>
                <a:cs typeface="Times New Roman"/>
              </a:rPr>
              <a:t> </a:t>
            </a:r>
            <a:r>
              <a:rPr sz="2000" spc="-40" dirty="0">
                <a:solidFill>
                  <a:srgbClr val="404040"/>
                </a:solidFill>
                <a:latin typeface="Times New Roman"/>
                <a:cs typeface="Times New Roman"/>
              </a:rPr>
              <a:t>outils</a:t>
            </a:r>
            <a:r>
              <a:rPr sz="2000"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5" dirty="0">
                <a:solidFill>
                  <a:srgbClr val="404040"/>
                </a:solidFill>
                <a:latin typeface="Times New Roman"/>
                <a:cs typeface="Times New Roman"/>
              </a:rPr>
              <a:t> </a:t>
            </a:r>
            <a:r>
              <a:rPr sz="2000" spc="-10" dirty="0">
                <a:solidFill>
                  <a:srgbClr val="404040"/>
                </a:solidFill>
                <a:latin typeface="Times New Roman"/>
                <a:cs typeface="Times New Roman"/>
              </a:rPr>
              <a:t>test et</a:t>
            </a:r>
            <a:r>
              <a:rPr sz="2000" spc="-5" dirty="0">
                <a:solidFill>
                  <a:srgbClr val="404040"/>
                </a:solidFill>
                <a:latin typeface="Times New Roman"/>
                <a:cs typeface="Times New Roman"/>
              </a:rPr>
              <a:t> </a:t>
            </a:r>
            <a:r>
              <a:rPr sz="2000" spc="-25" dirty="0">
                <a:solidFill>
                  <a:srgbClr val="404040"/>
                </a:solidFill>
                <a:latin typeface="Times New Roman"/>
                <a:cs typeface="Times New Roman"/>
              </a:rPr>
              <a:t>de</a:t>
            </a:r>
            <a:r>
              <a:rPr sz="2000" spc="-5" dirty="0">
                <a:solidFill>
                  <a:srgbClr val="404040"/>
                </a:solidFill>
                <a:latin typeface="Times New Roman"/>
                <a:cs typeface="Times New Roman"/>
              </a:rPr>
              <a:t> </a:t>
            </a:r>
            <a:r>
              <a:rPr sz="2000" spc="-55" dirty="0">
                <a:solidFill>
                  <a:srgbClr val="404040"/>
                </a:solidFill>
                <a:latin typeface="Times New Roman"/>
                <a:cs typeface="Times New Roman"/>
              </a:rPr>
              <a:t>mise</a:t>
            </a:r>
            <a:r>
              <a:rPr sz="2000" spc="-20" dirty="0">
                <a:solidFill>
                  <a:srgbClr val="404040"/>
                </a:solidFill>
                <a:latin typeface="Times New Roman"/>
                <a:cs typeface="Times New Roman"/>
              </a:rPr>
              <a:t> </a:t>
            </a:r>
            <a:r>
              <a:rPr sz="2000" spc="-50" dirty="0">
                <a:solidFill>
                  <a:srgbClr val="404040"/>
                </a:solidFill>
                <a:latin typeface="Times New Roman"/>
                <a:cs typeface="Times New Roman"/>
              </a:rPr>
              <a:t>au</a:t>
            </a:r>
            <a:r>
              <a:rPr sz="2000" spc="-10" dirty="0">
                <a:solidFill>
                  <a:srgbClr val="404040"/>
                </a:solidFill>
                <a:latin typeface="Times New Roman"/>
                <a:cs typeface="Times New Roman"/>
              </a:rPr>
              <a:t> point</a:t>
            </a:r>
            <a:endParaRPr sz="2000">
              <a:latin typeface="Times New Roman"/>
              <a:cs typeface="Times New Roman"/>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694305"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0" dirty="0"/>
              <a:t> </a:t>
            </a:r>
            <a:r>
              <a:rPr spc="-325" dirty="0"/>
              <a:t>S</a:t>
            </a:r>
            <a:r>
              <a:rPr spc="-10" dirty="0"/>
              <a:t>t</a:t>
            </a:r>
            <a:r>
              <a:rPr spc="-90" dirty="0"/>
              <a:t>u</a:t>
            </a:r>
            <a:r>
              <a:rPr spc="-50" dirty="0"/>
              <a:t>d</a:t>
            </a:r>
            <a:r>
              <a:rPr spc="-225" dirty="0"/>
              <a:t>i</a:t>
            </a:r>
            <a:r>
              <a:rPr spc="35" dirty="0"/>
              <a:t>o</a:t>
            </a:r>
          </a:p>
        </p:txBody>
      </p:sp>
      <p:sp>
        <p:nvSpPr>
          <p:cNvPr id="3" name="object 3"/>
          <p:cNvSpPr txBox="1"/>
          <p:nvPr/>
        </p:nvSpPr>
        <p:spPr>
          <a:xfrm>
            <a:off x="1084580" y="1025266"/>
            <a:ext cx="5747385" cy="1042035"/>
          </a:xfrm>
          <a:prstGeom prst="rect">
            <a:avLst/>
          </a:prstGeom>
        </p:spPr>
        <p:txBody>
          <a:bodyPr vert="horz" wrap="square" lIns="0" tIns="154940" rIns="0" bIns="0" rtlCol="0">
            <a:spAutoFit/>
          </a:bodyPr>
          <a:lstStyle/>
          <a:p>
            <a:pPr marL="12700">
              <a:lnSpc>
                <a:spcPct val="100000"/>
              </a:lnSpc>
              <a:spcBef>
                <a:spcPts val="1220"/>
              </a:spcBef>
            </a:pPr>
            <a:r>
              <a:rPr sz="2400" spc="-25" dirty="0">
                <a:solidFill>
                  <a:srgbClr val="404040"/>
                </a:solidFill>
                <a:latin typeface="Times New Roman"/>
                <a:cs typeface="Times New Roman"/>
              </a:rPr>
              <a:t>Pour</a:t>
            </a:r>
            <a:r>
              <a:rPr sz="2400" dirty="0">
                <a:solidFill>
                  <a:srgbClr val="404040"/>
                </a:solidFill>
                <a:latin typeface="Times New Roman"/>
                <a:cs typeface="Times New Roman"/>
              </a:rPr>
              <a:t> </a:t>
            </a:r>
            <a:r>
              <a:rPr sz="2400" spc="-60" dirty="0">
                <a:solidFill>
                  <a:srgbClr val="404040"/>
                </a:solidFill>
                <a:latin typeface="Times New Roman"/>
                <a:cs typeface="Times New Roman"/>
              </a:rPr>
              <a:t>installer</a:t>
            </a:r>
            <a:r>
              <a:rPr sz="2400" dirty="0">
                <a:solidFill>
                  <a:srgbClr val="404040"/>
                </a:solidFill>
                <a:latin typeface="Times New Roman"/>
                <a:cs typeface="Times New Roman"/>
              </a:rPr>
              <a:t> </a:t>
            </a:r>
            <a:r>
              <a:rPr sz="2400" spc="-30" dirty="0">
                <a:solidFill>
                  <a:srgbClr val="404040"/>
                </a:solidFill>
                <a:latin typeface="Times New Roman"/>
                <a:cs typeface="Times New Roman"/>
              </a:rPr>
              <a:t>Android</a:t>
            </a:r>
            <a:r>
              <a:rPr sz="2400" dirty="0">
                <a:solidFill>
                  <a:srgbClr val="404040"/>
                </a:solidFill>
                <a:latin typeface="Times New Roman"/>
                <a:cs typeface="Times New Roman"/>
              </a:rPr>
              <a:t> </a:t>
            </a:r>
            <a:r>
              <a:rPr sz="2400" spc="-65" dirty="0">
                <a:solidFill>
                  <a:srgbClr val="404040"/>
                </a:solidFill>
                <a:latin typeface="Times New Roman"/>
                <a:cs typeface="Times New Roman"/>
              </a:rPr>
              <a:t>Studio,</a:t>
            </a:r>
            <a:r>
              <a:rPr sz="2400" dirty="0">
                <a:solidFill>
                  <a:srgbClr val="404040"/>
                </a:solidFill>
                <a:latin typeface="Times New Roman"/>
                <a:cs typeface="Times New Roman"/>
              </a:rPr>
              <a:t> </a:t>
            </a:r>
            <a:r>
              <a:rPr sz="2400" spc="-55" dirty="0">
                <a:solidFill>
                  <a:srgbClr val="404040"/>
                </a:solidFill>
                <a:latin typeface="Times New Roman"/>
                <a:cs typeface="Times New Roman"/>
              </a:rPr>
              <a:t>accéder</a:t>
            </a:r>
            <a:r>
              <a:rPr sz="2400" spc="10" dirty="0">
                <a:solidFill>
                  <a:srgbClr val="404040"/>
                </a:solidFill>
                <a:latin typeface="Times New Roman"/>
                <a:cs typeface="Times New Roman"/>
              </a:rPr>
              <a:t> </a:t>
            </a:r>
            <a:r>
              <a:rPr sz="2400" spc="-90" dirty="0">
                <a:solidFill>
                  <a:srgbClr val="404040"/>
                </a:solidFill>
                <a:latin typeface="Times New Roman"/>
                <a:cs typeface="Times New Roman"/>
              </a:rPr>
              <a:t>à</a:t>
            </a:r>
            <a:r>
              <a:rPr sz="2400" dirty="0">
                <a:solidFill>
                  <a:srgbClr val="404040"/>
                </a:solidFill>
                <a:latin typeface="Times New Roman"/>
                <a:cs typeface="Times New Roman"/>
              </a:rPr>
              <a:t> </a:t>
            </a:r>
            <a:r>
              <a:rPr sz="2400" spc="-105" dirty="0">
                <a:solidFill>
                  <a:srgbClr val="404040"/>
                </a:solidFill>
                <a:latin typeface="Times New Roman"/>
                <a:cs typeface="Times New Roman"/>
              </a:rPr>
              <a:t>la</a:t>
            </a:r>
            <a:r>
              <a:rPr sz="2400" spc="-5" dirty="0">
                <a:solidFill>
                  <a:srgbClr val="404040"/>
                </a:solidFill>
                <a:latin typeface="Times New Roman"/>
                <a:cs typeface="Times New Roman"/>
              </a:rPr>
              <a:t> </a:t>
            </a:r>
            <a:r>
              <a:rPr sz="2400" spc="-60" dirty="0">
                <a:solidFill>
                  <a:srgbClr val="404040"/>
                </a:solidFill>
                <a:latin typeface="Times New Roman"/>
                <a:cs typeface="Times New Roman"/>
              </a:rPr>
              <a:t>page</a:t>
            </a:r>
            <a:r>
              <a:rPr sz="2400"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a:latin typeface="Times New Roman"/>
              <a:cs typeface="Times New Roman"/>
            </a:endParaRPr>
          </a:p>
          <a:p>
            <a:pPr marL="12700">
              <a:lnSpc>
                <a:spcPct val="100000"/>
              </a:lnSpc>
              <a:spcBef>
                <a:spcPts val="1120"/>
              </a:spcBef>
            </a:pPr>
            <a:r>
              <a:rPr sz="2400" u="heavy" spc="10" dirty="0">
                <a:solidFill>
                  <a:srgbClr val="6DAC1C"/>
                </a:solidFill>
                <a:uFill>
                  <a:solidFill>
                    <a:srgbClr val="6DAC1C"/>
                  </a:solidFill>
                </a:uFill>
                <a:latin typeface="Times New Roman"/>
                <a:cs typeface="Times New Roman"/>
                <a:hlinkClick r:id="rId2"/>
              </a:rPr>
              <a:t>https://developer.android.com/studio</a:t>
            </a:r>
            <a:endParaRPr sz="2400">
              <a:latin typeface="Times New Roman"/>
              <a:cs typeface="Times New Roman"/>
            </a:endParaRPr>
          </a:p>
        </p:txBody>
      </p:sp>
      <p:sp>
        <p:nvSpPr>
          <p:cNvPr id="4" name="object 4"/>
          <p:cNvSpPr txBox="1"/>
          <p:nvPr/>
        </p:nvSpPr>
        <p:spPr>
          <a:xfrm>
            <a:off x="1084580" y="4718050"/>
            <a:ext cx="10085705" cy="1379220"/>
          </a:xfrm>
          <a:prstGeom prst="rect">
            <a:avLst/>
          </a:prstGeom>
        </p:spPr>
        <p:txBody>
          <a:bodyPr vert="horz" wrap="square" lIns="0" tIns="48895" rIns="0" bIns="0" rtlCol="0">
            <a:spAutoFit/>
          </a:bodyPr>
          <a:lstStyle/>
          <a:p>
            <a:pPr marL="12700" marR="5080" algn="just">
              <a:lnSpc>
                <a:spcPct val="90000"/>
              </a:lnSpc>
              <a:spcBef>
                <a:spcPts val="385"/>
              </a:spcBef>
            </a:pPr>
            <a:r>
              <a:rPr sz="2400" spc="-25" dirty="0">
                <a:solidFill>
                  <a:srgbClr val="404040"/>
                </a:solidFill>
                <a:latin typeface="Times New Roman"/>
                <a:cs typeface="Times New Roman"/>
              </a:rPr>
              <a:t>Pour </a:t>
            </a:r>
            <a:r>
              <a:rPr sz="2400" spc="-95" dirty="0">
                <a:solidFill>
                  <a:srgbClr val="404040"/>
                </a:solidFill>
                <a:latin typeface="Times New Roman"/>
                <a:cs typeface="Times New Roman"/>
              </a:rPr>
              <a:t>le </a:t>
            </a:r>
            <a:r>
              <a:rPr sz="2400" spc="-30" dirty="0">
                <a:solidFill>
                  <a:srgbClr val="404040"/>
                </a:solidFill>
                <a:latin typeface="Times New Roman"/>
                <a:cs typeface="Times New Roman"/>
              </a:rPr>
              <a:t>SDK, </a:t>
            </a:r>
            <a:r>
              <a:rPr sz="2400" spc="-50" dirty="0">
                <a:solidFill>
                  <a:srgbClr val="404040"/>
                </a:solidFill>
                <a:latin typeface="Times New Roman"/>
                <a:cs typeface="Times New Roman"/>
              </a:rPr>
              <a:t>vous </a:t>
            </a:r>
            <a:r>
              <a:rPr sz="2400" spc="-90" dirty="0">
                <a:solidFill>
                  <a:srgbClr val="404040"/>
                </a:solidFill>
                <a:latin typeface="Times New Roman"/>
                <a:cs typeface="Times New Roman"/>
              </a:rPr>
              <a:t>avez le </a:t>
            </a:r>
            <a:r>
              <a:rPr sz="2400" spc="-65" dirty="0">
                <a:solidFill>
                  <a:srgbClr val="404040"/>
                </a:solidFill>
                <a:latin typeface="Times New Roman"/>
                <a:cs typeface="Times New Roman"/>
              </a:rPr>
              <a:t>choix, </a:t>
            </a:r>
            <a:r>
              <a:rPr sz="2400" spc="-30" dirty="0">
                <a:solidFill>
                  <a:srgbClr val="404040"/>
                </a:solidFill>
                <a:latin typeface="Times New Roman"/>
                <a:cs typeface="Times New Roman"/>
              </a:rPr>
              <a:t>soit </a:t>
            </a:r>
            <a:r>
              <a:rPr sz="2400" spc="-35" dirty="0">
                <a:solidFill>
                  <a:srgbClr val="404040"/>
                </a:solidFill>
                <a:latin typeface="Times New Roman"/>
                <a:cs typeface="Times New Roman"/>
              </a:rPr>
              <a:t>de </a:t>
            </a:r>
            <a:r>
              <a:rPr sz="2400" spc="-85" dirty="0">
                <a:solidFill>
                  <a:srgbClr val="404040"/>
                </a:solidFill>
                <a:latin typeface="Times New Roman"/>
                <a:cs typeface="Times New Roman"/>
              </a:rPr>
              <a:t>l’installer </a:t>
            </a:r>
            <a:r>
              <a:rPr sz="2400" spc="-30" dirty="0">
                <a:solidFill>
                  <a:srgbClr val="404040"/>
                </a:solidFill>
                <a:latin typeface="Times New Roman"/>
                <a:cs typeface="Times New Roman"/>
              </a:rPr>
              <a:t>automatiquement </a:t>
            </a:r>
            <a:r>
              <a:rPr sz="2400" spc="-100" dirty="0">
                <a:solidFill>
                  <a:srgbClr val="404040"/>
                </a:solidFill>
                <a:latin typeface="Times New Roman"/>
                <a:cs typeface="Times New Roman"/>
              </a:rPr>
              <a:t>avec </a:t>
            </a:r>
            <a:r>
              <a:rPr sz="2400" spc="-65" dirty="0">
                <a:solidFill>
                  <a:srgbClr val="404040"/>
                </a:solidFill>
                <a:latin typeface="Times New Roman"/>
                <a:cs typeface="Times New Roman"/>
              </a:rPr>
              <a:t>Studio, </a:t>
            </a:r>
            <a:r>
              <a:rPr sz="2400" spc="-30" dirty="0">
                <a:solidFill>
                  <a:srgbClr val="404040"/>
                </a:solidFill>
                <a:latin typeface="Times New Roman"/>
                <a:cs typeface="Times New Roman"/>
              </a:rPr>
              <a:t>soit </a:t>
            </a:r>
            <a:r>
              <a:rPr sz="2400" spc="-25" dirty="0">
                <a:solidFill>
                  <a:srgbClr val="404040"/>
                </a:solidFill>
                <a:latin typeface="Times New Roman"/>
                <a:cs typeface="Times New Roman"/>
              </a:rPr>
              <a:t> </a:t>
            </a:r>
            <a:r>
              <a:rPr sz="2400" spc="-35" dirty="0">
                <a:solidFill>
                  <a:srgbClr val="404040"/>
                </a:solidFill>
                <a:latin typeface="Times New Roman"/>
                <a:cs typeface="Times New Roman"/>
              </a:rPr>
              <a:t>de </a:t>
            </a:r>
            <a:r>
              <a:rPr sz="2400" spc="-60" dirty="0">
                <a:solidFill>
                  <a:srgbClr val="404040"/>
                </a:solidFill>
                <a:latin typeface="Times New Roman"/>
                <a:cs typeface="Times New Roman"/>
              </a:rPr>
              <a:t>faire </a:t>
            </a:r>
            <a:r>
              <a:rPr sz="2400" spc="-25" dirty="0">
                <a:solidFill>
                  <a:srgbClr val="404040"/>
                </a:solidFill>
                <a:latin typeface="Times New Roman"/>
                <a:cs typeface="Times New Roman"/>
              </a:rPr>
              <a:t>une </a:t>
            </a:r>
            <a:r>
              <a:rPr sz="2400" spc="-50" dirty="0">
                <a:solidFill>
                  <a:srgbClr val="404040"/>
                </a:solidFill>
                <a:latin typeface="Times New Roman"/>
                <a:cs typeface="Times New Roman"/>
              </a:rPr>
              <a:t>installation </a:t>
            </a:r>
            <a:r>
              <a:rPr sz="2400" spc="-55" dirty="0">
                <a:solidFill>
                  <a:srgbClr val="404040"/>
                </a:solidFill>
                <a:latin typeface="Times New Roman"/>
                <a:cs typeface="Times New Roman"/>
              </a:rPr>
              <a:t>personnalisée. </a:t>
            </a:r>
            <a:r>
              <a:rPr sz="2400" spc="65" dirty="0">
                <a:solidFill>
                  <a:srgbClr val="404040"/>
                </a:solidFill>
                <a:latin typeface="Times New Roman"/>
                <a:cs typeface="Times New Roman"/>
              </a:rPr>
              <a:t>En </a:t>
            </a:r>
            <a:r>
              <a:rPr sz="2400" spc="-70" dirty="0">
                <a:solidFill>
                  <a:srgbClr val="404040"/>
                </a:solidFill>
                <a:latin typeface="Times New Roman"/>
                <a:cs typeface="Times New Roman"/>
              </a:rPr>
              <a:t>général, </a:t>
            </a:r>
            <a:r>
              <a:rPr sz="2400" spc="-50" dirty="0">
                <a:solidFill>
                  <a:srgbClr val="404040"/>
                </a:solidFill>
                <a:latin typeface="Times New Roman"/>
                <a:cs typeface="Times New Roman"/>
              </a:rPr>
              <a:t>vous </a:t>
            </a:r>
            <a:r>
              <a:rPr sz="2400" spc="-40" dirty="0">
                <a:solidFill>
                  <a:srgbClr val="404040"/>
                </a:solidFill>
                <a:latin typeface="Times New Roman"/>
                <a:cs typeface="Times New Roman"/>
              </a:rPr>
              <a:t>pouvez </a:t>
            </a:r>
            <a:r>
              <a:rPr sz="2400" spc="-55" dirty="0">
                <a:solidFill>
                  <a:srgbClr val="404040"/>
                </a:solidFill>
                <a:latin typeface="Times New Roman"/>
                <a:cs typeface="Times New Roman"/>
              </a:rPr>
              <a:t>choisir </a:t>
            </a:r>
            <a:r>
              <a:rPr sz="2400" spc="-70" dirty="0">
                <a:solidFill>
                  <a:srgbClr val="404040"/>
                </a:solidFill>
                <a:latin typeface="Times New Roman"/>
                <a:cs typeface="Times New Roman"/>
              </a:rPr>
              <a:t>ce </a:t>
            </a:r>
            <a:r>
              <a:rPr sz="2400" spc="-45" dirty="0">
                <a:solidFill>
                  <a:srgbClr val="404040"/>
                </a:solidFill>
                <a:latin typeface="Times New Roman"/>
                <a:cs typeface="Times New Roman"/>
              </a:rPr>
              <a:t>que </a:t>
            </a:r>
            <a:r>
              <a:rPr sz="2400" spc="-50" dirty="0">
                <a:solidFill>
                  <a:srgbClr val="404040"/>
                </a:solidFill>
                <a:latin typeface="Times New Roman"/>
                <a:cs typeface="Times New Roman"/>
              </a:rPr>
              <a:t>vous </a:t>
            </a:r>
            <a:r>
              <a:rPr sz="2400" spc="-45" dirty="0">
                <a:solidFill>
                  <a:srgbClr val="404040"/>
                </a:solidFill>
                <a:latin typeface="Times New Roman"/>
                <a:cs typeface="Times New Roman"/>
              </a:rPr>
              <a:t> </a:t>
            </a:r>
            <a:r>
              <a:rPr sz="2400" spc="-60" dirty="0">
                <a:solidFill>
                  <a:srgbClr val="404040"/>
                </a:solidFill>
                <a:latin typeface="Times New Roman"/>
                <a:cs typeface="Times New Roman"/>
              </a:rPr>
              <a:t>voulez</a:t>
            </a:r>
            <a:r>
              <a:rPr sz="2400" spc="-55" dirty="0">
                <a:solidFill>
                  <a:srgbClr val="404040"/>
                </a:solidFill>
                <a:latin typeface="Times New Roman"/>
                <a:cs typeface="Times New Roman"/>
              </a:rPr>
              <a:t> </a:t>
            </a:r>
            <a:r>
              <a:rPr sz="2400" spc="-40" dirty="0">
                <a:solidFill>
                  <a:srgbClr val="404040"/>
                </a:solidFill>
                <a:latin typeface="Times New Roman"/>
                <a:cs typeface="Times New Roman"/>
              </a:rPr>
              <a:t>ajouter</a:t>
            </a:r>
            <a:r>
              <a:rPr sz="2400" spc="525" dirty="0">
                <a:solidFill>
                  <a:srgbClr val="404040"/>
                </a:solidFill>
                <a:latin typeface="Times New Roman"/>
                <a:cs typeface="Times New Roman"/>
              </a:rPr>
              <a:t> </a:t>
            </a:r>
            <a:r>
              <a:rPr sz="2400" spc="-60" dirty="0">
                <a:solidFill>
                  <a:srgbClr val="404040"/>
                </a:solidFill>
                <a:latin typeface="Times New Roman"/>
                <a:cs typeface="Times New Roman"/>
              </a:rPr>
              <a:t>au</a:t>
            </a:r>
            <a:r>
              <a:rPr sz="2400" spc="-55" dirty="0">
                <a:solidFill>
                  <a:srgbClr val="404040"/>
                </a:solidFill>
                <a:latin typeface="Times New Roman"/>
                <a:cs typeface="Times New Roman"/>
              </a:rPr>
              <a:t> </a:t>
            </a:r>
            <a:r>
              <a:rPr sz="2400" spc="-10" dirty="0">
                <a:solidFill>
                  <a:srgbClr val="404040"/>
                </a:solidFill>
                <a:latin typeface="Times New Roman"/>
                <a:cs typeface="Times New Roman"/>
              </a:rPr>
              <a:t>SDK</a:t>
            </a:r>
            <a:r>
              <a:rPr sz="2400" spc="-5" dirty="0">
                <a:solidFill>
                  <a:srgbClr val="404040"/>
                </a:solidFill>
                <a:latin typeface="Times New Roman"/>
                <a:cs typeface="Times New Roman"/>
              </a:rPr>
              <a:t> </a:t>
            </a:r>
            <a:r>
              <a:rPr sz="2400" spc="-55" dirty="0">
                <a:solidFill>
                  <a:srgbClr val="404040"/>
                </a:solidFill>
                <a:latin typeface="Times New Roman"/>
                <a:cs typeface="Times New Roman"/>
              </a:rPr>
              <a:t>(version</a:t>
            </a:r>
            <a:r>
              <a:rPr sz="2400" spc="-50"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40" dirty="0">
                <a:solidFill>
                  <a:srgbClr val="404040"/>
                </a:solidFill>
                <a:latin typeface="Times New Roman"/>
                <a:cs typeface="Times New Roman"/>
              </a:rPr>
              <a:t> </a:t>
            </a:r>
            <a:r>
              <a:rPr sz="2400" spc="-75" dirty="0">
                <a:solidFill>
                  <a:srgbClr val="404040"/>
                </a:solidFill>
                <a:latin typeface="Times New Roman"/>
                <a:cs typeface="Times New Roman"/>
              </a:rPr>
              <a:t>librairies,</a:t>
            </a:r>
            <a:r>
              <a:rPr sz="2400" spc="-70" dirty="0">
                <a:solidFill>
                  <a:srgbClr val="404040"/>
                </a:solidFill>
                <a:latin typeface="Times New Roman"/>
                <a:cs typeface="Times New Roman"/>
              </a:rPr>
              <a:t> </a:t>
            </a:r>
            <a:r>
              <a:rPr sz="2400" spc="-50" dirty="0">
                <a:solidFill>
                  <a:srgbClr val="404040"/>
                </a:solidFill>
                <a:latin typeface="Times New Roman"/>
                <a:cs typeface="Times New Roman"/>
              </a:rPr>
              <a:t>versions</a:t>
            </a:r>
            <a:r>
              <a:rPr sz="2400" spc="-45" dirty="0">
                <a:solidFill>
                  <a:srgbClr val="404040"/>
                </a:solidFill>
                <a:latin typeface="Times New Roman"/>
                <a:cs typeface="Times New Roman"/>
              </a:rPr>
              <a:t> des</a:t>
            </a:r>
            <a:r>
              <a:rPr sz="2400" spc="-40" dirty="0">
                <a:solidFill>
                  <a:srgbClr val="404040"/>
                </a:solidFill>
                <a:latin typeface="Times New Roman"/>
                <a:cs typeface="Times New Roman"/>
              </a:rPr>
              <a:t> </a:t>
            </a:r>
            <a:r>
              <a:rPr sz="2400" spc="-50" dirty="0">
                <a:solidFill>
                  <a:srgbClr val="404040"/>
                </a:solidFill>
                <a:latin typeface="Times New Roman"/>
                <a:cs typeface="Times New Roman"/>
              </a:rPr>
              <a:t>émulateurs</a:t>
            </a:r>
            <a:r>
              <a:rPr sz="2400" spc="-45" dirty="0">
                <a:solidFill>
                  <a:srgbClr val="404040"/>
                </a:solidFill>
                <a:latin typeface="Times New Roman"/>
                <a:cs typeface="Times New Roman"/>
              </a:rPr>
              <a:t> </a:t>
            </a:r>
            <a:r>
              <a:rPr sz="2400" spc="-40" dirty="0">
                <a:solidFill>
                  <a:srgbClr val="404040"/>
                </a:solidFill>
                <a:latin typeface="Times New Roman"/>
                <a:cs typeface="Times New Roman"/>
              </a:rPr>
              <a:t>de </a:t>
            </a:r>
            <a:r>
              <a:rPr sz="2400" spc="-35" dirty="0">
                <a:solidFill>
                  <a:srgbClr val="404040"/>
                </a:solidFill>
                <a:latin typeface="Times New Roman"/>
                <a:cs typeface="Times New Roman"/>
              </a:rPr>
              <a:t> smarphones),</a:t>
            </a:r>
            <a:r>
              <a:rPr sz="2400" spc="10" dirty="0">
                <a:solidFill>
                  <a:srgbClr val="404040"/>
                </a:solidFill>
                <a:latin typeface="Times New Roman"/>
                <a:cs typeface="Times New Roman"/>
              </a:rPr>
              <a:t> </a:t>
            </a:r>
            <a:r>
              <a:rPr sz="2400" spc="-95" dirty="0">
                <a:solidFill>
                  <a:srgbClr val="404040"/>
                </a:solidFill>
                <a:latin typeface="Times New Roman"/>
                <a:cs typeface="Times New Roman"/>
              </a:rPr>
              <a:t>à</a:t>
            </a:r>
            <a:r>
              <a:rPr sz="2400" spc="-5" dirty="0">
                <a:solidFill>
                  <a:srgbClr val="404040"/>
                </a:solidFill>
                <a:latin typeface="Times New Roman"/>
                <a:cs typeface="Times New Roman"/>
              </a:rPr>
              <a:t> </a:t>
            </a:r>
            <a:r>
              <a:rPr sz="2400" spc="-114" dirty="0">
                <a:solidFill>
                  <a:srgbClr val="404040"/>
                </a:solidFill>
                <a:latin typeface="Times New Roman"/>
                <a:cs typeface="Times New Roman"/>
              </a:rPr>
              <a:t>l’aide</a:t>
            </a:r>
            <a:r>
              <a:rPr sz="2400" dirty="0">
                <a:solidFill>
                  <a:srgbClr val="404040"/>
                </a:solidFill>
                <a:latin typeface="Times New Roman"/>
                <a:cs typeface="Times New Roman"/>
              </a:rPr>
              <a:t> </a:t>
            </a:r>
            <a:r>
              <a:rPr sz="2400" spc="-15" dirty="0">
                <a:solidFill>
                  <a:srgbClr val="404040"/>
                </a:solidFill>
                <a:latin typeface="Times New Roman"/>
                <a:cs typeface="Times New Roman"/>
              </a:rPr>
              <a:t>du</a:t>
            </a:r>
            <a:r>
              <a:rPr sz="2400" dirty="0">
                <a:solidFill>
                  <a:srgbClr val="404040"/>
                </a:solidFill>
                <a:latin typeface="Times New Roman"/>
                <a:cs typeface="Times New Roman"/>
              </a:rPr>
              <a:t> </a:t>
            </a:r>
            <a:r>
              <a:rPr sz="2400" spc="-10" dirty="0">
                <a:solidFill>
                  <a:srgbClr val="404040"/>
                </a:solidFill>
                <a:latin typeface="Times New Roman"/>
                <a:cs typeface="Times New Roman"/>
              </a:rPr>
              <a:t>SDK</a:t>
            </a:r>
            <a:r>
              <a:rPr sz="2400" dirty="0">
                <a:solidFill>
                  <a:srgbClr val="404040"/>
                </a:solidFill>
                <a:latin typeface="Times New Roman"/>
                <a:cs typeface="Times New Roman"/>
              </a:rPr>
              <a:t> </a:t>
            </a:r>
            <a:r>
              <a:rPr sz="2400" spc="-80" dirty="0">
                <a:solidFill>
                  <a:srgbClr val="404040"/>
                </a:solidFill>
                <a:latin typeface="Times New Roman"/>
                <a:cs typeface="Times New Roman"/>
              </a:rPr>
              <a:t>Manager.</a:t>
            </a:r>
            <a:endParaRPr sz="2400">
              <a:latin typeface="Times New Roman"/>
              <a:cs typeface="Times New Roman"/>
            </a:endParaRPr>
          </a:p>
        </p:txBody>
      </p:sp>
      <p:grpSp>
        <p:nvGrpSpPr>
          <p:cNvPr id="5" name="object 5"/>
          <p:cNvGrpSpPr/>
          <p:nvPr/>
        </p:nvGrpSpPr>
        <p:grpSpPr>
          <a:xfrm>
            <a:off x="3089148" y="2116835"/>
            <a:ext cx="5721350" cy="2644140"/>
            <a:chOff x="3089148" y="2116835"/>
            <a:chExt cx="5721350" cy="2644140"/>
          </a:xfrm>
        </p:grpSpPr>
        <p:pic>
          <p:nvPicPr>
            <p:cNvPr id="6" name="object 6"/>
            <p:cNvPicPr/>
            <p:nvPr/>
          </p:nvPicPr>
          <p:blipFill>
            <a:blip r:embed="rId3" cstate="print"/>
            <a:stretch>
              <a:fillRect/>
            </a:stretch>
          </p:blipFill>
          <p:spPr>
            <a:xfrm>
              <a:off x="3113408" y="2137314"/>
              <a:ext cx="5680132" cy="2614517"/>
            </a:xfrm>
            <a:prstGeom prst="rect">
              <a:avLst/>
            </a:prstGeom>
          </p:spPr>
        </p:pic>
        <p:sp>
          <p:nvSpPr>
            <p:cNvPr id="7" name="object 7"/>
            <p:cNvSpPr/>
            <p:nvPr/>
          </p:nvSpPr>
          <p:spPr>
            <a:xfrm>
              <a:off x="3093720" y="2121407"/>
              <a:ext cx="5712460" cy="2635250"/>
            </a:xfrm>
            <a:custGeom>
              <a:avLst/>
              <a:gdLst/>
              <a:ahLst/>
              <a:cxnLst/>
              <a:rect l="l" t="t" r="r" b="b"/>
              <a:pathLst>
                <a:path w="5712459" h="2635250">
                  <a:moveTo>
                    <a:pt x="0" y="2634996"/>
                  </a:moveTo>
                  <a:lnTo>
                    <a:pt x="5711952" y="2634996"/>
                  </a:lnTo>
                  <a:lnTo>
                    <a:pt x="5711952" y="0"/>
                  </a:lnTo>
                  <a:lnTo>
                    <a:pt x="0" y="0"/>
                  </a:lnTo>
                  <a:lnTo>
                    <a:pt x="0" y="2634996"/>
                  </a:lnTo>
                  <a:close/>
                </a:path>
              </a:pathLst>
            </a:custGeom>
            <a:ln w="9144">
              <a:solidFill>
                <a:srgbClr val="000000"/>
              </a:solidFill>
            </a:ln>
          </p:spPr>
          <p:txBody>
            <a:bodyPr wrap="square" lIns="0" tIns="0" rIns="0" bIns="0" rtlCol="0"/>
            <a:lstStyle/>
            <a:p>
              <a:endParaRPr/>
            </a:p>
          </p:txBody>
        </p:sp>
      </p:grpSp>
      <p:pic>
        <p:nvPicPr>
          <p:cNvPr id="8" name="object 8"/>
          <p:cNvPicPr/>
          <p:nvPr/>
        </p:nvPicPr>
        <p:blipFill>
          <a:blip r:embed="rId4" cstate="print"/>
          <a:stretch>
            <a:fillRect/>
          </a:stretch>
        </p:blipFill>
        <p:spPr>
          <a:xfrm>
            <a:off x="9166693" y="1384910"/>
            <a:ext cx="2241960" cy="661807"/>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20</a:t>
            </a:fld>
            <a:endParaRP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2694305"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0" dirty="0"/>
              <a:t> </a:t>
            </a:r>
            <a:r>
              <a:rPr spc="-325" dirty="0"/>
              <a:t>S</a:t>
            </a:r>
            <a:r>
              <a:rPr spc="-10" dirty="0"/>
              <a:t>t</a:t>
            </a:r>
            <a:r>
              <a:rPr spc="-90" dirty="0"/>
              <a:t>u</a:t>
            </a:r>
            <a:r>
              <a:rPr spc="-50" dirty="0"/>
              <a:t>d</a:t>
            </a:r>
            <a:r>
              <a:rPr spc="-225" dirty="0"/>
              <a:t>i</a:t>
            </a:r>
            <a:r>
              <a:rPr spc="35" dirty="0"/>
              <a:t>o</a:t>
            </a:r>
          </a:p>
        </p:txBody>
      </p:sp>
      <p:pic>
        <p:nvPicPr>
          <p:cNvPr id="3" name="object 3"/>
          <p:cNvPicPr/>
          <p:nvPr/>
        </p:nvPicPr>
        <p:blipFill>
          <a:blip r:embed="rId2" cstate="print"/>
          <a:stretch>
            <a:fillRect/>
          </a:stretch>
        </p:blipFill>
        <p:spPr>
          <a:xfrm>
            <a:off x="944880" y="1231391"/>
            <a:ext cx="10363200" cy="4951476"/>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21</a:t>
            </a:fld>
            <a:endParaRP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97280" y="1162811"/>
            <a:ext cx="11094720" cy="5171440"/>
            <a:chOff x="1097280" y="1162811"/>
            <a:chExt cx="11094720" cy="5171440"/>
          </a:xfrm>
        </p:grpSpPr>
        <p:pic>
          <p:nvPicPr>
            <p:cNvPr id="3" name="object 3"/>
            <p:cNvPicPr/>
            <p:nvPr/>
          </p:nvPicPr>
          <p:blipFill>
            <a:blip r:embed="rId2" cstate="print"/>
            <a:stretch>
              <a:fillRect/>
            </a:stretch>
          </p:blipFill>
          <p:spPr>
            <a:xfrm>
              <a:off x="2667000" y="1191767"/>
              <a:ext cx="7232904" cy="5132832"/>
            </a:xfrm>
            <a:prstGeom prst="rect">
              <a:avLst/>
            </a:prstGeom>
          </p:spPr>
        </p:pic>
        <p:sp>
          <p:nvSpPr>
            <p:cNvPr id="4" name="object 4"/>
            <p:cNvSpPr/>
            <p:nvPr/>
          </p:nvSpPr>
          <p:spPr>
            <a:xfrm>
              <a:off x="2662427" y="1187195"/>
              <a:ext cx="7242175" cy="5142230"/>
            </a:xfrm>
            <a:custGeom>
              <a:avLst/>
              <a:gdLst/>
              <a:ahLst/>
              <a:cxnLst/>
              <a:rect l="l" t="t" r="r" b="b"/>
              <a:pathLst>
                <a:path w="7242175" h="5142230">
                  <a:moveTo>
                    <a:pt x="0" y="5141976"/>
                  </a:moveTo>
                  <a:lnTo>
                    <a:pt x="7242048" y="5141976"/>
                  </a:lnTo>
                  <a:lnTo>
                    <a:pt x="7242048" y="0"/>
                  </a:lnTo>
                  <a:lnTo>
                    <a:pt x="0" y="0"/>
                  </a:lnTo>
                  <a:lnTo>
                    <a:pt x="0" y="5141976"/>
                  </a:lnTo>
                  <a:close/>
                </a:path>
              </a:pathLst>
            </a:custGeom>
            <a:ln w="9143">
              <a:solidFill>
                <a:srgbClr val="000000"/>
              </a:solidFill>
            </a:ln>
          </p:spPr>
          <p:txBody>
            <a:bodyPr wrap="square" lIns="0" tIns="0" rIns="0" bIns="0" rtlCol="0"/>
            <a:lstStyle/>
            <a:p>
              <a:endParaRPr/>
            </a:p>
          </p:txBody>
        </p:sp>
        <p:pic>
          <p:nvPicPr>
            <p:cNvPr id="5" name="object 5"/>
            <p:cNvPicPr/>
            <p:nvPr/>
          </p:nvPicPr>
          <p:blipFill>
            <a:blip r:embed="rId3" cstate="print"/>
            <a:stretch>
              <a:fillRect/>
            </a:stretch>
          </p:blipFill>
          <p:spPr>
            <a:xfrm>
              <a:off x="8287511" y="2144267"/>
              <a:ext cx="3904487" cy="1571243"/>
            </a:xfrm>
            <a:prstGeom prst="rect">
              <a:avLst/>
            </a:prstGeom>
          </p:spPr>
        </p:pic>
      </p:grpSp>
      <p:sp>
        <p:nvSpPr>
          <p:cNvPr id="6" name="object 6"/>
          <p:cNvSpPr txBox="1">
            <a:spLocks noGrp="1"/>
          </p:cNvSpPr>
          <p:nvPr>
            <p:ph type="title"/>
          </p:nvPr>
        </p:nvSpPr>
        <p:spPr>
          <a:xfrm>
            <a:off x="1176324" y="55626"/>
            <a:ext cx="9379585" cy="1040765"/>
          </a:xfrm>
          <a:prstGeom prst="rect">
            <a:avLst/>
          </a:prstGeom>
        </p:spPr>
        <p:txBody>
          <a:bodyPr vert="horz" wrap="square" lIns="0" tIns="96520" rIns="0" bIns="0" rtlCol="0">
            <a:spAutoFit/>
          </a:bodyPr>
          <a:lstStyle/>
          <a:p>
            <a:pPr marL="12700" marR="5080">
              <a:lnSpc>
                <a:spcPts val="3670"/>
              </a:lnSpc>
              <a:spcBef>
                <a:spcPts val="760"/>
              </a:spcBef>
            </a:pPr>
            <a:r>
              <a:rPr spc="-85" dirty="0"/>
              <a:t>Android</a:t>
            </a:r>
            <a:r>
              <a:rPr spc="-110" dirty="0"/>
              <a:t> Studio</a:t>
            </a:r>
            <a:r>
              <a:rPr spc="-100" dirty="0"/>
              <a:t> </a:t>
            </a:r>
            <a:r>
              <a:rPr spc="-215" dirty="0"/>
              <a:t>:</a:t>
            </a:r>
            <a:r>
              <a:rPr spc="-95" dirty="0"/>
              <a:t> </a:t>
            </a:r>
            <a:r>
              <a:rPr spc="-100" dirty="0"/>
              <a:t>Lancement</a:t>
            </a:r>
            <a:r>
              <a:rPr spc="-105" dirty="0"/>
              <a:t> </a:t>
            </a:r>
            <a:r>
              <a:rPr spc="-50" dirty="0"/>
              <a:t>et</a:t>
            </a:r>
            <a:r>
              <a:rPr spc="-95" dirty="0"/>
              <a:t> </a:t>
            </a:r>
            <a:r>
              <a:rPr spc="-100" dirty="0"/>
              <a:t>configuration</a:t>
            </a:r>
            <a:r>
              <a:rPr spc="-110" dirty="0"/>
              <a:t> </a:t>
            </a:r>
            <a:r>
              <a:rPr spc="-105" dirty="0"/>
              <a:t>(dernière </a:t>
            </a:r>
            <a:r>
              <a:rPr spc="-885" dirty="0"/>
              <a:t> </a:t>
            </a:r>
            <a:r>
              <a:rPr spc="-125" dirty="0"/>
              <a:t>version)</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22</a:t>
            </a:fld>
            <a:endParaRP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5497830"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05" dirty="0"/>
              <a:t> </a:t>
            </a:r>
            <a:r>
              <a:rPr spc="-325" dirty="0"/>
              <a:t>S</a:t>
            </a:r>
            <a:r>
              <a:rPr spc="120" dirty="0"/>
              <a:t>D</a:t>
            </a:r>
            <a:r>
              <a:rPr spc="60" dirty="0"/>
              <a:t>K</a:t>
            </a:r>
            <a:r>
              <a:rPr spc="-110" dirty="0"/>
              <a:t> </a:t>
            </a:r>
            <a:r>
              <a:rPr spc="-254" dirty="0"/>
              <a:t>M</a:t>
            </a:r>
            <a:r>
              <a:rPr spc="-190" dirty="0"/>
              <a:t>a</a:t>
            </a:r>
            <a:r>
              <a:rPr spc="-15" dirty="0"/>
              <a:t>n</a:t>
            </a:r>
            <a:r>
              <a:rPr spc="-190" dirty="0"/>
              <a:t>a</a:t>
            </a:r>
            <a:r>
              <a:rPr spc="-155" dirty="0"/>
              <a:t>g</a:t>
            </a:r>
            <a:r>
              <a:rPr spc="-180" dirty="0"/>
              <a:t>e</a:t>
            </a:r>
            <a:r>
              <a:rPr dirty="0"/>
              <a:t>r</a:t>
            </a:r>
          </a:p>
        </p:txBody>
      </p:sp>
      <p:grpSp>
        <p:nvGrpSpPr>
          <p:cNvPr id="3" name="object 3"/>
          <p:cNvGrpSpPr/>
          <p:nvPr/>
        </p:nvGrpSpPr>
        <p:grpSpPr>
          <a:xfrm>
            <a:off x="943355" y="1327403"/>
            <a:ext cx="11082655" cy="4945380"/>
            <a:chOff x="943355" y="1327403"/>
            <a:chExt cx="11082655" cy="4945380"/>
          </a:xfrm>
        </p:grpSpPr>
        <p:pic>
          <p:nvPicPr>
            <p:cNvPr id="4" name="object 4"/>
            <p:cNvPicPr/>
            <p:nvPr/>
          </p:nvPicPr>
          <p:blipFill>
            <a:blip r:embed="rId2" cstate="print"/>
            <a:stretch>
              <a:fillRect/>
            </a:stretch>
          </p:blipFill>
          <p:spPr>
            <a:xfrm>
              <a:off x="943355" y="1327403"/>
              <a:ext cx="10366248" cy="621791"/>
            </a:xfrm>
            <a:prstGeom prst="rect">
              <a:avLst/>
            </a:prstGeom>
          </p:spPr>
        </p:pic>
        <p:pic>
          <p:nvPicPr>
            <p:cNvPr id="5" name="object 5"/>
            <p:cNvPicPr/>
            <p:nvPr/>
          </p:nvPicPr>
          <p:blipFill>
            <a:blip r:embed="rId3" cstate="print"/>
            <a:stretch>
              <a:fillRect/>
            </a:stretch>
          </p:blipFill>
          <p:spPr>
            <a:xfrm>
              <a:off x="5721096" y="2450591"/>
              <a:ext cx="6304788" cy="3822191"/>
            </a:xfrm>
            <a:prstGeom prst="rect">
              <a:avLst/>
            </a:prstGeom>
          </p:spPr>
        </p:pic>
      </p:grpSp>
      <p:sp>
        <p:nvSpPr>
          <p:cNvPr id="6" name="object 6"/>
          <p:cNvSpPr txBox="1"/>
          <p:nvPr/>
        </p:nvSpPr>
        <p:spPr>
          <a:xfrm>
            <a:off x="837691" y="1918208"/>
            <a:ext cx="4719955" cy="3867150"/>
          </a:xfrm>
          <a:prstGeom prst="rect">
            <a:avLst/>
          </a:prstGeom>
        </p:spPr>
        <p:txBody>
          <a:bodyPr vert="horz" wrap="square" lIns="0" tIns="12700" rIns="0" bIns="0" rtlCol="0">
            <a:spAutoFit/>
          </a:bodyPr>
          <a:lstStyle/>
          <a:p>
            <a:pPr marL="355600" indent="-342900" algn="just">
              <a:lnSpc>
                <a:spcPct val="100000"/>
              </a:lnSpc>
              <a:spcBef>
                <a:spcPts val="100"/>
              </a:spcBef>
              <a:buFont typeface="Wingdings"/>
              <a:buChar char=""/>
              <a:tabLst>
                <a:tab pos="355600" algn="l"/>
              </a:tabLst>
            </a:pPr>
            <a:r>
              <a:rPr sz="1800" spc="-5" dirty="0">
                <a:latin typeface="Times New Roman"/>
                <a:cs typeface="Times New Roman"/>
              </a:rPr>
              <a:t>Gère</a:t>
            </a:r>
            <a:r>
              <a:rPr sz="1800" spc="-10" dirty="0">
                <a:latin typeface="Times New Roman"/>
                <a:cs typeface="Times New Roman"/>
              </a:rPr>
              <a:t> </a:t>
            </a:r>
            <a:r>
              <a:rPr sz="1800" spc="-70" dirty="0">
                <a:latin typeface="Times New Roman"/>
                <a:cs typeface="Times New Roman"/>
              </a:rPr>
              <a:t>les</a:t>
            </a:r>
            <a:r>
              <a:rPr sz="1800" spc="15" dirty="0">
                <a:latin typeface="Times New Roman"/>
                <a:cs typeface="Times New Roman"/>
              </a:rPr>
              <a:t> </a:t>
            </a:r>
            <a:r>
              <a:rPr sz="1800" spc="-40" dirty="0">
                <a:latin typeface="Times New Roman"/>
                <a:cs typeface="Times New Roman"/>
              </a:rPr>
              <a:t>versions</a:t>
            </a:r>
            <a:r>
              <a:rPr sz="1800" spc="15" dirty="0">
                <a:latin typeface="Times New Roman"/>
                <a:cs typeface="Times New Roman"/>
              </a:rPr>
              <a:t> </a:t>
            </a:r>
            <a:r>
              <a:rPr sz="1800" spc="-10" dirty="0">
                <a:latin typeface="Times New Roman"/>
                <a:cs typeface="Times New Roman"/>
              </a:rPr>
              <a:t>du</a:t>
            </a:r>
            <a:r>
              <a:rPr sz="1800" spc="-5" dirty="0">
                <a:latin typeface="Times New Roman"/>
                <a:cs typeface="Times New Roman"/>
              </a:rPr>
              <a:t> </a:t>
            </a:r>
            <a:r>
              <a:rPr sz="1800" spc="-10" dirty="0">
                <a:latin typeface="Times New Roman"/>
                <a:cs typeface="Times New Roman"/>
              </a:rPr>
              <a:t>SDK</a:t>
            </a:r>
            <a:r>
              <a:rPr sz="1800" spc="-5" dirty="0">
                <a:latin typeface="Times New Roman"/>
                <a:cs typeface="Times New Roman"/>
              </a:rPr>
              <a:t> </a:t>
            </a:r>
            <a:r>
              <a:rPr sz="1800" spc="-40" dirty="0">
                <a:latin typeface="Times New Roman"/>
                <a:cs typeface="Times New Roman"/>
              </a:rPr>
              <a:t>d’Android</a:t>
            </a:r>
            <a:r>
              <a:rPr sz="1800" spc="-15" dirty="0">
                <a:latin typeface="Times New Roman"/>
                <a:cs typeface="Times New Roman"/>
              </a:rPr>
              <a:t> </a:t>
            </a:r>
            <a:r>
              <a:rPr sz="1800" spc="-50" dirty="0">
                <a:latin typeface="Times New Roman"/>
                <a:cs typeface="Times New Roman"/>
              </a:rPr>
              <a:t>installés</a:t>
            </a:r>
            <a:endParaRPr sz="1800" dirty="0">
              <a:latin typeface="Times New Roman"/>
              <a:cs typeface="Times New Roman"/>
            </a:endParaRPr>
          </a:p>
          <a:p>
            <a:pPr marL="355600" marR="6350" indent="-342900" algn="just">
              <a:lnSpc>
                <a:spcPct val="100000"/>
              </a:lnSpc>
              <a:buFont typeface="Wingdings"/>
              <a:buChar char=""/>
              <a:tabLst>
                <a:tab pos="355600" algn="l"/>
              </a:tabLst>
            </a:pPr>
            <a:r>
              <a:rPr sz="1800" spc="-5" dirty="0">
                <a:latin typeface="Times New Roman"/>
                <a:cs typeface="Times New Roman"/>
              </a:rPr>
              <a:t>Gère </a:t>
            </a:r>
            <a:r>
              <a:rPr sz="1800" spc="-65" dirty="0">
                <a:latin typeface="Times New Roman"/>
                <a:cs typeface="Times New Roman"/>
              </a:rPr>
              <a:t>les </a:t>
            </a:r>
            <a:r>
              <a:rPr sz="1800" spc="-60" dirty="0">
                <a:latin typeface="Times New Roman"/>
                <a:cs typeface="Times New Roman"/>
              </a:rPr>
              <a:t>images </a:t>
            </a:r>
            <a:r>
              <a:rPr sz="1800" spc="-35" dirty="0">
                <a:latin typeface="Times New Roman"/>
                <a:cs typeface="Times New Roman"/>
              </a:rPr>
              <a:t>des périphériques </a:t>
            </a:r>
            <a:r>
              <a:rPr sz="1800" spc="-45" dirty="0">
                <a:latin typeface="Times New Roman"/>
                <a:cs typeface="Times New Roman"/>
              </a:rPr>
              <a:t>virtuels: </a:t>
            </a:r>
            <a:r>
              <a:rPr sz="1800" spc="-20" dirty="0">
                <a:latin typeface="Times New Roman"/>
                <a:cs typeface="Times New Roman"/>
              </a:rPr>
              <a:t>Pour </a:t>
            </a:r>
            <a:r>
              <a:rPr sz="1800" spc="-15" dirty="0">
                <a:latin typeface="Times New Roman"/>
                <a:cs typeface="Times New Roman"/>
              </a:rPr>
              <a:t> </a:t>
            </a:r>
            <a:r>
              <a:rPr sz="1800" spc="-80" dirty="0">
                <a:latin typeface="Times New Roman"/>
                <a:cs typeface="Times New Roman"/>
              </a:rPr>
              <a:t>ARM,</a:t>
            </a:r>
            <a:r>
              <a:rPr sz="1800" spc="-75" dirty="0">
                <a:latin typeface="Times New Roman"/>
                <a:cs typeface="Times New Roman"/>
              </a:rPr>
              <a:t> </a:t>
            </a:r>
            <a:r>
              <a:rPr sz="1800" dirty="0">
                <a:latin typeface="Times New Roman"/>
                <a:cs typeface="Times New Roman"/>
              </a:rPr>
              <a:t>pour</a:t>
            </a:r>
            <a:r>
              <a:rPr sz="1800" spc="5" dirty="0">
                <a:latin typeface="Times New Roman"/>
                <a:cs typeface="Times New Roman"/>
              </a:rPr>
              <a:t> </a:t>
            </a:r>
            <a:r>
              <a:rPr sz="1800" spc="10" dirty="0">
                <a:latin typeface="Times New Roman"/>
                <a:cs typeface="Times New Roman"/>
              </a:rPr>
              <a:t>INTEL,</a:t>
            </a:r>
            <a:r>
              <a:rPr sz="1800" spc="15" dirty="0">
                <a:latin typeface="Times New Roman"/>
                <a:cs typeface="Times New Roman"/>
              </a:rPr>
              <a:t> </a:t>
            </a:r>
            <a:r>
              <a:rPr sz="1800" dirty="0">
                <a:latin typeface="Times New Roman"/>
                <a:cs typeface="Times New Roman"/>
              </a:rPr>
              <a:t>pour</a:t>
            </a:r>
            <a:r>
              <a:rPr sz="1800" spc="5" dirty="0">
                <a:latin typeface="Times New Roman"/>
                <a:cs typeface="Times New Roman"/>
              </a:rPr>
              <a:t> </a:t>
            </a:r>
            <a:r>
              <a:rPr sz="1800" spc="-40" dirty="0">
                <a:latin typeface="Times New Roman"/>
                <a:cs typeface="Times New Roman"/>
              </a:rPr>
              <a:t>chaque</a:t>
            </a:r>
            <a:r>
              <a:rPr sz="1800" spc="-35" dirty="0">
                <a:latin typeface="Times New Roman"/>
                <a:cs typeface="Times New Roman"/>
              </a:rPr>
              <a:t> </a:t>
            </a:r>
            <a:r>
              <a:rPr sz="1800" spc="-40" dirty="0">
                <a:latin typeface="Times New Roman"/>
                <a:cs typeface="Times New Roman"/>
              </a:rPr>
              <a:t>version </a:t>
            </a:r>
            <a:r>
              <a:rPr sz="1800" spc="-35" dirty="0">
                <a:latin typeface="Times New Roman"/>
                <a:cs typeface="Times New Roman"/>
              </a:rPr>
              <a:t> </a:t>
            </a:r>
            <a:r>
              <a:rPr sz="1800" spc="-40" dirty="0">
                <a:latin typeface="Times New Roman"/>
                <a:cs typeface="Times New Roman"/>
              </a:rPr>
              <a:t>d’Android</a:t>
            </a:r>
            <a:endParaRPr sz="1800" dirty="0">
              <a:latin typeface="Times New Roman"/>
              <a:cs typeface="Times New Roman"/>
            </a:endParaRPr>
          </a:p>
          <a:p>
            <a:pPr marL="355600" indent="-342900" algn="just">
              <a:lnSpc>
                <a:spcPct val="100000"/>
              </a:lnSpc>
              <a:buFont typeface="Wingdings"/>
              <a:buChar char=""/>
              <a:tabLst>
                <a:tab pos="355600" algn="l"/>
              </a:tabLst>
            </a:pPr>
            <a:r>
              <a:rPr sz="1800" spc="-5" dirty="0">
                <a:latin typeface="Times New Roman"/>
                <a:cs typeface="Times New Roman"/>
              </a:rPr>
              <a:t>Gère </a:t>
            </a:r>
            <a:r>
              <a:rPr sz="1800" spc="-70" dirty="0">
                <a:latin typeface="Times New Roman"/>
                <a:cs typeface="Times New Roman"/>
              </a:rPr>
              <a:t>les</a:t>
            </a:r>
            <a:r>
              <a:rPr sz="1800" spc="20" dirty="0">
                <a:latin typeface="Times New Roman"/>
                <a:cs typeface="Times New Roman"/>
              </a:rPr>
              <a:t> </a:t>
            </a:r>
            <a:r>
              <a:rPr sz="1800" spc="-35" dirty="0">
                <a:latin typeface="Times New Roman"/>
                <a:cs typeface="Times New Roman"/>
              </a:rPr>
              <a:t>sources</a:t>
            </a:r>
            <a:r>
              <a:rPr sz="1800" spc="20" dirty="0">
                <a:latin typeface="Times New Roman"/>
                <a:cs typeface="Times New Roman"/>
              </a:rPr>
              <a:t> </a:t>
            </a:r>
            <a:r>
              <a:rPr sz="1800" spc="-35" dirty="0">
                <a:latin typeface="Times New Roman"/>
                <a:cs typeface="Times New Roman"/>
              </a:rPr>
              <a:t>des</a:t>
            </a:r>
            <a:r>
              <a:rPr sz="1800" spc="15" dirty="0">
                <a:latin typeface="Times New Roman"/>
                <a:cs typeface="Times New Roman"/>
              </a:rPr>
              <a:t> </a:t>
            </a:r>
            <a:r>
              <a:rPr sz="1800" spc="-30" dirty="0">
                <a:latin typeface="Times New Roman"/>
                <a:cs typeface="Times New Roman"/>
              </a:rPr>
              <a:t>différents</a:t>
            </a:r>
            <a:r>
              <a:rPr sz="1800" spc="15" dirty="0">
                <a:latin typeface="Times New Roman"/>
                <a:cs typeface="Times New Roman"/>
              </a:rPr>
              <a:t> </a:t>
            </a:r>
            <a:r>
              <a:rPr sz="1800" spc="-10" dirty="0">
                <a:latin typeface="Times New Roman"/>
                <a:cs typeface="Times New Roman"/>
              </a:rPr>
              <a:t>SDK</a:t>
            </a:r>
            <a:endParaRPr sz="1800" dirty="0">
              <a:latin typeface="Times New Roman"/>
              <a:cs typeface="Times New Roman"/>
            </a:endParaRPr>
          </a:p>
          <a:p>
            <a:pPr marL="355600" indent="-342900" algn="just">
              <a:lnSpc>
                <a:spcPct val="100000"/>
              </a:lnSpc>
              <a:buFont typeface="Wingdings"/>
              <a:buChar char=""/>
              <a:tabLst>
                <a:tab pos="355600" algn="l"/>
              </a:tabLst>
            </a:pPr>
            <a:r>
              <a:rPr sz="1800" spc="-5" dirty="0">
                <a:latin typeface="Times New Roman"/>
                <a:cs typeface="Times New Roman"/>
              </a:rPr>
              <a:t>Gère</a:t>
            </a:r>
            <a:r>
              <a:rPr sz="1800" spc="-10" dirty="0">
                <a:latin typeface="Times New Roman"/>
                <a:cs typeface="Times New Roman"/>
              </a:rPr>
              <a:t> </a:t>
            </a:r>
            <a:r>
              <a:rPr sz="1800" spc="-70" dirty="0">
                <a:latin typeface="Times New Roman"/>
                <a:cs typeface="Times New Roman"/>
              </a:rPr>
              <a:t>les</a:t>
            </a:r>
            <a:r>
              <a:rPr sz="1800" spc="20" dirty="0">
                <a:latin typeface="Times New Roman"/>
                <a:cs typeface="Times New Roman"/>
              </a:rPr>
              <a:t> </a:t>
            </a:r>
            <a:r>
              <a:rPr sz="1800" spc="-35" dirty="0">
                <a:latin typeface="Times New Roman"/>
                <a:cs typeface="Times New Roman"/>
              </a:rPr>
              <a:t>sources</a:t>
            </a:r>
            <a:r>
              <a:rPr sz="1800" spc="15" dirty="0">
                <a:latin typeface="Times New Roman"/>
                <a:cs typeface="Times New Roman"/>
              </a:rPr>
              <a:t> </a:t>
            </a:r>
            <a:r>
              <a:rPr sz="1800" spc="-35" dirty="0">
                <a:latin typeface="Times New Roman"/>
                <a:cs typeface="Times New Roman"/>
              </a:rPr>
              <a:t>des</a:t>
            </a:r>
            <a:r>
              <a:rPr sz="1800" spc="10" dirty="0">
                <a:latin typeface="Times New Roman"/>
                <a:cs typeface="Times New Roman"/>
              </a:rPr>
              <a:t> </a:t>
            </a:r>
            <a:r>
              <a:rPr sz="1800" spc="-55" dirty="0">
                <a:latin typeface="Times New Roman"/>
                <a:cs typeface="Times New Roman"/>
              </a:rPr>
              <a:t>exemples</a:t>
            </a:r>
            <a:endParaRPr sz="1800" dirty="0">
              <a:latin typeface="Times New Roman"/>
              <a:cs typeface="Times New Roman"/>
            </a:endParaRPr>
          </a:p>
          <a:p>
            <a:pPr>
              <a:lnSpc>
                <a:spcPct val="100000"/>
              </a:lnSpc>
              <a:spcBef>
                <a:spcPts val="5"/>
              </a:spcBef>
            </a:pPr>
            <a:endParaRPr sz="1900" dirty="0">
              <a:latin typeface="Times New Roman"/>
              <a:cs typeface="Times New Roman"/>
            </a:endParaRPr>
          </a:p>
          <a:p>
            <a:pPr marL="12700" marR="5080" algn="just">
              <a:lnSpc>
                <a:spcPct val="99700"/>
              </a:lnSpc>
            </a:pPr>
            <a:r>
              <a:rPr sz="1800" dirty="0">
                <a:latin typeface="Wingdings"/>
                <a:cs typeface="Wingdings"/>
              </a:rPr>
              <a:t></a:t>
            </a:r>
            <a:r>
              <a:rPr sz="1800" spc="5" dirty="0">
                <a:latin typeface="Times New Roman"/>
                <a:cs typeface="Times New Roman"/>
              </a:rPr>
              <a:t> </a:t>
            </a:r>
            <a:r>
              <a:rPr sz="1800" spc="-40" dirty="0">
                <a:latin typeface="Times New Roman"/>
                <a:cs typeface="Times New Roman"/>
              </a:rPr>
              <a:t>Choisir</a:t>
            </a:r>
            <a:r>
              <a:rPr sz="1800" spc="-35" dirty="0">
                <a:latin typeface="Times New Roman"/>
                <a:cs typeface="Times New Roman"/>
              </a:rPr>
              <a:t> </a:t>
            </a:r>
            <a:r>
              <a:rPr sz="1800" spc="-65" dirty="0">
                <a:latin typeface="Times New Roman"/>
                <a:cs typeface="Times New Roman"/>
              </a:rPr>
              <a:t>celles</a:t>
            </a:r>
            <a:r>
              <a:rPr sz="1800" spc="-60" dirty="0">
                <a:latin typeface="Times New Roman"/>
                <a:cs typeface="Times New Roman"/>
              </a:rPr>
              <a:t> </a:t>
            </a:r>
            <a:r>
              <a:rPr sz="1800" spc="-45" dirty="0">
                <a:latin typeface="Times New Roman"/>
                <a:cs typeface="Times New Roman"/>
              </a:rPr>
              <a:t>qui</a:t>
            </a:r>
            <a:r>
              <a:rPr sz="1800" spc="-40" dirty="0">
                <a:latin typeface="Times New Roman"/>
                <a:cs typeface="Times New Roman"/>
              </a:rPr>
              <a:t> </a:t>
            </a:r>
            <a:r>
              <a:rPr sz="1800" spc="-10" dirty="0">
                <a:latin typeface="Times New Roman"/>
                <a:cs typeface="Times New Roman"/>
              </a:rPr>
              <a:t>correspondent</a:t>
            </a:r>
            <a:r>
              <a:rPr sz="1800" spc="-5" dirty="0">
                <a:latin typeface="Times New Roman"/>
                <a:cs typeface="Times New Roman"/>
              </a:rPr>
              <a:t> </a:t>
            </a:r>
            <a:r>
              <a:rPr sz="1800" spc="-60" dirty="0">
                <a:latin typeface="Times New Roman"/>
                <a:cs typeface="Times New Roman"/>
              </a:rPr>
              <a:t>aux</a:t>
            </a:r>
            <a:r>
              <a:rPr sz="1800" spc="-55" dirty="0">
                <a:latin typeface="Times New Roman"/>
                <a:cs typeface="Times New Roman"/>
              </a:rPr>
              <a:t> </a:t>
            </a:r>
            <a:r>
              <a:rPr sz="1800" spc="-45" dirty="0">
                <a:latin typeface="Times New Roman"/>
                <a:cs typeface="Times New Roman"/>
              </a:rPr>
              <a:t>types</a:t>
            </a:r>
            <a:r>
              <a:rPr sz="1800" spc="-40" dirty="0">
                <a:latin typeface="Times New Roman"/>
                <a:cs typeface="Times New Roman"/>
              </a:rPr>
              <a:t> </a:t>
            </a:r>
            <a:r>
              <a:rPr sz="1800" spc="-25" dirty="0">
                <a:latin typeface="Times New Roman"/>
                <a:cs typeface="Times New Roman"/>
              </a:rPr>
              <a:t>de </a:t>
            </a:r>
            <a:r>
              <a:rPr sz="1800" spc="-20" dirty="0">
                <a:latin typeface="Times New Roman"/>
                <a:cs typeface="Times New Roman"/>
              </a:rPr>
              <a:t> </a:t>
            </a:r>
            <a:r>
              <a:rPr sz="1800" spc="-25" dirty="0">
                <a:latin typeface="Times New Roman"/>
                <a:cs typeface="Times New Roman"/>
              </a:rPr>
              <a:t>téléphones</a:t>
            </a:r>
            <a:r>
              <a:rPr sz="1800" spc="30" dirty="0">
                <a:latin typeface="Times New Roman"/>
                <a:cs typeface="Times New Roman"/>
              </a:rPr>
              <a:t> </a:t>
            </a:r>
            <a:r>
              <a:rPr sz="1800" spc="-45" dirty="0">
                <a:latin typeface="Times New Roman"/>
                <a:cs typeface="Times New Roman"/>
              </a:rPr>
              <a:t>qu’on</a:t>
            </a:r>
            <a:r>
              <a:rPr sz="1800" spc="25" dirty="0">
                <a:latin typeface="Times New Roman"/>
                <a:cs typeface="Times New Roman"/>
              </a:rPr>
              <a:t> </a:t>
            </a:r>
            <a:r>
              <a:rPr sz="1800" spc="-70" dirty="0">
                <a:latin typeface="Times New Roman"/>
                <a:cs typeface="Times New Roman"/>
              </a:rPr>
              <a:t>vise,</a:t>
            </a:r>
            <a:r>
              <a:rPr sz="1800" spc="30" dirty="0">
                <a:latin typeface="Times New Roman"/>
                <a:cs typeface="Times New Roman"/>
              </a:rPr>
              <a:t> </a:t>
            </a:r>
            <a:r>
              <a:rPr sz="1800" spc="-55" dirty="0">
                <a:latin typeface="Times New Roman"/>
                <a:cs typeface="Times New Roman"/>
              </a:rPr>
              <a:t>mais</a:t>
            </a:r>
            <a:r>
              <a:rPr sz="1800" spc="30" dirty="0">
                <a:latin typeface="Times New Roman"/>
                <a:cs typeface="Times New Roman"/>
              </a:rPr>
              <a:t> </a:t>
            </a:r>
            <a:r>
              <a:rPr sz="1800" spc="10" dirty="0">
                <a:latin typeface="Times New Roman"/>
                <a:cs typeface="Times New Roman"/>
              </a:rPr>
              <a:t>tout</a:t>
            </a:r>
            <a:r>
              <a:rPr sz="1800" spc="30" dirty="0">
                <a:latin typeface="Times New Roman"/>
                <a:cs typeface="Times New Roman"/>
              </a:rPr>
              <a:t> </a:t>
            </a:r>
            <a:r>
              <a:rPr sz="1800" spc="-65" dirty="0">
                <a:latin typeface="Times New Roman"/>
                <a:cs typeface="Times New Roman"/>
              </a:rPr>
              <a:t>n’est</a:t>
            </a:r>
            <a:r>
              <a:rPr sz="1800" spc="35" dirty="0">
                <a:latin typeface="Times New Roman"/>
                <a:cs typeface="Times New Roman"/>
              </a:rPr>
              <a:t> </a:t>
            </a:r>
            <a:r>
              <a:rPr sz="1800" spc="-35" dirty="0">
                <a:latin typeface="Times New Roman"/>
                <a:cs typeface="Times New Roman"/>
              </a:rPr>
              <a:t>pas</a:t>
            </a:r>
            <a:r>
              <a:rPr sz="1800" spc="35" dirty="0">
                <a:latin typeface="Times New Roman"/>
                <a:cs typeface="Times New Roman"/>
              </a:rPr>
              <a:t> </a:t>
            </a:r>
            <a:r>
              <a:rPr sz="1800" spc="-70" dirty="0">
                <a:latin typeface="Times New Roman"/>
                <a:cs typeface="Times New Roman"/>
              </a:rPr>
              <a:t>à</a:t>
            </a:r>
            <a:r>
              <a:rPr sz="1800" spc="30" dirty="0">
                <a:latin typeface="Times New Roman"/>
                <a:cs typeface="Times New Roman"/>
              </a:rPr>
              <a:t> </a:t>
            </a:r>
            <a:r>
              <a:rPr sz="1800" spc="-45" dirty="0">
                <a:latin typeface="Times New Roman"/>
                <a:cs typeface="Times New Roman"/>
              </a:rPr>
              <a:t>installer</a:t>
            </a:r>
            <a:r>
              <a:rPr sz="1800" spc="40" dirty="0">
                <a:latin typeface="Times New Roman"/>
                <a:cs typeface="Times New Roman"/>
              </a:rPr>
              <a:t> </a:t>
            </a:r>
            <a:r>
              <a:rPr sz="1800" spc="-110" dirty="0">
                <a:latin typeface="Times New Roman"/>
                <a:cs typeface="Times New Roman"/>
              </a:rPr>
              <a:t>: </a:t>
            </a:r>
            <a:r>
              <a:rPr sz="1800" spc="-440" dirty="0">
                <a:latin typeface="Times New Roman"/>
                <a:cs typeface="Times New Roman"/>
              </a:rPr>
              <a:t> </a:t>
            </a:r>
            <a:r>
              <a:rPr sz="1800" spc="-95" dirty="0">
                <a:latin typeface="Times New Roman"/>
                <a:cs typeface="Times New Roman"/>
              </a:rPr>
              <a:t>il</a:t>
            </a:r>
            <a:r>
              <a:rPr sz="1800" spc="-90" dirty="0">
                <a:latin typeface="Times New Roman"/>
                <a:cs typeface="Times New Roman"/>
              </a:rPr>
              <a:t> </a:t>
            </a:r>
            <a:r>
              <a:rPr sz="1800" spc="-25" dirty="0">
                <a:latin typeface="Times New Roman"/>
                <a:cs typeface="Times New Roman"/>
              </a:rPr>
              <a:t>faut</a:t>
            </a:r>
            <a:r>
              <a:rPr sz="1800" spc="-20" dirty="0">
                <a:latin typeface="Times New Roman"/>
                <a:cs typeface="Times New Roman"/>
              </a:rPr>
              <a:t> </a:t>
            </a:r>
            <a:r>
              <a:rPr sz="1800" spc="-30" dirty="0">
                <a:latin typeface="Times New Roman"/>
                <a:cs typeface="Times New Roman"/>
              </a:rPr>
              <a:t>cocher</a:t>
            </a:r>
            <a:r>
              <a:rPr sz="1800" spc="-25" dirty="0">
                <a:latin typeface="Times New Roman"/>
                <a:cs typeface="Times New Roman"/>
              </a:rPr>
              <a:t> </a:t>
            </a:r>
            <a:r>
              <a:rPr sz="1800" spc="-65" dirty="0">
                <a:latin typeface="Times New Roman"/>
                <a:cs typeface="Times New Roman"/>
              </a:rPr>
              <a:t>Show</a:t>
            </a:r>
            <a:r>
              <a:rPr sz="1800" spc="-60" dirty="0">
                <a:latin typeface="Times New Roman"/>
                <a:cs typeface="Times New Roman"/>
              </a:rPr>
              <a:t> </a:t>
            </a:r>
            <a:r>
              <a:rPr sz="1800" spc="-65" dirty="0">
                <a:latin typeface="Times New Roman"/>
                <a:cs typeface="Times New Roman"/>
              </a:rPr>
              <a:t>Package</a:t>
            </a:r>
            <a:r>
              <a:rPr sz="1800" spc="-60" dirty="0">
                <a:latin typeface="Times New Roman"/>
                <a:cs typeface="Times New Roman"/>
              </a:rPr>
              <a:t> </a:t>
            </a:r>
            <a:r>
              <a:rPr sz="1800" spc="-45" dirty="0">
                <a:latin typeface="Times New Roman"/>
                <a:cs typeface="Times New Roman"/>
              </a:rPr>
              <a:t>Details,</a:t>
            </a:r>
            <a:r>
              <a:rPr sz="1800" spc="-40" dirty="0">
                <a:latin typeface="Times New Roman"/>
                <a:cs typeface="Times New Roman"/>
              </a:rPr>
              <a:t> </a:t>
            </a:r>
            <a:r>
              <a:rPr sz="1800" spc="-35" dirty="0">
                <a:latin typeface="Times New Roman"/>
                <a:cs typeface="Times New Roman"/>
              </a:rPr>
              <a:t>puis</a:t>
            </a:r>
            <a:r>
              <a:rPr sz="1800" spc="-30" dirty="0">
                <a:latin typeface="Times New Roman"/>
                <a:cs typeface="Times New Roman"/>
              </a:rPr>
              <a:t> </a:t>
            </a:r>
            <a:r>
              <a:rPr sz="1800" spc="-40" dirty="0">
                <a:latin typeface="Times New Roman"/>
                <a:cs typeface="Times New Roman"/>
              </a:rPr>
              <a:t>choisir </a:t>
            </a:r>
            <a:r>
              <a:rPr sz="1800" spc="-35" dirty="0">
                <a:latin typeface="Times New Roman"/>
                <a:cs typeface="Times New Roman"/>
              </a:rPr>
              <a:t> élément</a:t>
            </a:r>
            <a:r>
              <a:rPr sz="1800" spc="5" dirty="0">
                <a:latin typeface="Times New Roman"/>
                <a:cs typeface="Times New Roman"/>
              </a:rPr>
              <a:t> </a:t>
            </a:r>
            <a:r>
              <a:rPr sz="1800" spc="-20" dirty="0">
                <a:latin typeface="Times New Roman"/>
                <a:cs typeface="Times New Roman"/>
              </a:rPr>
              <a:t>par</a:t>
            </a:r>
            <a:r>
              <a:rPr sz="1800" spc="-5" dirty="0">
                <a:latin typeface="Times New Roman"/>
                <a:cs typeface="Times New Roman"/>
              </a:rPr>
              <a:t> </a:t>
            </a:r>
            <a:r>
              <a:rPr sz="1800" spc="-40" dirty="0">
                <a:latin typeface="Times New Roman"/>
                <a:cs typeface="Times New Roman"/>
              </a:rPr>
              <a:t>élément.</a:t>
            </a:r>
            <a:endParaRPr sz="1800" dirty="0">
              <a:latin typeface="Times New Roman"/>
              <a:cs typeface="Times New Roman"/>
            </a:endParaRPr>
          </a:p>
          <a:p>
            <a:pPr marL="12700" algn="just">
              <a:lnSpc>
                <a:spcPct val="100000"/>
              </a:lnSpc>
            </a:pPr>
            <a:r>
              <a:rPr sz="1800" spc="-75" dirty="0">
                <a:latin typeface="Times New Roman"/>
                <a:cs typeface="Times New Roman"/>
              </a:rPr>
              <a:t>Seuls</a:t>
            </a:r>
            <a:r>
              <a:rPr sz="1800" spc="10" dirty="0">
                <a:latin typeface="Times New Roman"/>
                <a:cs typeface="Times New Roman"/>
              </a:rPr>
              <a:t> </a:t>
            </a:r>
            <a:r>
              <a:rPr sz="1800" spc="-60" dirty="0">
                <a:latin typeface="Times New Roman"/>
                <a:cs typeface="Times New Roman"/>
              </a:rPr>
              <a:t>ceux-là</a:t>
            </a:r>
            <a:r>
              <a:rPr sz="1800" spc="25" dirty="0">
                <a:latin typeface="Times New Roman"/>
                <a:cs typeface="Times New Roman"/>
              </a:rPr>
              <a:t> </a:t>
            </a:r>
            <a:r>
              <a:rPr sz="1800" spc="5" dirty="0">
                <a:latin typeface="Times New Roman"/>
                <a:cs typeface="Times New Roman"/>
              </a:rPr>
              <a:t>sont</a:t>
            </a:r>
            <a:r>
              <a:rPr sz="1800" spc="-15" dirty="0">
                <a:latin typeface="Times New Roman"/>
                <a:cs typeface="Times New Roman"/>
              </a:rPr>
              <a:t> </a:t>
            </a:r>
            <a:r>
              <a:rPr sz="1800" spc="-40" dirty="0">
                <a:latin typeface="Times New Roman"/>
                <a:cs typeface="Times New Roman"/>
              </a:rPr>
              <a:t>indispensables</a:t>
            </a:r>
            <a:r>
              <a:rPr sz="1800" spc="-5" dirty="0">
                <a:latin typeface="Times New Roman"/>
                <a:cs typeface="Times New Roman"/>
              </a:rPr>
              <a:t> </a:t>
            </a:r>
            <a:r>
              <a:rPr sz="1800" spc="-110" dirty="0">
                <a:latin typeface="Times New Roman"/>
                <a:cs typeface="Times New Roman"/>
              </a:rPr>
              <a:t>:</a:t>
            </a:r>
            <a:endParaRPr sz="1800" dirty="0">
              <a:latin typeface="Times New Roman"/>
              <a:cs typeface="Times New Roman"/>
            </a:endParaRPr>
          </a:p>
          <a:p>
            <a:pPr marL="355600" indent="-342900" algn="just">
              <a:lnSpc>
                <a:spcPct val="100000"/>
              </a:lnSpc>
              <a:buFont typeface="Arial MT"/>
              <a:buChar char="•"/>
              <a:tabLst>
                <a:tab pos="355600" algn="l"/>
              </a:tabLst>
            </a:pPr>
            <a:r>
              <a:rPr sz="1800" spc="-20" dirty="0">
                <a:latin typeface="Times New Roman"/>
                <a:cs typeface="Times New Roman"/>
              </a:rPr>
              <a:t>Android</a:t>
            </a:r>
            <a:r>
              <a:rPr sz="1800" spc="-35" dirty="0">
                <a:latin typeface="Times New Roman"/>
                <a:cs typeface="Times New Roman"/>
              </a:rPr>
              <a:t> </a:t>
            </a:r>
            <a:r>
              <a:rPr sz="1800" spc="-10" dirty="0">
                <a:latin typeface="Times New Roman"/>
                <a:cs typeface="Times New Roman"/>
              </a:rPr>
              <a:t>SDK</a:t>
            </a:r>
            <a:r>
              <a:rPr sz="1800" spc="-15" dirty="0">
                <a:latin typeface="Times New Roman"/>
                <a:cs typeface="Times New Roman"/>
              </a:rPr>
              <a:t> Platform</a:t>
            </a:r>
            <a:endParaRPr sz="1800" dirty="0">
              <a:latin typeface="Times New Roman"/>
              <a:cs typeface="Times New Roman"/>
            </a:endParaRPr>
          </a:p>
          <a:p>
            <a:pPr marL="355600" indent="-342900" algn="just">
              <a:lnSpc>
                <a:spcPct val="100000"/>
              </a:lnSpc>
              <a:buFont typeface="Arial MT"/>
              <a:buChar char="•"/>
              <a:tabLst>
                <a:tab pos="355600" algn="l"/>
              </a:tabLst>
            </a:pPr>
            <a:r>
              <a:rPr sz="1800" spc="-15" dirty="0">
                <a:latin typeface="Times New Roman"/>
                <a:cs typeface="Times New Roman"/>
              </a:rPr>
              <a:t>Intel</a:t>
            </a:r>
            <a:r>
              <a:rPr sz="1800" spc="-20" dirty="0">
                <a:latin typeface="Times New Roman"/>
                <a:cs typeface="Times New Roman"/>
              </a:rPr>
              <a:t> </a:t>
            </a:r>
            <a:r>
              <a:rPr sz="1800" spc="-65" dirty="0">
                <a:latin typeface="Times New Roman"/>
                <a:cs typeface="Times New Roman"/>
              </a:rPr>
              <a:t>x86</a:t>
            </a:r>
            <a:r>
              <a:rPr sz="1800" dirty="0">
                <a:latin typeface="Times New Roman"/>
                <a:cs typeface="Times New Roman"/>
              </a:rPr>
              <a:t> </a:t>
            </a:r>
            <a:r>
              <a:rPr sz="1800" spc="-25" dirty="0">
                <a:latin typeface="Times New Roman"/>
                <a:cs typeface="Times New Roman"/>
              </a:rPr>
              <a:t>Atom_64</a:t>
            </a:r>
            <a:r>
              <a:rPr sz="1800" spc="-5" dirty="0">
                <a:latin typeface="Times New Roman"/>
                <a:cs typeface="Times New Roman"/>
              </a:rPr>
              <a:t> </a:t>
            </a:r>
            <a:r>
              <a:rPr sz="1800" spc="-65" dirty="0">
                <a:latin typeface="Times New Roman"/>
                <a:cs typeface="Times New Roman"/>
              </a:rPr>
              <a:t>System</a:t>
            </a:r>
            <a:r>
              <a:rPr sz="1800" spc="-5" dirty="0">
                <a:latin typeface="Times New Roman"/>
                <a:cs typeface="Times New Roman"/>
              </a:rPr>
              <a:t> </a:t>
            </a:r>
            <a:r>
              <a:rPr sz="1800" spc="-35" dirty="0">
                <a:latin typeface="Times New Roman"/>
                <a:cs typeface="Times New Roman"/>
              </a:rPr>
              <a:t>Image</a:t>
            </a:r>
            <a:endParaRPr sz="1800" dirty="0">
              <a:latin typeface="Times New Roman"/>
              <a:cs typeface="Times New Roman"/>
            </a:endParaRPr>
          </a:p>
        </p:txBody>
      </p:sp>
      <p:sp>
        <p:nvSpPr>
          <p:cNvPr id="7" name="object 7"/>
          <p:cNvSpPr txBox="1"/>
          <p:nvPr/>
        </p:nvSpPr>
        <p:spPr>
          <a:xfrm>
            <a:off x="4151121" y="5759602"/>
            <a:ext cx="516890" cy="299720"/>
          </a:xfrm>
          <a:prstGeom prst="rect">
            <a:avLst/>
          </a:prstGeom>
        </p:spPr>
        <p:txBody>
          <a:bodyPr vert="horz" wrap="square" lIns="0" tIns="12700" rIns="0" bIns="0" rtlCol="0">
            <a:spAutoFit/>
          </a:bodyPr>
          <a:lstStyle/>
          <a:p>
            <a:pPr marL="12700">
              <a:lnSpc>
                <a:spcPct val="100000"/>
              </a:lnSpc>
              <a:spcBef>
                <a:spcPts val="100"/>
              </a:spcBef>
            </a:pPr>
            <a:r>
              <a:rPr sz="1800" spc="-85" dirty="0">
                <a:latin typeface="Times New Roman"/>
                <a:cs typeface="Times New Roman"/>
              </a:rPr>
              <a:t>A</a:t>
            </a:r>
            <a:r>
              <a:rPr sz="1800" spc="5" dirty="0">
                <a:latin typeface="Times New Roman"/>
                <a:cs typeface="Times New Roman"/>
              </a:rPr>
              <a:t>P</a:t>
            </a:r>
            <a:r>
              <a:rPr sz="1800" spc="40" dirty="0">
                <a:latin typeface="Times New Roman"/>
                <a:cs typeface="Times New Roman"/>
              </a:rPr>
              <a:t>I</a:t>
            </a:r>
            <a:r>
              <a:rPr sz="1800" spc="-105" dirty="0">
                <a:latin typeface="Times New Roman"/>
                <a:cs typeface="Times New Roman"/>
              </a:rPr>
              <a:t>s</a:t>
            </a:r>
            <a:r>
              <a:rPr sz="1800" spc="-60" dirty="0">
                <a:latin typeface="Times New Roman"/>
                <a:cs typeface="Times New Roman"/>
              </a:rPr>
              <a:t>,</a:t>
            </a:r>
            <a:endParaRPr sz="1800">
              <a:latin typeface="Times New Roman"/>
              <a:cs typeface="Times New Roman"/>
            </a:endParaRPr>
          </a:p>
        </p:txBody>
      </p:sp>
      <p:sp>
        <p:nvSpPr>
          <p:cNvPr id="8" name="object 8"/>
          <p:cNvSpPr txBox="1"/>
          <p:nvPr/>
        </p:nvSpPr>
        <p:spPr>
          <a:xfrm>
            <a:off x="4821682" y="5759602"/>
            <a:ext cx="732155"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Times New Roman"/>
                <a:cs typeface="Times New Roman"/>
              </a:rPr>
              <a:t>s</a:t>
            </a:r>
            <a:r>
              <a:rPr sz="1800" spc="-10" dirty="0">
                <a:latin typeface="Times New Roman"/>
                <a:cs typeface="Times New Roman"/>
              </a:rPr>
              <a:t>o</a:t>
            </a:r>
            <a:r>
              <a:rPr sz="1800" spc="-25" dirty="0">
                <a:latin typeface="Times New Roman"/>
                <a:cs typeface="Times New Roman"/>
              </a:rPr>
              <a:t>u</a:t>
            </a:r>
            <a:r>
              <a:rPr sz="1800" spc="5" dirty="0">
                <a:latin typeface="Times New Roman"/>
                <a:cs typeface="Times New Roman"/>
              </a:rPr>
              <a:t>r</a:t>
            </a:r>
            <a:r>
              <a:rPr sz="1800" spc="-60" dirty="0">
                <a:latin typeface="Times New Roman"/>
                <a:cs typeface="Times New Roman"/>
              </a:rPr>
              <a:t>c</a:t>
            </a:r>
            <a:r>
              <a:rPr sz="1800" spc="-50" dirty="0">
                <a:latin typeface="Times New Roman"/>
                <a:cs typeface="Times New Roman"/>
              </a:rPr>
              <a:t>e</a:t>
            </a:r>
            <a:r>
              <a:rPr sz="1800" spc="-100" dirty="0">
                <a:latin typeface="Times New Roman"/>
                <a:cs typeface="Times New Roman"/>
              </a:rPr>
              <a:t>s</a:t>
            </a:r>
            <a:r>
              <a:rPr sz="1800" spc="-60" dirty="0">
                <a:latin typeface="Times New Roman"/>
                <a:cs typeface="Times New Roman"/>
              </a:rPr>
              <a:t>,</a:t>
            </a:r>
            <a:endParaRPr sz="1800">
              <a:latin typeface="Times New Roman"/>
              <a:cs typeface="Times New Roman"/>
            </a:endParaRPr>
          </a:p>
        </p:txBody>
      </p:sp>
      <p:sp>
        <p:nvSpPr>
          <p:cNvPr id="9" name="object 9"/>
          <p:cNvSpPr txBox="1"/>
          <p:nvPr/>
        </p:nvSpPr>
        <p:spPr>
          <a:xfrm>
            <a:off x="837691" y="5759602"/>
            <a:ext cx="3161665" cy="574040"/>
          </a:xfrm>
          <a:prstGeom prst="rect">
            <a:avLst/>
          </a:prstGeom>
        </p:spPr>
        <p:txBody>
          <a:bodyPr vert="horz" wrap="square" lIns="0" tIns="12700" rIns="0" bIns="0" rtlCol="0">
            <a:spAutoFit/>
          </a:bodyPr>
          <a:lstStyle/>
          <a:p>
            <a:pPr marL="12700" marR="5080">
              <a:lnSpc>
                <a:spcPct val="100000"/>
              </a:lnSpc>
              <a:spcBef>
                <a:spcPts val="100"/>
              </a:spcBef>
              <a:tabLst>
                <a:tab pos="417830" algn="l"/>
                <a:tab pos="1013460" algn="l"/>
                <a:tab pos="1437005" algn="l"/>
                <a:tab pos="2423795" algn="l"/>
              </a:tabLst>
            </a:pPr>
            <a:r>
              <a:rPr sz="1800" spc="-60" dirty="0">
                <a:latin typeface="Times New Roman"/>
                <a:cs typeface="Times New Roman"/>
              </a:rPr>
              <a:t>Le	</a:t>
            </a:r>
            <a:r>
              <a:rPr sz="1800" spc="-30" dirty="0">
                <a:latin typeface="Times New Roman"/>
                <a:cs typeface="Times New Roman"/>
              </a:rPr>
              <a:t>r</a:t>
            </a:r>
            <a:r>
              <a:rPr sz="1800" spc="-40" dirty="0">
                <a:latin typeface="Times New Roman"/>
                <a:cs typeface="Times New Roman"/>
              </a:rPr>
              <a:t>e</a:t>
            </a:r>
            <a:r>
              <a:rPr sz="1800" spc="-25" dirty="0">
                <a:latin typeface="Times New Roman"/>
                <a:cs typeface="Times New Roman"/>
              </a:rPr>
              <a:t>ste</a:t>
            </a:r>
            <a:r>
              <a:rPr sz="1800" dirty="0">
                <a:latin typeface="Times New Roman"/>
                <a:cs typeface="Times New Roman"/>
              </a:rPr>
              <a:t>	</a:t>
            </a:r>
            <a:r>
              <a:rPr sz="1800" spc="-60" dirty="0">
                <a:latin typeface="Times New Roman"/>
                <a:cs typeface="Times New Roman"/>
              </a:rPr>
              <a:t>e</a:t>
            </a:r>
            <a:r>
              <a:rPr sz="1800" spc="-10" dirty="0">
                <a:latin typeface="Times New Roman"/>
                <a:cs typeface="Times New Roman"/>
              </a:rPr>
              <a:t>st</a:t>
            </a:r>
            <a:r>
              <a:rPr sz="1800" dirty="0">
                <a:latin typeface="Times New Roman"/>
                <a:cs typeface="Times New Roman"/>
              </a:rPr>
              <a:t>	</a:t>
            </a:r>
            <a:r>
              <a:rPr sz="1800" spc="-40" dirty="0">
                <a:latin typeface="Times New Roman"/>
                <a:cs typeface="Times New Roman"/>
              </a:rPr>
              <a:t>f</a:t>
            </a:r>
            <a:r>
              <a:rPr sz="1800" spc="-65" dirty="0">
                <a:latin typeface="Times New Roman"/>
                <a:cs typeface="Times New Roman"/>
              </a:rPr>
              <a:t>a</a:t>
            </a:r>
            <a:r>
              <a:rPr sz="1800" spc="-60" dirty="0">
                <a:latin typeface="Times New Roman"/>
                <a:cs typeface="Times New Roman"/>
              </a:rPr>
              <a:t>c</a:t>
            </a:r>
            <a:r>
              <a:rPr sz="1800" spc="-25" dirty="0">
                <a:latin typeface="Times New Roman"/>
                <a:cs typeface="Times New Roman"/>
              </a:rPr>
              <a:t>u</a:t>
            </a:r>
            <a:r>
              <a:rPr sz="1800" spc="-30" dirty="0">
                <a:latin typeface="Times New Roman"/>
                <a:cs typeface="Times New Roman"/>
              </a:rPr>
              <a:t>lta</a:t>
            </a:r>
            <a:r>
              <a:rPr sz="1800" spc="-15" dirty="0">
                <a:latin typeface="Times New Roman"/>
                <a:cs typeface="Times New Roman"/>
              </a:rPr>
              <a:t>t</a:t>
            </a:r>
            <a:r>
              <a:rPr sz="1800" spc="-55" dirty="0">
                <a:latin typeface="Times New Roman"/>
                <a:cs typeface="Times New Roman"/>
              </a:rPr>
              <a:t>if</a:t>
            </a:r>
            <a:r>
              <a:rPr sz="1800" dirty="0">
                <a:latin typeface="Times New Roman"/>
                <a:cs typeface="Times New Roman"/>
              </a:rPr>
              <a:t>	(</a:t>
            </a:r>
            <a:r>
              <a:rPr sz="1800" spc="10" dirty="0">
                <a:latin typeface="Times New Roman"/>
                <a:cs typeface="Times New Roman"/>
              </a:rPr>
              <a:t>G</a:t>
            </a:r>
            <a:r>
              <a:rPr sz="1800" spc="5" dirty="0">
                <a:latin typeface="Times New Roman"/>
                <a:cs typeface="Times New Roman"/>
              </a:rPr>
              <a:t>oo</a:t>
            </a:r>
            <a:r>
              <a:rPr sz="1800" spc="-120" dirty="0">
                <a:latin typeface="Times New Roman"/>
                <a:cs typeface="Times New Roman"/>
              </a:rPr>
              <a:t>g</a:t>
            </a:r>
            <a:r>
              <a:rPr sz="1800" spc="-75" dirty="0">
                <a:latin typeface="Times New Roman"/>
                <a:cs typeface="Times New Roman"/>
              </a:rPr>
              <a:t>l</a:t>
            </a:r>
            <a:r>
              <a:rPr sz="1800" spc="-35" dirty="0">
                <a:latin typeface="Times New Roman"/>
                <a:cs typeface="Times New Roman"/>
              </a:rPr>
              <a:t>e  </a:t>
            </a:r>
            <a:r>
              <a:rPr sz="1800" spc="-55" dirty="0">
                <a:latin typeface="Times New Roman"/>
                <a:cs typeface="Times New Roman"/>
              </a:rPr>
              <a:t>exemples</a:t>
            </a:r>
            <a:r>
              <a:rPr sz="1800" spc="5" dirty="0">
                <a:latin typeface="Times New Roman"/>
                <a:cs typeface="Times New Roman"/>
              </a:rPr>
              <a:t> </a:t>
            </a:r>
            <a:r>
              <a:rPr sz="1800" spc="-20" dirty="0">
                <a:latin typeface="Times New Roman"/>
                <a:cs typeface="Times New Roman"/>
              </a:rPr>
              <a:t>et</a:t>
            </a:r>
            <a:r>
              <a:rPr sz="1800" spc="5" dirty="0">
                <a:latin typeface="Times New Roman"/>
                <a:cs typeface="Times New Roman"/>
              </a:rPr>
              <a:t> </a:t>
            </a:r>
            <a:r>
              <a:rPr sz="1800" spc="-40" dirty="0">
                <a:latin typeface="Times New Roman"/>
                <a:cs typeface="Times New Roman"/>
              </a:rPr>
              <a:t>docs).</a:t>
            </a:r>
            <a:endParaRPr sz="1800">
              <a:latin typeface="Times New Roman"/>
              <a:cs typeface="Times New Roman"/>
            </a:endParaRPr>
          </a:p>
        </p:txBody>
      </p:sp>
      <p:grpSp>
        <p:nvGrpSpPr>
          <p:cNvPr id="10" name="object 10"/>
          <p:cNvGrpSpPr/>
          <p:nvPr/>
        </p:nvGrpSpPr>
        <p:grpSpPr>
          <a:xfrm>
            <a:off x="10373868" y="1839455"/>
            <a:ext cx="1094740" cy="1082675"/>
            <a:chOff x="10373868" y="1839455"/>
            <a:chExt cx="1094740" cy="1082675"/>
          </a:xfrm>
        </p:grpSpPr>
        <p:pic>
          <p:nvPicPr>
            <p:cNvPr id="11" name="object 11"/>
            <p:cNvPicPr/>
            <p:nvPr/>
          </p:nvPicPr>
          <p:blipFill>
            <a:blip r:embed="rId4" cstate="print"/>
            <a:stretch>
              <a:fillRect/>
            </a:stretch>
          </p:blipFill>
          <p:spPr>
            <a:xfrm>
              <a:off x="10373868" y="1839455"/>
              <a:ext cx="1094219" cy="1082052"/>
            </a:xfrm>
            <a:prstGeom prst="rect">
              <a:avLst/>
            </a:prstGeom>
          </p:spPr>
        </p:pic>
        <p:sp>
          <p:nvSpPr>
            <p:cNvPr id="12" name="object 12"/>
            <p:cNvSpPr/>
            <p:nvPr/>
          </p:nvSpPr>
          <p:spPr>
            <a:xfrm>
              <a:off x="10416540" y="1860042"/>
              <a:ext cx="894715" cy="779145"/>
            </a:xfrm>
            <a:custGeom>
              <a:avLst/>
              <a:gdLst/>
              <a:ahLst/>
              <a:cxnLst/>
              <a:rect l="l" t="t" r="r" b="b"/>
              <a:pathLst>
                <a:path w="894715" h="779144">
                  <a:moveTo>
                    <a:pt x="689016" y="556964"/>
                  </a:moveTo>
                  <a:lnTo>
                    <a:pt x="679703" y="560578"/>
                  </a:lnTo>
                  <a:lnTo>
                    <a:pt x="672530" y="567513"/>
                  </a:lnTo>
                  <a:lnTo>
                    <a:pt x="668702" y="576341"/>
                  </a:lnTo>
                  <a:lnTo>
                    <a:pt x="668470" y="585956"/>
                  </a:lnTo>
                  <a:lnTo>
                    <a:pt x="672083" y="595249"/>
                  </a:lnTo>
                  <a:lnTo>
                    <a:pt x="789177" y="778891"/>
                  </a:lnTo>
                  <a:lnTo>
                    <a:pt x="814873" y="730504"/>
                  </a:lnTo>
                  <a:lnTo>
                    <a:pt x="762126" y="730504"/>
                  </a:lnTo>
                  <a:lnTo>
                    <a:pt x="762000" y="727963"/>
                  </a:lnTo>
                  <a:lnTo>
                    <a:pt x="755776" y="677037"/>
                  </a:lnTo>
                  <a:lnTo>
                    <a:pt x="745870" y="626745"/>
                  </a:lnTo>
                  <a:lnTo>
                    <a:pt x="714501" y="568198"/>
                  </a:lnTo>
                  <a:lnTo>
                    <a:pt x="698674" y="557196"/>
                  </a:lnTo>
                  <a:lnTo>
                    <a:pt x="689016" y="556964"/>
                  </a:lnTo>
                  <a:close/>
                </a:path>
                <a:path w="894715" h="779144">
                  <a:moveTo>
                    <a:pt x="741975" y="611323"/>
                  </a:moveTo>
                  <a:lnTo>
                    <a:pt x="751331" y="651763"/>
                  </a:lnTo>
                  <a:lnTo>
                    <a:pt x="759332" y="702437"/>
                  </a:lnTo>
                  <a:lnTo>
                    <a:pt x="762126" y="730504"/>
                  </a:lnTo>
                  <a:lnTo>
                    <a:pt x="812291" y="727456"/>
                  </a:lnTo>
                  <a:lnTo>
                    <a:pt x="812037" y="722884"/>
                  </a:lnTo>
                  <a:lnTo>
                    <a:pt x="811455" y="717169"/>
                  </a:lnTo>
                  <a:lnTo>
                    <a:pt x="764920" y="717169"/>
                  </a:lnTo>
                  <a:lnTo>
                    <a:pt x="785167" y="679120"/>
                  </a:lnTo>
                  <a:lnTo>
                    <a:pt x="741975" y="611323"/>
                  </a:lnTo>
                  <a:close/>
                </a:path>
                <a:path w="894715" h="779144">
                  <a:moveTo>
                    <a:pt x="871394" y="549739"/>
                  </a:moveTo>
                  <a:lnTo>
                    <a:pt x="861790" y="550735"/>
                  </a:lnTo>
                  <a:lnTo>
                    <a:pt x="853281" y="555255"/>
                  </a:lnTo>
                  <a:lnTo>
                    <a:pt x="846962" y="562991"/>
                  </a:lnTo>
                  <a:lnTo>
                    <a:pt x="801716" y="648020"/>
                  </a:lnTo>
                  <a:lnTo>
                    <a:pt x="805306" y="668147"/>
                  </a:lnTo>
                  <a:lnTo>
                    <a:pt x="809243" y="695452"/>
                  </a:lnTo>
                  <a:lnTo>
                    <a:pt x="812037" y="722884"/>
                  </a:lnTo>
                  <a:lnTo>
                    <a:pt x="812291" y="727456"/>
                  </a:lnTo>
                  <a:lnTo>
                    <a:pt x="762126" y="730504"/>
                  </a:lnTo>
                  <a:lnTo>
                    <a:pt x="814873" y="730504"/>
                  </a:lnTo>
                  <a:lnTo>
                    <a:pt x="891285" y="586613"/>
                  </a:lnTo>
                  <a:lnTo>
                    <a:pt x="894179" y="577008"/>
                  </a:lnTo>
                  <a:lnTo>
                    <a:pt x="893190" y="567404"/>
                  </a:lnTo>
                  <a:lnTo>
                    <a:pt x="888678" y="558895"/>
                  </a:lnTo>
                  <a:lnTo>
                    <a:pt x="880999" y="552577"/>
                  </a:lnTo>
                  <a:lnTo>
                    <a:pt x="871394" y="549739"/>
                  </a:lnTo>
                  <a:close/>
                </a:path>
                <a:path w="894715" h="779144">
                  <a:moveTo>
                    <a:pt x="785167" y="679120"/>
                  </a:moveTo>
                  <a:lnTo>
                    <a:pt x="764920" y="717169"/>
                  </a:lnTo>
                  <a:lnTo>
                    <a:pt x="808354" y="715518"/>
                  </a:lnTo>
                  <a:lnTo>
                    <a:pt x="785167" y="679120"/>
                  </a:lnTo>
                  <a:close/>
                </a:path>
                <a:path w="894715" h="779144">
                  <a:moveTo>
                    <a:pt x="801716" y="648020"/>
                  </a:moveTo>
                  <a:lnTo>
                    <a:pt x="785167" y="679120"/>
                  </a:lnTo>
                  <a:lnTo>
                    <a:pt x="808354" y="715518"/>
                  </a:lnTo>
                  <a:lnTo>
                    <a:pt x="764920" y="717169"/>
                  </a:lnTo>
                  <a:lnTo>
                    <a:pt x="811455" y="717169"/>
                  </a:lnTo>
                  <a:lnTo>
                    <a:pt x="809243" y="695452"/>
                  </a:lnTo>
                  <a:lnTo>
                    <a:pt x="805306" y="668147"/>
                  </a:lnTo>
                  <a:lnTo>
                    <a:pt x="801716" y="648020"/>
                  </a:lnTo>
                  <a:close/>
                </a:path>
                <a:path w="894715" h="779144">
                  <a:moveTo>
                    <a:pt x="50291" y="0"/>
                  </a:moveTo>
                  <a:lnTo>
                    <a:pt x="0" y="3048"/>
                  </a:lnTo>
                  <a:lnTo>
                    <a:pt x="634" y="12700"/>
                  </a:lnTo>
                  <a:lnTo>
                    <a:pt x="2539" y="25146"/>
                  </a:lnTo>
                  <a:lnTo>
                    <a:pt x="22351" y="72262"/>
                  </a:lnTo>
                  <a:lnTo>
                    <a:pt x="47498" y="103886"/>
                  </a:lnTo>
                  <a:lnTo>
                    <a:pt x="79755" y="132461"/>
                  </a:lnTo>
                  <a:lnTo>
                    <a:pt x="118236" y="158369"/>
                  </a:lnTo>
                  <a:lnTo>
                    <a:pt x="161162" y="180975"/>
                  </a:lnTo>
                  <a:lnTo>
                    <a:pt x="225551" y="205867"/>
                  </a:lnTo>
                  <a:lnTo>
                    <a:pt x="295528" y="223647"/>
                  </a:lnTo>
                  <a:lnTo>
                    <a:pt x="368934" y="233299"/>
                  </a:lnTo>
                  <a:lnTo>
                    <a:pt x="406780" y="234569"/>
                  </a:lnTo>
                  <a:lnTo>
                    <a:pt x="423925" y="235458"/>
                  </a:lnTo>
                  <a:lnTo>
                    <a:pt x="470915" y="246253"/>
                  </a:lnTo>
                  <a:lnTo>
                    <a:pt x="518159" y="269240"/>
                  </a:lnTo>
                  <a:lnTo>
                    <a:pt x="564387" y="303530"/>
                  </a:lnTo>
                  <a:lnTo>
                    <a:pt x="594105" y="332232"/>
                  </a:lnTo>
                  <a:lnTo>
                    <a:pt x="622553" y="365125"/>
                  </a:lnTo>
                  <a:lnTo>
                    <a:pt x="649224" y="401828"/>
                  </a:lnTo>
                  <a:lnTo>
                    <a:pt x="673861" y="441833"/>
                  </a:lnTo>
                  <a:lnTo>
                    <a:pt x="696086" y="484759"/>
                  </a:lnTo>
                  <a:lnTo>
                    <a:pt x="715771" y="530225"/>
                  </a:lnTo>
                  <a:lnTo>
                    <a:pt x="732408" y="577596"/>
                  </a:lnTo>
                  <a:lnTo>
                    <a:pt x="741975" y="611323"/>
                  </a:lnTo>
                  <a:lnTo>
                    <a:pt x="785167" y="679120"/>
                  </a:lnTo>
                  <a:lnTo>
                    <a:pt x="801716" y="648020"/>
                  </a:lnTo>
                  <a:lnTo>
                    <a:pt x="800480" y="641096"/>
                  </a:lnTo>
                  <a:lnTo>
                    <a:pt x="794638" y="614299"/>
                  </a:lnTo>
                  <a:lnTo>
                    <a:pt x="780160" y="561975"/>
                  </a:lnTo>
                  <a:lnTo>
                    <a:pt x="762253" y="511048"/>
                  </a:lnTo>
                  <a:lnTo>
                    <a:pt x="741171" y="462407"/>
                  </a:lnTo>
                  <a:lnTo>
                    <a:pt x="717168" y="416179"/>
                  </a:lnTo>
                  <a:lnTo>
                    <a:pt x="690371" y="372999"/>
                  </a:lnTo>
                  <a:lnTo>
                    <a:pt x="661288" y="332994"/>
                  </a:lnTo>
                  <a:lnTo>
                    <a:pt x="629792" y="296799"/>
                  </a:lnTo>
                  <a:lnTo>
                    <a:pt x="596391" y="264668"/>
                  </a:lnTo>
                  <a:lnTo>
                    <a:pt x="561212" y="237362"/>
                  </a:lnTo>
                  <a:lnTo>
                    <a:pt x="524255" y="215011"/>
                  </a:lnTo>
                  <a:lnTo>
                    <a:pt x="485901" y="198247"/>
                  </a:lnTo>
                  <a:lnTo>
                    <a:pt x="446277" y="187706"/>
                  </a:lnTo>
                  <a:lnTo>
                    <a:pt x="407542" y="184277"/>
                  </a:lnTo>
                  <a:lnTo>
                    <a:pt x="390651" y="184023"/>
                  </a:lnTo>
                  <a:lnTo>
                    <a:pt x="373760" y="183134"/>
                  </a:lnTo>
                  <a:lnTo>
                    <a:pt x="306450" y="174625"/>
                  </a:lnTo>
                  <a:lnTo>
                    <a:pt x="242315" y="158496"/>
                  </a:lnTo>
                  <a:lnTo>
                    <a:pt x="183768" y="136017"/>
                  </a:lnTo>
                  <a:lnTo>
                    <a:pt x="144652" y="115697"/>
                  </a:lnTo>
                  <a:lnTo>
                    <a:pt x="111505" y="93599"/>
                  </a:lnTo>
                  <a:lnTo>
                    <a:pt x="77596" y="62103"/>
                  </a:lnTo>
                  <a:lnTo>
                    <a:pt x="54228" y="24003"/>
                  </a:lnTo>
                  <a:lnTo>
                    <a:pt x="50800" y="9779"/>
                  </a:lnTo>
                  <a:lnTo>
                    <a:pt x="50291" y="0"/>
                  </a:lnTo>
                  <a:close/>
                </a:path>
              </a:pathLst>
            </a:custGeom>
            <a:solidFill>
              <a:srgbClr val="1CACE3"/>
            </a:solidFill>
          </p:spPr>
          <p:txBody>
            <a:bodyPr wrap="square" lIns="0" tIns="0" rIns="0" bIns="0" rtlCol="0"/>
            <a:lstStyle/>
            <a:p>
              <a:endParaRPr/>
            </a:p>
          </p:txBody>
        </p:sp>
      </p:gr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23</a:t>
            </a:fld>
            <a:endParaRP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08504" y="1207007"/>
            <a:ext cx="8414004" cy="4933188"/>
          </a:xfrm>
          <a:prstGeom prst="rect">
            <a:avLst/>
          </a:prstGeom>
        </p:spPr>
      </p:pic>
      <p:sp>
        <p:nvSpPr>
          <p:cNvPr id="3" name="object 3"/>
          <p:cNvSpPr txBox="1">
            <a:spLocks noGrp="1"/>
          </p:cNvSpPr>
          <p:nvPr>
            <p:ph type="title"/>
          </p:nvPr>
        </p:nvSpPr>
        <p:spPr>
          <a:xfrm>
            <a:off x="1176324" y="521970"/>
            <a:ext cx="8022590" cy="574040"/>
          </a:xfrm>
          <a:prstGeom prst="rect">
            <a:avLst/>
          </a:prstGeom>
        </p:spPr>
        <p:txBody>
          <a:bodyPr vert="horz" wrap="square" lIns="0" tIns="12700" rIns="0" bIns="0" rtlCol="0">
            <a:spAutoFit/>
          </a:bodyPr>
          <a:lstStyle/>
          <a:p>
            <a:pPr marL="12700">
              <a:lnSpc>
                <a:spcPct val="100000"/>
              </a:lnSpc>
              <a:spcBef>
                <a:spcPts val="100"/>
              </a:spcBef>
            </a:pPr>
            <a:r>
              <a:rPr spc="-85" dirty="0"/>
              <a:t>Android</a:t>
            </a:r>
            <a:r>
              <a:rPr spc="-114" dirty="0"/>
              <a:t> </a:t>
            </a:r>
            <a:r>
              <a:rPr spc="-110" dirty="0"/>
              <a:t>Studio </a:t>
            </a:r>
            <a:r>
              <a:rPr spc="-215" dirty="0"/>
              <a:t>:</a:t>
            </a:r>
            <a:r>
              <a:rPr spc="-105" dirty="0"/>
              <a:t> </a:t>
            </a:r>
            <a:r>
              <a:rPr spc="-95" dirty="0"/>
              <a:t>Création</a:t>
            </a:r>
            <a:r>
              <a:rPr spc="-120" dirty="0"/>
              <a:t> </a:t>
            </a:r>
            <a:r>
              <a:rPr spc="-140" dirty="0"/>
              <a:t>d’un</a:t>
            </a:r>
            <a:r>
              <a:rPr spc="-105" dirty="0"/>
              <a:t> nouveau</a:t>
            </a:r>
            <a:r>
              <a:rPr spc="-110" dirty="0"/>
              <a:t> </a:t>
            </a:r>
            <a:r>
              <a:rPr spc="-70" dirty="0"/>
              <a:t>projet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24</a:t>
            </a:fld>
            <a:endParaRP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8022590" cy="574040"/>
          </a:xfrm>
          <a:prstGeom prst="rect">
            <a:avLst/>
          </a:prstGeom>
        </p:spPr>
        <p:txBody>
          <a:bodyPr vert="horz" wrap="square" lIns="0" tIns="12700" rIns="0" bIns="0" rtlCol="0">
            <a:spAutoFit/>
          </a:bodyPr>
          <a:lstStyle/>
          <a:p>
            <a:pPr marL="12700">
              <a:lnSpc>
                <a:spcPct val="100000"/>
              </a:lnSpc>
              <a:spcBef>
                <a:spcPts val="100"/>
              </a:spcBef>
            </a:pPr>
            <a:r>
              <a:rPr spc="-85" dirty="0"/>
              <a:t>Android</a:t>
            </a:r>
            <a:r>
              <a:rPr spc="-114" dirty="0"/>
              <a:t> </a:t>
            </a:r>
            <a:r>
              <a:rPr spc="-110" dirty="0"/>
              <a:t>Studio </a:t>
            </a:r>
            <a:r>
              <a:rPr spc="-215" dirty="0"/>
              <a:t>:</a:t>
            </a:r>
            <a:r>
              <a:rPr spc="-105" dirty="0"/>
              <a:t> </a:t>
            </a:r>
            <a:r>
              <a:rPr spc="-95" dirty="0"/>
              <a:t>Création</a:t>
            </a:r>
            <a:r>
              <a:rPr spc="-120" dirty="0"/>
              <a:t> </a:t>
            </a:r>
            <a:r>
              <a:rPr spc="-140" dirty="0"/>
              <a:t>d’un</a:t>
            </a:r>
            <a:r>
              <a:rPr spc="-105" dirty="0"/>
              <a:t> nouveau</a:t>
            </a:r>
            <a:r>
              <a:rPr spc="-110" dirty="0"/>
              <a:t> </a:t>
            </a:r>
            <a:r>
              <a:rPr spc="-70" dirty="0"/>
              <a:t>projet</a:t>
            </a:r>
          </a:p>
        </p:txBody>
      </p:sp>
      <p:grpSp>
        <p:nvGrpSpPr>
          <p:cNvPr id="3" name="object 3"/>
          <p:cNvGrpSpPr/>
          <p:nvPr/>
        </p:nvGrpSpPr>
        <p:grpSpPr>
          <a:xfrm>
            <a:off x="2382011" y="1338072"/>
            <a:ext cx="7070090" cy="4512945"/>
            <a:chOff x="2382011" y="1338072"/>
            <a:chExt cx="7070090" cy="4512945"/>
          </a:xfrm>
        </p:grpSpPr>
        <p:pic>
          <p:nvPicPr>
            <p:cNvPr id="4" name="object 4"/>
            <p:cNvPicPr/>
            <p:nvPr/>
          </p:nvPicPr>
          <p:blipFill>
            <a:blip r:embed="rId2" cstate="print"/>
            <a:stretch>
              <a:fillRect/>
            </a:stretch>
          </p:blipFill>
          <p:spPr>
            <a:xfrm>
              <a:off x="2382011" y="1338072"/>
              <a:ext cx="7069836" cy="4512564"/>
            </a:xfrm>
            <a:prstGeom prst="rect">
              <a:avLst/>
            </a:prstGeom>
          </p:spPr>
        </p:pic>
        <p:pic>
          <p:nvPicPr>
            <p:cNvPr id="5" name="object 5"/>
            <p:cNvPicPr/>
            <p:nvPr/>
          </p:nvPicPr>
          <p:blipFill>
            <a:blip r:embed="rId3" cstate="print"/>
            <a:stretch>
              <a:fillRect/>
            </a:stretch>
          </p:blipFill>
          <p:spPr>
            <a:xfrm>
              <a:off x="3666744" y="3441192"/>
              <a:ext cx="2965704" cy="306323"/>
            </a:xfrm>
            <a:prstGeom prst="rect">
              <a:avLst/>
            </a:prstGeom>
          </p:spPr>
        </p:pic>
        <p:pic>
          <p:nvPicPr>
            <p:cNvPr id="6" name="object 6"/>
            <p:cNvPicPr/>
            <p:nvPr/>
          </p:nvPicPr>
          <p:blipFill>
            <a:blip r:embed="rId4" cstate="print"/>
            <a:stretch>
              <a:fillRect/>
            </a:stretch>
          </p:blipFill>
          <p:spPr>
            <a:xfrm>
              <a:off x="3666744" y="3997451"/>
              <a:ext cx="2965704" cy="1042416"/>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25</a:t>
            </a:fld>
            <a:endParaRP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7025640"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05" dirty="0"/>
              <a:t> </a:t>
            </a:r>
            <a:r>
              <a:rPr spc="-220" dirty="0"/>
              <a:t>A</a:t>
            </a:r>
            <a:r>
              <a:rPr spc="-50" dirty="0"/>
              <a:t>r</a:t>
            </a:r>
            <a:r>
              <a:rPr spc="-15" dirty="0"/>
              <a:t>bo</a:t>
            </a:r>
            <a:r>
              <a:rPr spc="-50" dirty="0"/>
              <a:t>r</a:t>
            </a:r>
            <a:r>
              <a:rPr spc="-150" dirty="0"/>
              <a:t>e</a:t>
            </a:r>
            <a:r>
              <a:rPr spc="-145" dirty="0"/>
              <a:t>s</a:t>
            </a:r>
            <a:r>
              <a:rPr spc="-150" dirty="0"/>
              <a:t>ce</a:t>
            </a:r>
            <a:r>
              <a:rPr spc="-15" dirty="0"/>
              <a:t>n</a:t>
            </a:r>
            <a:r>
              <a:rPr spc="-150" dirty="0"/>
              <a:t>c</a:t>
            </a:r>
            <a:r>
              <a:rPr spc="-100" dirty="0"/>
              <a:t>e</a:t>
            </a:r>
            <a:r>
              <a:rPr spc="-110" dirty="0"/>
              <a:t> </a:t>
            </a:r>
            <a:r>
              <a:rPr spc="-50" dirty="0"/>
              <a:t>d</a:t>
            </a:r>
            <a:r>
              <a:rPr spc="-40" dirty="0"/>
              <a:t>u</a:t>
            </a:r>
            <a:r>
              <a:rPr spc="-105" dirty="0"/>
              <a:t> </a:t>
            </a:r>
            <a:r>
              <a:rPr spc="-15" dirty="0"/>
              <a:t>p</a:t>
            </a:r>
            <a:r>
              <a:rPr spc="-50" dirty="0"/>
              <a:t>r</a:t>
            </a:r>
            <a:r>
              <a:rPr spc="-15" dirty="0"/>
              <a:t>o</a:t>
            </a:r>
            <a:r>
              <a:rPr spc="-225" dirty="0"/>
              <a:t>j</a:t>
            </a:r>
            <a:r>
              <a:rPr spc="-150" dirty="0"/>
              <a:t>e</a:t>
            </a:r>
            <a:r>
              <a:rPr spc="45" dirty="0"/>
              <a:t>t</a:t>
            </a:r>
          </a:p>
        </p:txBody>
      </p:sp>
      <p:grpSp>
        <p:nvGrpSpPr>
          <p:cNvPr id="3" name="object 3"/>
          <p:cNvGrpSpPr/>
          <p:nvPr/>
        </p:nvGrpSpPr>
        <p:grpSpPr>
          <a:xfrm>
            <a:off x="1159763" y="1394460"/>
            <a:ext cx="7421880" cy="4953000"/>
            <a:chOff x="1159763" y="1394460"/>
            <a:chExt cx="7421880" cy="4953000"/>
          </a:xfrm>
        </p:grpSpPr>
        <p:pic>
          <p:nvPicPr>
            <p:cNvPr id="4" name="object 4"/>
            <p:cNvPicPr/>
            <p:nvPr/>
          </p:nvPicPr>
          <p:blipFill>
            <a:blip r:embed="rId2" cstate="print"/>
            <a:stretch>
              <a:fillRect/>
            </a:stretch>
          </p:blipFill>
          <p:spPr>
            <a:xfrm>
              <a:off x="1159763" y="1394460"/>
              <a:ext cx="7421880" cy="4953000"/>
            </a:xfrm>
            <a:prstGeom prst="rect">
              <a:avLst/>
            </a:prstGeom>
          </p:spPr>
        </p:pic>
        <p:sp>
          <p:nvSpPr>
            <p:cNvPr id="5" name="object 5"/>
            <p:cNvSpPr/>
            <p:nvPr/>
          </p:nvSpPr>
          <p:spPr>
            <a:xfrm>
              <a:off x="1578863" y="2197608"/>
              <a:ext cx="1397635" cy="311150"/>
            </a:xfrm>
            <a:custGeom>
              <a:avLst/>
              <a:gdLst/>
              <a:ahLst/>
              <a:cxnLst/>
              <a:rect l="l" t="t" r="r" b="b"/>
              <a:pathLst>
                <a:path w="1397635" h="311150">
                  <a:moveTo>
                    <a:pt x="0" y="310896"/>
                  </a:moveTo>
                  <a:lnTo>
                    <a:pt x="1397508" y="310896"/>
                  </a:lnTo>
                  <a:lnTo>
                    <a:pt x="1397508" y="0"/>
                  </a:lnTo>
                  <a:lnTo>
                    <a:pt x="0" y="0"/>
                  </a:lnTo>
                  <a:lnTo>
                    <a:pt x="0" y="310896"/>
                  </a:lnTo>
                  <a:close/>
                </a:path>
              </a:pathLst>
            </a:custGeom>
            <a:ln w="15240">
              <a:solidFill>
                <a:srgbClr val="FF0000"/>
              </a:solidFill>
            </a:ln>
          </p:spPr>
          <p:txBody>
            <a:bodyPr wrap="square" lIns="0" tIns="0" rIns="0" bIns="0" rtlCol="0"/>
            <a:lstStyle/>
            <a:p>
              <a:endParaRPr/>
            </a:p>
          </p:txBody>
        </p:sp>
        <p:sp>
          <p:nvSpPr>
            <p:cNvPr id="6" name="object 6"/>
            <p:cNvSpPr/>
            <p:nvPr/>
          </p:nvSpPr>
          <p:spPr>
            <a:xfrm>
              <a:off x="2976371" y="2301367"/>
              <a:ext cx="1894839" cy="103505"/>
            </a:xfrm>
            <a:custGeom>
              <a:avLst/>
              <a:gdLst/>
              <a:ahLst/>
              <a:cxnLst/>
              <a:rect l="l" t="t" r="r" b="b"/>
              <a:pathLst>
                <a:path w="1894839" h="103505">
                  <a:moveTo>
                    <a:pt x="1869603" y="51688"/>
                  </a:moveTo>
                  <a:lnTo>
                    <a:pt x="1799716" y="92456"/>
                  </a:lnTo>
                  <a:lnTo>
                    <a:pt x="1798701" y="96266"/>
                  </a:lnTo>
                  <a:lnTo>
                    <a:pt x="1802256" y="102362"/>
                  </a:lnTo>
                  <a:lnTo>
                    <a:pt x="1806066" y="103378"/>
                  </a:lnTo>
                  <a:lnTo>
                    <a:pt x="1883822" y="58038"/>
                  </a:lnTo>
                  <a:lnTo>
                    <a:pt x="1882139" y="58038"/>
                  </a:lnTo>
                  <a:lnTo>
                    <a:pt x="1882139" y="57150"/>
                  </a:lnTo>
                  <a:lnTo>
                    <a:pt x="1878964" y="57150"/>
                  </a:lnTo>
                  <a:lnTo>
                    <a:pt x="1869603" y="51688"/>
                  </a:lnTo>
                  <a:close/>
                </a:path>
                <a:path w="1894839" h="103505">
                  <a:moveTo>
                    <a:pt x="1858717" y="45338"/>
                  </a:moveTo>
                  <a:lnTo>
                    <a:pt x="0" y="45338"/>
                  </a:lnTo>
                  <a:lnTo>
                    <a:pt x="0" y="58038"/>
                  </a:lnTo>
                  <a:lnTo>
                    <a:pt x="1858717" y="58038"/>
                  </a:lnTo>
                  <a:lnTo>
                    <a:pt x="1869603" y="51688"/>
                  </a:lnTo>
                  <a:lnTo>
                    <a:pt x="1858717" y="45338"/>
                  </a:lnTo>
                  <a:close/>
                </a:path>
                <a:path w="1894839" h="103505">
                  <a:moveTo>
                    <a:pt x="1883822" y="45338"/>
                  </a:moveTo>
                  <a:lnTo>
                    <a:pt x="1882139" y="45338"/>
                  </a:lnTo>
                  <a:lnTo>
                    <a:pt x="1882139" y="58038"/>
                  </a:lnTo>
                  <a:lnTo>
                    <a:pt x="1883822" y="58038"/>
                  </a:lnTo>
                  <a:lnTo>
                    <a:pt x="1894713" y="51688"/>
                  </a:lnTo>
                  <a:lnTo>
                    <a:pt x="1883822" y="45338"/>
                  </a:lnTo>
                  <a:close/>
                </a:path>
                <a:path w="1894839" h="103505">
                  <a:moveTo>
                    <a:pt x="1878964" y="46228"/>
                  </a:moveTo>
                  <a:lnTo>
                    <a:pt x="1869603" y="51688"/>
                  </a:lnTo>
                  <a:lnTo>
                    <a:pt x="1878964" y="57150"/>
                  </a:lnTo>
                  <a:lnTo>
                    <a:pt x="1878964" y="46228"/>
                  </a:lnTo>
                  <a:close/>
                </a:path>
                <a:path w="1894839" h="103505">
                  <a:moveTo>
                    <a:pt x="1882139" y="46228"/>
                  </a:moveTo>
                  <a:lnTo>
                    <a:pt x="1878964" y="46228"/>
                  </a:lnTo>
                  <a:lnTo>
                    <a:pt x="1878964" y="57150"/>
                  </a:lnTo>
                  <a:lnTo>
                    <a:pt x="1882139" y="57150"/>
                  </a:lnTo>
                  <a:lnTo>
                    <a:pt x="1882139" y="46228"/>
                  </a:lnTo>
                  <a:close/>
                </a:path>
                <a:path w="1894839" h="103505">
                  <a:moveTo>
                    <a:pt x="1806066" y="0"/>
                  </a:moveTo>
                  <a:lnTo>
                    <a:pt x="1802256" y="1016"/>
                  </a:lnTo>
                  <a:lnTo>
                    <a:pt x="1798701" y="7112"/>
                  </a:lnTo>
                  <a:lnTo>
                    <a:pt x="1799716" y="10922"/>
                  </a:lnTo>
                  <a:lnTo>
                    <a:pt x="1869603" y="51688"/>
                  </a:lnTo>
                  <a:lnTo>
                    <a:pt x="1878964" y="46228"/>
                  </a:lnTo>
                  <a:lnTo>
                    <a:pt x="1882139" y="46228"/>
                  </a:lnTo>
                  <a:lnTo>
                    <a:pt x="1882139" y="45338"/>
                  </a:lnTo>
                  <a:lnTo>
                    <a:pt x="1883822" y="45338"/>
                  </a:lnTo>
                  <a:lnTo>
                    <a:pt x="1806066" y="0"/>
                  </a:lnTo>
                  <a:close/>
                </a:path>
              </a:pathLst>
            </a:custGeom>
            <a:solidFill>
              <a:srgbClr val="FF0000"/>
            </a:solidFill>
          </p:spPr>
          <p:txBody>
            <a:bodyPr wrap="square" lIns="0" tIns="0" rIns="0" bIns="0" rtlCol="0"/>
            <a:lstStyle/>
            <a:p>
              <a:endParaRPr/>
            </a:p>
          </p:txBody>
        </p:sp>
        <p:sp>
          <p:nvSpPr>
            <p:cNvPr id="7" name="object 7"/>
            <p:cNvSpPr/>
            <p:nvPr/>
          </p:nvSpPr>
          <p:spPr>
            <a:xfrm>
              <a:off x="1571244" y="2531363"/>
              <a:ext cx="2969260" cy="780415"/>
            </a:xfrm>
            <a:custGeom>
              <a:avLst/>
              <a:gdLst/>
              <a:ahLst/>
              <a:cxnLst/>
              <a:rect l="l" t="t" r="r" b="b"/>
              <a:pathLst>
                <a:path w="2969260" h="780414">
                  <a:moveTo>
                    <a:pt x="0" y="780288"/>
                  </a:moveTo>
                  <a:lnTo>
                    <a:pt x="2968752" y="780288"/>
                  </a:lnTo>
                  <a:lnTo>
                    <a:pt x="2968752" y="0"/>
                  </a:lnTo>
                  <a:lnTo>
                    <a:pt x="0" y="0"/>
                  </a:lnTo>
                  <a:lnTo>
                    <a:pt x="0" y="780288"/>
                  </a:lnTo>
                  <a:close/>
                </a:path>
              </a:pathLst>
            </a:custGeom>
            <a:ln w="15240">
              <a:solidFill>
                <a:srgbClr val="FF0000"/>
              </a:solidFill>
            </a:ln>
          </p:spPr>
          <p:txBody>
            <a:bodyPr wrap="square" lIns="0" tIns="0" rIns="0" bIns="0" rtlCol="0"/>
            <a:lstStyle/>
            <a:p>
              <a:endParaRPr/>
            </a:p>
          </p:txBody>
        </p:sp>
        <p:sp>
          <p:nvSpPr>
            <p:cNvPr id="8" name="object 8"/>
            <p:cNvSpPr/>
            <p:nvPr/>
          </p:nvSpPr>
          <p:spPr>
            <a:xfrm>
              <a:off x="4536312" y="2916301"/>
              <a:ext cx="418465" cy="304800"/>
            </a:xfrm>
            <a:custGeom>
              <a:avLst/>
              <a:gdLst/>
              <a:ahLst/>
              <a:cxnLst/>
              <a:rect l="l" t="t" r="r" b="b"/>
              <a:pathLst>
                <a:path w="418464" h="304800">
                  <a:moveTo>
                    <a:pt x="317500" y="281686"/>
                  </a:moveTo>
                  <a:lnTo>
                    <a:pt x="314325" y="284225"/>
                  </a:lnTo>
                  <a:lnTo>
                    <a:pt x="314071" y="287782"/>
                  </a:lnTo>
                  <a:lnTo>
                    <a:pt x="313689" y="291211"/>
                  </a:lnTo>
                  <a:lnTo>
                    <a:pt x="316229" y="294386"/>
                  </a:lnTo>
                  <a:lnTo>
                    <a:pt x="319786" y="294639"/>
                  </a:lnTo>
                  <a:lnTo>
                    <a:pt x="418338" y="304291"/>
                  </a:lnTo>
                  <a:lnTo>
                    <a:pt x="417324" y="302006"/>
                  </a:lnTo>
                  <a:lnTo>
                    <a:pt x="404495" y="302006"/>
                  </a:lnTo>
                  <a:lnTo>
                    <a:pt x="385509" y="288319"/>
                  </a:lnTo>
                  <a:lnTo>
                    <a:pt x="320928" y="282066"/>
                  </a:lnTo>
                  <a:lnTo>
                    <a:pt x="317500" y="281686"/>
                  </a:lnTo>
                  <a:close/>
                </a:path>
                <a:path w="418464" h="304800">
                  <a:moveTo>
                    <a:pt x="385509" y="288319"/>
                  </a:moveTo>
                  <a:lnTo>
                    <a:pt x="404495" y="302006"/>
                  </a:lnTo>
                  <a:lnTo>
                    <a:pt x="406313" y="299465"/>
                  </a:lnTo>
                  <a:lnTo>
                    <a:pt x="402336" y="299465"/>
                  </a:lnTo>
                  <a:lnTo>
                    <a:pt x="397921" y="289521"/>
                  </a:lnTo>
                  <a:lnTo>
                    <a:pt x="385509" y="288319"/>
                  </a:lnTo>
                  <a:close/>
                </a:path>
                <a:path w="418464" h="304800">
                  <a:moveTo>
                    <a:pt x="372999" y="209041"/>
                  </a:moveTo>
                  <a:lnTo>
                    <a:pt x="369824" y="210438"/>
                  </a:lnTo>
                  <a:lnTo>
                    <a:pt x="366522" y="211836"/>
                  </a:lnTo>
                  <a:lnTo>
                    <a:pt x="365125" y="215646"/>
                  </a:lnTo>
                  <a:lnTo>
                    <a:pt x="392791" y="277966"/>
                  </a:lnTo>
                  <a:lnTo>
                    <a:pt x="411861" y="291719"/>
                  </a:lnTo>
                  <a:lnTo>
                    <a:pt x="404495" y="302006"/>
                  </a:lnTo>
                  <a:lnTo>
                    <a:pt x="417324" y="302006"/>
                  </a:lnTo>
                  <a:lnTo>
                    <a:pt x="378206" y="213740"/>
                  </a:lnTo>
                  <a:lnTo>
                    <a:pt x="376682" y="210438"/>
                  </a:lnTo>
                  <a:lnTo>
                    <a:pt x="372999" y="209041"/>
                  </a:lnTo>
                  <a:close/>
                </a:path>
                <a:path w="418464" h="304800">
                  <a:moveTo>
                    <a:pt x="397921" y="289521"/>
                  </a:moveTo>
                  <a:lnTo>
                    <a:pt x="402336" y="299465"/>
                  </a:lnTo>
                  <a:lnTo>
                    <a:pt x="408813" y="290575"/>
                  </a:lnTo>
                  <a:lnTo>
                    <a:pt x="397921" y="289521"/>
                  </a:lnTo>
                  <a:close/>
                </a:path>
                <a:path w="418464" h="304800">
                  <a:moveTo>
                    <a:pt x="392791" y="277966"/>
                  </a:moveTo>
                  <a:lnTo>
                    <a:pt x="397921" y="289521"/>
                  </a:lnTo>
                  <a:lnTo>
                    <a:pt x="408813" y="290575"/>
                  </a:lnTo>
                  <a:lnTo>
                    <a:pt x="402336" y="299465"/>
                  </a:lnTo>
                  <a:lnTo>
                    <a:pt x="406313" y="299465"/>
                  </a:lnTo>
                  <a:lnTo>
                    <a:pt x="411861" y="291719"/>
                  </a:lnTo>
                  <a:lnTo>
                    <a:pt x="392791" y="277966"/>
                  </a:lnTo>
                  <a:close/>
                </a:path>
                <a:path w="418464" h="304800">
                  <a:moveTo>
                    <a:pt x="7365" y="0"/>
                  </a:moveTo>
                  <a:lnTo>
                    <a:pt x="0" y="10413"/>
                  </a:lnTo>
                  <a:lnTo>
                    <a:pt x="385509" y="288319"/>
                  </a:lnTo>
                  <a:lnTo>
                    <a:pt x="397921" y="289521"/>
                  </a:lnTo>
                  <a:lnTo>
                    <a:pt x="392791" y="277966"/>
                  </a:lnTo>
                  <a:lnTo>
                    <a:pt x="7365" y="0"/>
                  </a:lnTo>
                  <a:close/>
                </a:path>
              </a:pathLst>
            </a:custGeom>
            <a:solidFill>
              <a:srgbClr val="FF0000"/>
            </a:solidFill>
          </p:spPr>
          <p:txBody>
            <a:bodyPr wrap="square" lIns="0" tIns="0" rIns="0" bIns="0" rtlCol="0"/>
            <a:lstStyle/>
            <a:p>
              <a:endParaRPr/>
            </a:p>
          </p:txBody>
        </p:sp>
      </p:grpSp>
      <p:sp>
        <p:nvSpPr>
          <p:cNvPr id="9" name="object 9"/>
          <p:cNvSpPr txBox="1"/>
          <p:nvPr/>
        </p:nvSpPr>
        <p:spPr>
          <a:xfrm>
            <a:off x="5033517" y="2108961"/>
            <a:ext cx="5824855" cy="1229995"/>
          </a:xfrm>
          <a:prstGeom prst="rect">
            <a:avLst/>
          </a:prstGeom>
        </p:spPr>
        <p:txBody>
          <a:bodyPr vert="horz" wrap="square" lIns="0" tIns="12065" rIns="0" bIns="0" rtlCol="0">
            <a:spAutoFit/>
          </a:bodyPr>
          <a:lstStyle/>
          <a:p>
            <a:pPr marL="12700" marR="5080" algn="just">
              <a:lnSpc>
                <a:spcPct val="100000"/>
              </a:lnSpc>
              <a:spcBef>
                <a:spcPts val="95"/>
              </a:spcBef>
            </a:pPr>
            <a:r>
              <a:rPr sz="1600" b="1" spc="20" dirty="0">
                <a:solidFill>
                  <a:srgbClr val="FF0000"/>
                </a:solidFill>
                <a:latin typeface="Times New Roman"/>
                <a:cs typeface="Times New Roman"/>
              </a:rPr>
              <a:t>Un </a:t>
            </a:r>
            <a:r>
              <a:rPr sz="1600" b="1" spc="-25" dirty="0">
                <a:solidFill>
                  <a:srgbClr val="FF0000"/>
                </a:solidFill>
                <a:latin typeface="Times New Roman"/>
                <a:cs typeface="Times New Roman"/>
              </a:rPr>
              <a:t>fichier</a:t>
            </a:r>
            <a:r>
              <a:rPr sz="1600" b="1" spc="-20" dirty="0">
                <a:solidFill>
                  <a:srgbClr val="FF0000"/>
                </a:solidFill>
                <a:latin typeface="Times New Roman"/>
                <a:cs typeface="Times New Roman"/>
              </a:rPr>
              <a:t> </a:t>
            </a:r>
            <a:r>
              <a:rPr sz="1600" b="1" dirty="0">
                <a:solidFill>
                  <a:srgbClr val="FF0000"/>
                </a:solidFill>
                <a:latin typeface="Times New Roman"/>
                <a:cs typeface="Times New Roman"/>
              </a:rPr>
              <a:t>indispensable </a:t>
            </a:r>
            <a:r>
              <a:rPr sz="1600" b="1" spc="-40" dirty="0">
                <a:solidFill>
                  <a:srgbClr val="FF0000"/>
                </a:solidFill>
                <a:latin typeface="Times New Roman"/>
                <a:cs typeface="Times New Roman"/>
              </a:rPr>
              <a:t>à</a:t>
            </a:r>
            <a:r>
              <a:rPr sz="1600" b="1" spc="320" dirty="0">
                <a:solidFill>
                  <a:srgbClr val="FF0000"/>
                </a:solidFill>
                <a:latin typeface="Times New Roman"/>
                <a:cs typeface="Times New Roman"/>
              </a:rPr>
              <a:t> </a:t>
            </a:r>
            <a:r>
              <a:rPr sz="1600" b="1" spc="5" dirty="0">
                <a:solidFill>
                  <a:srgbClr val="FF0000"/>
                </a:solidFill>
                <a:latin typeface="Times New Roman"/>
                <a:cs typeface="Times New Roman"/>
              </a:rPr>
              <a:t>tous </a:t>
            </a:r>
            <a:r>
              <a:rPr sz="1600" b="1" spc="15" dirty="0">
                <a:solidFill>
                  <a:srgbClr val="FF0000"/>
                </a:solidFill>
                <a:latin typeface="Times New Roman"/>
                <a:cs typeface="Times New Roman"/>
              </a:rPr>
              <a:t>les </a:t>
            </a:r>
            <a:r>
              <a:rPr sz="1600" b="1" spc="-30" dirty="0">
                <a:solidFill>
                  <a:srgbClr val="FF0000"/>
                </a:solidFill>
                <a:latin typeface="Times New Roman"/>
                <a:cs typeface="Times New Roman"/>
              </a:rPr>
              <a:t>projets</a:t>
            </a:r>
            <a:r>
              <a:rPr sz="1600" b="1" spc="340" dirty="0">
                <a:solidFill>
                  <a:srgbClr val="FF0000"/>
                </a:solidFill>
                <a:latin typeface="Times New Roman"/>
                <a:cs typeface="Times New Roman"/>
              </a:rPr>
              <a:t> </a:t>
            </a:r>
            <a:r>
              <a:rPr sz="1600" b="1" spc="-45" dirty="0">
                <a:solidFill>
                  <a:srgbClr val="FF0000"/>
                </a:solidFill>
                <a:latin typeface="Times New Roman"/>
                <a:cs typeface="Times New Roman"/>
              </a:rPr>
              <a:t>Android:</a:t>
            </a:r>
            <a:r>
              <a:rPr sz="1600" b="1" spc="315" dirty="0">
                <a:solidFill>
                  <a:srgbClr val="FF0000"/>
                </a:solidFill>
                <a:latin typeface="Times New Roman"/>
                <a:cs typeface="Times New Roman"/>
              </a:rPr>
              <a:t> </a:t>
            </a:r>
            <a:r>
              <a:rPr sz="1600" b="1" spc="-10" dirty="0">
                <a:solidFill>
                  <a:srgbClr val="FF0000"/>
                </a:solidFill>
                <a:latin typeface="Times New Roman"/>
                <a:cs typeface="Times New Roman"/>
              </a:rPr>
              <a:t>permet </a:t>
            </a:r>
            <a:r>
              <a:rPr sz="1600" b="1" spc="15" dirty="0">
                <a:solidFill>
                  <a:srgbClr val="FF0000"/>
                </a:solidFill>
                <a:latin typeface="Times New Roman"/>
                <a:cs typeface="Times New Roman"/>
              </a:rPr>
              <a:t>de </a:t>
            </a:r>
            <a:r>
              <a:rPr sz="1600" b="1" spc="20" dirty="0">
                <a:solidFill>
                  <a:srgbClr val="FF0000"/>
                </a:solidFill>
                <a:latin typeface="Times New Roman"/>
                <a:cs typeface="Times New Roman"/>
              </a:rPr>
              <a:t> </a:t>
            </a:r>
            <a:r>
              <a:rPr sz="1600" b="1" spc="-30" dirty="0">
                <a:solidFill>
                  <a:srgbClr val="FF0000"/>
                </a:solidFill>
                <a:latin typeface="Times New Roman"/>
                <a:cs typeface="Times New Roman"/>
              </a:rPr>
              <a:t>lister </a:t>
            </a:r>
            <a:r>
              <a:rPr sz="1600" b="1" spc="15" dirty="0">
                <a:solidFill>
                  <a:srgbClr val="FF0000"/>
                </a:solidFill>
                <a:latin typeface="Times New Roman"/>
                <a:cs typeface="Times New Roman"/>
              </a:rPr>
              <a:t>les </a:t>
            </a:r>
            <a:r>
              <a:rPr sz="1600" b="1" spc="-15" dirty="0">
                <a:solidFill>
                  <a:srgbClr val="FF0000"/>
                </a:solidFill>
                <a:latin typeface="Times New Roman"/>
                <a:cs typeface="Times New Roman"/>
              </a:rPr>
              <a:t>différents </a:t>
            </a:r>
            <a:r>
              <a:rPr sz="1600" b="1" spc="10" dirty="0">
                <a:solidFill>
                  <a:srgbClr val="FF0000"/>
                </a:solidFill>
                <a:latin typeface="Times New Roman"/>
                <a:cs typeface="Times New Roman"/>
              </a:rPr>
              <a:t>composants </a:t>
            </a:r>
            <a:r>
              <a:rPr sz="1600" b="1" spc="15" dirty="0">
                <a:solidFill>
                  <a:srgbClr val="FF0000"/>
                </a:solidFill>
                <a:latin typeface="Times New Roman"/>
                <a:cs typeface="Times New Roman"/>
              </a:rPr>
              <a:t>de </a:t>
            </a:r>
            <a:r>
              <a:rPr sz="1600" b="1" spc="-45" dirty="0">
                <a:solidFill>
                  <a:srgbClr val="FF0000"/>
                </a:solidFill>
                <a:latin typeface="Times New Roman"/>
                <a:cs typeface="Times New Roman"/>
              </a:rPr>
              <a:t>votre </a:t>
            </a:r>
            <a:r>
              <a:rPr sz="1600" b="1" spc="-10" dirty="0">
                <a:solidFill>
                  <a:srgbClr val="FF0000"/>
                </a:solidFill>
                <a:latin typeface="Times New Roman"/>
                <a:cs typeface="Times New Roman"/>
              </a:rPr>
              <a:t>application </a:t>
            </a:r>
            <a:r>
              <a:rPr sz="1600" b="1" spc="-5" dirty="0">
                <a:solidFill>
                  <a:srgbClr val="FF0000"/>
                </a:solidFill>
                <a:latin typeface="Times New Roman"/>
                <a:cs typeface="Times New Roman"/>
              </a:rPr>
              <a:t>ainsi </a:t>
            </a:r>
            <a:r>
              <a:rPr sz="1600" b="1" dirty="0">
                <a:solidFill>
                  <a:srgbClr val="FF0000"/>
                </a:solidFill>
                <a:latin typeface="Times New Roman"/>
                <a:cs typeface="Times New Roman"/>
              </a:rPr>
              <a:t>que </a:t>
            </a:r>
            <a:r>
              <a:rPr sz="1600" b="1" spc="15" dirty="0">
                <a:solidFill>
                  <a:srgbClr val="FF0000"/>
                </a:solidFill>
                <a:latin typeface="Times New Roman"/>
                <a:cs typeface="Times New Roman"/>
              </a:rPr>
              <a:t>les </a:t>
            </a:r>
            <a:r>
              <a:rPr sz="1600" b="1" spc="20" dirty="0">
                <a:solidFill>
                  <a:srgbClr val="FF0000"/>
                </a:solidFill>
                <a:latin typeface="Times New Roman"/>
                <a:cs typeface="Times New Roman"/>
              </a:rPr>
              <a:t> </a:t>
            </a:r>
            <a:r>
              <a:rPr sz="1600" b="1" dirty="0">
                <a:solidFill>
                  <a:srgbClr val="FF0000"/>
                </a:solidFill>
                <a:latin typeface="Times New Roman"/>
                <a:cs typeface="Times New Roman"/>
              </a:rPr>
              <a:t>services</a:t>
            </a:r>
            <a:r>
              <a:rPr sz="1600" b="1" spc="20" dirty="0">
                <a:solidFill>
                  <a:srgbClr val="FF0000"/>
                </a:solidFill>
                <a:latin typeface="Times New Roman"/>
                <a:cs typeface="Times New Roman"/>
              </a:rPr>
              <a:t> </a:t>
            </a:r>
            <a:r>
              <a:rPr sz="1600" b="1" spc="-10" dirty="0">
                <a:solidFill>
                  <a:srgbClr val="FF0000"/>
                </a:solidFill>
                <a:latin typeface="Times New Roman"/>
                <a:cs typeface="Times New Roman"/>
              </a:rPr>
              <a:t>qu'ils</a:t>
            </a:r>
            <a:r>
              <a:rPr sz="1600" b="1" spc="15" dirty="0">
                <a:solidFill>
                  <a:srgbClr val="FF0000"/>
                </a:solidFill>
                <a:latin typeface="Times New Roman"/>
                <a:cs typeface="Times New Roman"/>
              </a:rPr>
              <a:t> </a:t>
            </a:r>
            <a:r>
              <a:rPr sz="1600" b="1" spc="-30" dirty="0">
                <a:solidFill>
                  <a:srgbClr val="FF0000"/>
                </a:solidFill>
                <a:latin typeface="Times New Roman"/>
                <a:cs typeface="Times New Roman"/>
              </a:rPr>
              <a:t>offrent.</a:t>
            </a:r>
            <a:endParaRPr sz="1600">
              <a:latin typeface="Times New Roman"/>
              <a:cs typeface="Times New Roman"/>
            </a:endParaRPr>
          </a:p>
          <a:p>
            <a:pPr>
              <a:lnSpc>
                <a:spcPct val="100000"/>
              </a:lnSpc>
              <a:spcBef>
                <a:spcPts val="25"/>
              </a:spcBef>
            </a:pPr>
            <a:endParaRPr sz="1550">
              <a:latin typeface="Times New Roman"/>
              <a:cs typeface="Times New Roman"/>
            </a:endParaRPr>
          </a:p>
          <a:p>
            <a:pPr marL="12700" algn="just">
              <a:lnSpc>
                <a:spcPct val="100000"/>
              </a:lnSpc>
            </a:pPr>
            <a:r>
              <a:rPr sz="1600" b="1" spc="-120" dirty="0">
                <a:solidFill>
                  <a:srgbClr val="FF0000"/>
                </a:solidFill>
                <a:latin typeface="Times New Roman"/>
                <a:cs typeface="Times New Roman"/>
              </a:rPr>
              <a:t>j</a:t>
            </a:r>
            <a:r>
              <a:rPr sz="1600" b="1" spc="-50" dirty="0">
                <a:solidFill>
                  <a:srgbClr val="FF0000"/>
                </a:solidFill>
                <a:latin typeface="Times New Roman"/>
                <a:cs typeface="Times New Roman"/>
              </a:rPr>
              <a:t>a</a:t>
            </a:r>
            <a:r>
              <a:rPr sz="1600" b="1" spc="-110" dirty="0">
                <a:solidFill>
                  <a:srgbClr val="FF0000"/>
                </a:solidFill>
                <a:latin typeface="Times New Roman"/>
                <a:cs typeface="Times New Roman"/>
              </a:rPr>
              <a:t>v</a:t>
            </a:r>
            <a:r>
              <a:rPr sz="1600" b="1" spc="-40" dirty="0">
                <a:solidFill>
                  <a:srgbClr val="FF0000"/>
                </a:solidFill>
                <a:latin typeface="Times New Roman"/>
                <a:cs typeface="Times New Roman"/>
              </a:rPr>
              <a:t>a</a:t>
            </a:r>
            <a:r>
              <a:rPr sz="1600" b="1" spc="-25" dirty="0">
                <a:solidFill>
                  <a:srgbClr val="FF0000"/>
                </a:solidFill>
                <a:latin typeface="Times New Roman"/>
                <a:cs typeface="Times New Roman"/>
              </a:rPr>
              <a:t> </a:t>
            </a:r>
            <a:r>
              <a:rPr sz="1600" b="1" spc="-120" dirty="0">
                <a:solidFill>
                  <a:srgbClr val="FF0000"/>
                </a:solidFill>
                <a:latin typeface="Times New Roman"/>
                <a:cs typeface="Times New Roman"/>
              </a:rPr>
              <a:t>:</a:t>
            </a:r>
            <a:r>
              <a:rPr sz="1600" b="1" dirty="0">
                <a:solidFill>
                  <a:srgbClr val="FF0000"/>
                </a:solidFill>
                <a:latin typeface="Times New Roman"/>
                <a:cs typeface="Times New Roman"/>
              </a:rPr>
              <a:t> </a:t>
            </a:r>
            <a:r>
              <a:rPr sz="1600" b="1" spc="-30" dirty="0">
                <a:solidFill>
                  <a:srgbClr val="FF0000"/>
                </a:solidFill>
                <a:latin typeface="Times New Roman"/>
                <a:cs typeface="Times New Roman"/>
              </a:rPr>
              <a:t>l</a:t>
            </a:r>
            <a:r>
              <a:rPr sz="1600" b="1" spc="40" dirty="0">
                <a:solidFill>
                  <a:srgbClr val="FF0000"/>
                </a:solidFill>
                <a:latin typeface="Times New Roman"/>
                <a:cs typeface="Times New Roman"/>
              </a:rPr>
              <a:t>es</a:t>
            </a:r>
            <a:r>
              <a:rPr sz="1600" b="1" spc="-15" dirty="0">
                <a:solidFill>
                  <a:srgbClr val="FF0000"/>
                </a:solidFill>
                <a:latin typeface="Times New Roman"/>
                <a:cs typeface="Times New Roman"/>
              </a:rPr>
              <a:t> </a:t>
            </a:r>
            <a:r>
              <a:rPr sz="1600" b="1" spc="35" dirty="0">
                <a:solidFill>
                  <a:srgbClr val="FF0000"/>
                </a:solidFill>
                <a:latin typeface="Times New Roman"/>
                <a:cs typeface="Times New Roman"/>
              </a:rPr>
              <a:t>s</a:t>
            </a:r>
            <a:r>
              <a:rPr sz="1600" b="1" spc="10" dirty="0">
                <a:solidFill>
                  <a:srgbClr val="FF0000"/>
                </a:solidFill>
                <a:latin typeface="Times New Roman"/>
                <a:cs typeface="Times New Roman"/>
              </a:rPr>
              <a:t>o</a:t>
            </a:r>
            <a:r>
              <a:rPr sz="1600" b="1" dirty="0">
                <a:solidFill>
                  <a:srgbClr val="FF0000"/>
                </a:solidFill>
                <a:latin typeface="Times New Roman"/>
                <a:cs typeface="Times New Roman"/>
              </a:rPr>
              <a:t>u</a:t>
            </a:r>
            <a:r>
              <a:rPr sz="1600" b="1" spc="-30" dirty="0">
                <a:solidFill>
                  <a:srgbClr val="FF0000"/>
                </a:solidFill>
                <a:latin typeface="Times New Roman"/>
                <a:cs typeface="Times New Roman"/>
              </a:rPr>
              <a:t>rc</a:t>
            </a:r>
            <a:r>
              <a:rPr sz="1600" b="1" spc="-40" dirty="0">
                <a:solidFill>
                  <a:srgbClr val="FF0000"/>
                </a:solidFill>
                <a:latin typeface="Times New Roman"/>
                <a:cs typeface="Times New Roman"/>
              </a:rPr>
              <a:t>e</a:t>
            </a:r>
            <a:r>
              <a:rPr sz="1600" b="1" spc="35" dirty="0">
                <a:solidFill>
                  <a:srgbClr val="FF0000"/>
                </a:solidFill>
                <a:latin typeface="Times New Roman"/>
                <a:cs typeface="Times New Roman"/>
              </a:rPr>
              <a:t>s</a:t>
            </a:r>
            <a:r>
              <a:rPr sz="1600" b="1" spc="15" dirty="0">
                <a:solidFill>
                  <a:srgbClr val="FF0000"/>
                </a:solidFill>
                <a:latin typeface="Times New Roman"/>
                <a:cs typeface="Times New Roman"/>
              </a:rPr>
              <a:t>,</a:t>
            </a:r>
            <a:r>
              <a:rPr sz="1600" b="1" spc="35" dirty="0">
                <a:solidFill>
                  <a:srgbClr val="FF0000"/>
                </a:solidFill>
                <a:latin typeface="Times New Roman"/>
                <a:cs typeface="Times New Roman"/>
              </a:rPr>
              <a:t> </a:t>
            </a:r>
            <a:r>
              <a:rPr sz="1600" b="1" spc="-95" dirty="0">
                <a:solidFill>
                  <a:srgbClr val="FF0000"/>
                </a:solidFill>
                <a:latin typeface="Times New Roman"/>
                <a:cs typeface="Times New Roman"/>
              </a:rPr>
              <a:t>r</a:t>
            </a:r>
            <a:r>
              <a:rPr sz="1600" b="1" spc="-100" dirty="0">
                <a:solidFill>
                  <a:srgbClr val="FF0000"/>
                </a:solidFill>
                <a:latin typeface="Times New Roman"/>
                <a:cs typeface="Times New Roman"/>
              </a:rPr>
              <a:t>a</a:t>
            </a:r>
            <a:r>
              <a:rPr sz="1600" b="1" spc="-20" dirty="0">
                <a:solidFill>
                  <a:srgbClr val="FF0000"/>
                </a:solidFill>
                <a:latin typeface="Times New Roman"/>
                <a:cs typeface="Times New Roman"/>
              </a:rPr>
              <a:t>n</a:t>
            </a:r>
            <a:r>
              <a:rPr sz="1600" b="1" spc="50" dirty="0">
                <a:solidFill>
                  <a:srgbClr val="FF0000"/>
                </a:solidFill>
                <a:latin typeface="Times New Roman"/>
                <a:cs typeface="Times New Roman"/>
              </a:rPr>
              <a:t>g</a:t>
            </a:r>
            <a:r>
              <a:rPr sz="1600" b="1" spc="40" dirty="0">
                <a:solidFill>
                  <a:srgbClr val="FF0000"/>
                </a:solidFill>
                <a:latin typeface="Times New Roman"/>
                <a:cs typeface="Times New Roman"/>
              </a:rPr>
              <a:t>és</a:t>
            </a:r>
            <a:r>
              <a:rPr sz="1600" b="1" dirty="0">
                <a:solidFill>
                  <a:srgbClr val="FF0000"/>
                </a:solidFill>
                <a:latin typeface="Times New Roman"/>
                <a:cs typeface="Times New Roman"/>
              </a:rPr>
              <a:t> </a:t>
            </a:r>
            <a:r>
              <a:rPr sz="1600" b="1" spc="-20" dirty="0">
                <a:solidFill>
                  <a:srgbClr val="FF0000"/>
                </a:solidFill>
                <a:latin typeface="Times New Roman"/>
                <a:cs typeface="Times New Roman"/>
              </a:rPr>
              <a:t>p</a:t>
            </a:r>
            <a:r>
              <a:rPr sz="1600" b="1" spc="-100" dirty="0">
                <a:solidFill>
                  <a:srgbClr val="FF0000"/>
                </a:solidFill>
                <a:latin typeface="Times New Roman"/>
                <a:cs typeface="Times New Roman"/>
              </a:rPr>
              <a:t>ar</a:t>
            </a:r>
            <a:r>
              <a:rPr sz="1600" b="1" spc="10" dirty="0">
                <a:solidFill>
                  <a:srgbClr val="FF0000"/>
                </a:solidFill>
                <a:latin typeface="Times New Roman"/>
                <a:cs typeface="Times New Roman"/>
              </a:rPr>
              <a:t> </a:t>
            </a:r>
            <a:r>
              <a:rPr sz="1600" b="1" spc="-20" dirty="0">
                <a:solidFill>
                  <a:srgbClr val="FF0000"/>
                </a:solidFill>
                <a:latin typeface="Times New Roman"/>
                <a:cs typeface="Times New Roman"/>
              </a:rPr>
              <a:t>paq</a:t>
            </a:r>
            <a:r>
              <a:rPr sz="1600" b="1" spc="-30" dirty="0">
                <a:solidFill>
                  <a:srgbClr val="FF0000"/>
                </a:solidFill>
                <a:latin typeface="Times New Roman"/>
                <a:cs typeface="Times New Roman"/>
              </a:rPr>
              <a:t>u</a:t>
            </a:r>
            <a:r>
              <a:rPr sz="1600" b="1" spc="-10" dirty="0">
                <a:solidFill>
                  <a:srgbClr val="FF0000"/>
                </a:solidFill>
                <a:latin typeface="Times New Roman"/>
                <a:cs typeface="Times New Roman"/>
              </a:rPr>
              <a:t>et</a:t>
            </a:r>
            <a:r>
              <a:rPr sz="1600" b="1" spc="10" dirty="0">
                <a:solidFill>
                  <a:srgbClr val="FF0000"/>
                </a:solidFill>
                <a:latin typeface="Times New Roman"/>
                <a:cs typeface="Times New Roman"/>
              </a:rPr>
              <a:t>a</a:t>
            </a:r>
            <a:r>
              <a:rPr sz="1600" b="1" spc="50" dirty="0">
                <a:solidFill>
                  <a:srgbClr val="FF0000"/>
                </a:solidFill>
                <a:latin typeface="Times New Roman"/>
                <a:cs typeface="Times New Roman"/>
              </a:rPr>
              <a:t>g</a:t>
            </a:r>
            <a:r>
              <a:rPr sz="1600" b="1" spc="40" dirty="0">
                <a:solidFill>
                  <a:srgbClr val="FF0000"/>
                </a:solidFill>
                <a:latin typeface="Times New Roman"/>
                <a:cs typeface="Times New Roman"/>
              </a:rPr>
              <a:t>e</a:t>
            </a:r>
            <a:r>
              <a:rPr sz="1600" b="1" spc="15" dirty="0">
                <a:solidFill>
                  <a:srgbClr val="FF0000"/>
                </a:solidFill>
                <a:latin typeface="Times New Roman"/>
                <a:cs typeface="Times New Roman"/>
              </a:rPr>
              <a:t>,</a:t>
            </a:r>
            <a:endParaRPr sz="1600">
              <a:latin typeface="Times New Roman"/>
              <a:cs typeface="Times New Roman"/>
            </a:endParaRPr>
          </a:p>
        </p:txBody>
      </p:sp>
      <p:grpSp>
        <p:nvGrpSpPr>
          <p:cNvPr id="10" name="object 10"/>
          <p:cNvGrpSpPr/>
          <p:nvPr/>
        </p:nvGrpSpPr>
        <p:grpSpPr>
          <a:xfrm>
            <a:off x="1510283" y="3334511"/>
            <a:ext cx="3444875" cy="2382520"/>
            <a:chOff x="1510283" y="3334511"/>
            <a:chExt cx="3444875" cy="2382520"/>
          </a:xfrm>
        </p:grpSpPr>
        <p:sp>
          <p:nvSpPr>
            <p:cNvPr id="11" name="object 11"/>
            <p:cNvSpPr/>
            <p:nvPr/>
          </p:nvSpPr>
          <p:spPr>
            <a:xfrm>
              <a:off x="1571243" y="3342131"/>
              <a:ext cx="2969260" cy="889000"/>
            </a:xfrm>
            <a:custGeom>
              <a:avLst/>
              <a:gdLst/>
              <a:ahLst/>
              <a:cxnLst/>
              <a:rect l="l" t="t" r="r" b="b"/>
              <a:pathLst>
                <a:path w="2969260" h="889000">
                  <a:moveTo>
                    <a:pt x="0" y="888491"/>
                  </a:moveTo>
                  <a:lnTo>
                    <a:pt x="2968752" y="888491"/>
                  </a:lnTo>
                  <a:lnTo>
                    <a:pt x="2968752" y="0"/>
                  </a:lnTo>
                  <a:lnTo>
                    <a:pt x="0" y="0"/>
                  </a:lnTo>
                  <a:lnTo>
                    <a:pt x="0" y="888491"/>
                  </a:lnTo>
                  <a:close/>
                </a:path>
              </a:pathLst>
            </a:custGeom>
            <a:ln w="15240">
              <a:solidFill>
                <a:srgbClr val="FF0000"/>
              </a:solidFill>
            </a:ln>
          </p:spPr>
          <p:txBody>
            <a:bodyPr wrap="square" lIns="0" tIns="0" rIns="0" bIns="0" rtlCol="0"/>
            <a:lstStyle/>
            <a:p>
              <a:endParaRPr/>
            </a:p>
          </p:txBody>
        </p:sp>
        <p:sp>
          <p:nvSpPr>
            <p:cNvPr id="12" name="object 12"/>
            <p:cNvSpPr/>
            <p:nvPr/>
          </p:nvSpPr>
          <p:spPr>
            <a:xfrm>
              <a:off x="4534026" y="3784980"/>
              <a:ext cx="356235" cy="912494"/>
            </a:xfrm>
            <a:custGeom>
              <a:avLst/>
              <a:gdLst/>
              <a:ahLst/>
              <a:cxnLst/>
              <a:rect l="l" t="t" r="r" b="b"/>
              <a:pathLst>
                <a:path w="356235" h="912495">
                  <a:moveTo>
                    <a:pt x="266953" y="836676"/>
                  </a:moveTo>
                  <a:lnTo>
                    <a:pt x="262889" y="837057"/>
                  </a:lnTo>
                  <a:lnTo>
                    <a:pt x="260603" y="839724"/>
                  </a:lnTo>
                  <a:lnTo>
                    <a:pt x="258445" y="842391"/>
                  </a:lnTo>
                  <a:lnTo>
                    <a:pt x="258825" y="846455"/>
                  </a:lnTo>
                  <a:lnTo>
                    <a:pt x="261493" y="848741"/>
                  </a:lnTo>
                  <a:lnTo>
                    <a:pt x="337693" y="911987"/>
                  </a:lnTo>
                  <a:lnTo>
                    <a:pt x="339439" y="902335"/>
                  </a:lnTo>
                  <a:lnTo>
                    <a:pt x="327406" y="902335"/>
                  </a:lnTo>
                  <a:lnTo>
                    <a:pt x="319338" y="880206"/>
                  </a:lnTo>
                  <a:lnTo>
                    <a:pt x="269621" y="838962"/>
                  </a:lnTo>
                  <a:lnTo>
                    <a:pt x="266953" y="836676"/>
                  </a:lnTo>
                  <a:close/>
                </a:path>
                <a:path w="356235" h="912495">
                  <a:moveTo>
                    <a:pt x="319338" y="880206"/>
                  </a:moveTo>
                  <a:lnTo>
                    <a:pt x="327406" y="902335"/>
                  </a:lnTo>
                  <a:lnTo>
                    <a:pt x="336535" y="899033"/>
                  </a:lnTo>
                  <a:lnTo>
                    <a:pt x="327151" y="899033"/>
                  </a:lnTo>
                  <a:lnTo>
                    <a:pt x="329083" y="888291"/>
                  </a:lnTo>
                  <a:lnTo>
                    <a:pt x="319338" y="880206"/>
                  </a:lnTo>
                  <a:close/>
                </a:path>
                <a:path w="356235" h="912495">
                  <a:moveTo>
                    <a:pt x="346710" y="806450"/>
                  </a:moveTo>
                  <a:lnTo>
                    <a:pt x="343408" y="808736"/>
                  </a:lnTo>
                  <a:lnTo>
                    <a:pt x="342773" y="812165"/>
                  </a:lnTo>
                  <a:lnTo>
                    <a:pt x="331301" y="875957"/>
                  </a:lnTo>
                  <a:lnTo>
                    <a:pt x="339344" y="898017"/>
                  </a:lnTo>
                  <a:lnTo>
                    <a:pt x="327406" y="902335"/>
                  </a:lnTo>
                  <a:lnTo>
                    <a:pt x="339439" y="902335"/>
                  </a:lnTo>
                  <a:lnTo>
                    <a:pt x="355346" y="814451"/>
                  </a:lnTo>
                  <a:lnTo>
                    <a:pt x="355981" y="811022"/>
                  </a:lnTo>
                  <a:lnTo>
                    <a:pt x="353695" y="807720"/>
                  </a:lnTo>
                  <a:lnTo>
                    <a:pt x="346710" y="806450"/>
                  </a:lnTo>
                  <a:close/>
                </a:path>
                <a:path w="356235" h="912495">
                  <a:moveTo>
                    <a:pt x="329083" y="888291"/>
                  </a:moveTo>
                  <a:lnTo>
                    <a:pt x="327151" y="899033"/>
                  </a:lnTo>
                  <a:lnTo>
                    <a:pt x="337438" y="895223"/>
                  </a:lnTo>
                  <a:lnTo>
                    <a:pt x="329083" y="888291"/>
                  </a:lnTo>
                  <a:close/>
                </a:path>
                <a:path w="356235" h="912495">
                  <a:moveTo>
                    <a:pt x="331301" y="875957"/>
                  </a:moveTo>
                  <a:lnTo>
                    <a:pt x="329083" y="888291"/>
                  </a:lnTo>
                  <a:lnTo>
                    <a:pt x="337438" y="895223"/>
                  </a:lnTo>
                  <a:lnTo>
                    <a:pt x="327151" y="899033"/>
                  </a:lnTo>
                  <a:lnTo>
                    <a:pt x="336535" y="899033"/>
                  </a:lnTo>
                  <a:lnTo>
                    <a:pt x="339344" y="898017"/>
                  </a:lnTo>
                  <a:lnTo>
                    <a:pt x="331301" y="875957"/>
                  </a:lnTo>
                  <a:close/>
                </a:path>
                <a:path w="356235" h="912495">
                  <a:moveTo>
                    <a:pt x="11937" y="0"/>
                  </a:moveTo>
                  <a:lnTo>
                    <a:pt x="0" y="4318"/>
                  </a:lnTo>
                  <a:lnTo>
                    <a:pt x="319338" y="880206"/>
                  </a:lnTo>
                  <a:lnTo>
                    <a:pt x="329083" y="888291"/>
                  </a:lnTo>
                  <a:lnTo>
                    <a:pt x="331301" y="875957"/>
                  </a:lnTo>
                  <a:lnTo>
                    <a:pt x="11937" y="0"/>
                  </a:lnTo>
                  <a:close/>
                </a:path>
              </a:pathLst>
            </a:custGeom>
            <a:solidFill>
              <a:srgbClr val="FF0000"/>
            </a:solidFill>
          </p:spPr>
          <p:txBody>
            <a:bodyPr wrap="square" lIns="0" tIns="0" rIns="0" bIns="0" rtlCol="0"/>
            <a:lstStyle/>
            <a:p>
              <a:endParaRPr/>
            </a:p>
          </p:txBody>
        </p:sp>
        <p:sp>
          <p:nvSpPr>
            <p:cNvPr id="13" name="object 13"/>
            <p:cNvSpPr/>
            <p:nvPr/>
          </p:nvSpPr>
          <p:spPr>
            <a:xfrm>
              <a:off x="1517903" y="4248911"/>
              <a:ext cx="1399540" cy="311150"/>
            </a:xfrm>
            <a:custGeom>
              <a:avLst/>
              <a:gdLst/>
              <a:ahLst/>
              <a:cxnLst/>
              <a:rect l="l" t="t" r="r" b="b"/>
              <a:pathLst>
                <a:path w="1399539" h="311150">
                  <a:moveTo>
                    <a:pt x="0" y="310895"/>
                  </a:moveTo>
                  <a:lnTo>
                    <a:pt x="1399032" y="310895"/>
                  </a:lnTo>
                  <a:lnTo>
                    <a:pt x="1399032" y="0"/>
                  </a:lnTo>
                  <a:lnTo>
                    <a:pt x="0" y="0"/>
                  </a:lnTo>
                  <a:lnTo>
                    <a:pt x="0" y="310895"/>
                  </a:lnTo>
                  <a:close/>
                </a:path>
              </a:pathLst>
            </a:custGeom>
            <a:ln w="15240">
              <a:solidFill>
                <a:srgbClr val="FF0000"/>
              </a:solidFill>
            </a:ln>
          </p:spPr>
          <p:txBody>
            <a:bodyPr wrap="square" lIns="0" tIns="0" rIns="0" bIns="0" rtlCol="0"/>
            <a:lstStyle/>
            <a:p>
              <a:endParaRPr/>
            </a:p>
          </p:txBody>
        </p:sp>
        <p:sp>
          <p:nvSpPr>
            <p:cNvPr id="14" name="object 14"/>
            <p:cNvSpPr/>
            <p:nvPr/>
          </p:nvSpPr>
          <p:spPr>
            <a:xfrm>
              <a:off x="2913506" y="4399025"/>
              <a:ext cx="2041525" cy="1317625"/>
            </a:xfrm>
            <a:custGeom>
              <a:avLst/>
              <a:gdLst/>
              <a:ahLst/>
              <a:cxnLst/>
              <a:rect l="l" t="t" r="r" b="b"/>
              <a:pathLst>
                <a:path w="2041525" h="1317625">
                  <a:moveTo>
                    <a:pt x="1939417" y="1300226"/>
                  </a:moveTo>
                  <a:lnTo>
                    <a:pt x="1936495" y="1302931"/>
                  </a:lnTo>
                  <a:lnTo>
                    <a:pt x="1936242" y="1306436"/>
                  </a:lnTo>
                  <a:lnTo>
                    <a:pt x="1936115" y="1309941"/>
                  </a:lnTo>
                  <a:lnTo>
                    <a:pt x="1938908" y="1312913"/>
                  </a:lnTo>
                  <a:lnTo>
                    <a:pt x="2041397" y="1317421"/>
                  </a:lnTo>
                  <a:lnTo>
                    <a:pt x="2040648" y="1315948"/>
                  </a:lnTo>
                  <a:lnTo>
                    <a:pt x="2027301" y="1315948"/>
                  </a:lnTo>
                  <a:lnTo>
                    <a:pt x="2007532" y="1303220"/>
                  </a:lnTo>
                  <a:lnTo>
                    <a:pt x="1939417" y="1300226"/>
                  </a:lnTo>
                  <a:close/>
                </a:path>
                <a:path w="2041525" h="1317625">
                  <a:moveTo>
                    <a:pt x="2007532" y="1303220"/>
                  </a:moveTo>
                  <a:lnTo>
                    <a:pt x="2027301" y="1315948"/>
                  </a:lnTo>
                  <a:lnTo>
                    <a:pt x="2028920" y="1313472"/>
                  </a:lnTo>
                  <a:lnTo>
                    <a:pt x="2025142" y="1313472"/>
                  </a:lnTo>
                  <a:lnTo>
                    <a:pt x="2020209" y="1303778"/>
                  </a:lnTo>
                  <a:lnTo>
                    <a:pt x="2007532" y="1303220"/>
                  </a:lnTo>
                  <a:close/>
                </a:path>
                <a:path w="2041525" h="1317625">
                  <a:moveTo>
                    <a:pt x="1990979" y="1224724"/>
                  </a:moveTo>
                  <a:lnTo>
                    <a:pt x="1987931" y="1226312"/>
                  </a:lnTo>
                  <a:lnTo>
                    <a:pt x="1984756" y="1227899"/>
                  </a:lnTo>
                  <a:lnTo>
                    <a:pt x="1983485" y="1231722"/>
                  </a:lnTo>
                  <a:lnTo>
                    <a:pt x="1985137" y="1234846"/>
                  </a:lnTo>
                  <a:lnTo>
                    <a:pt x="2014479" y="1292516"/>
                  </a:lnTo>
                  <a:lnTo>
                    <a:pt x="2034285" y="1305267"/>
                  </a:lnTo>
                  <a:lnTo>
                    <a:pt x="2027301" y="1315948"/>
                  </a:lnTo>
                  <a:lnTo>
                    <a:pt x="2040648" y="1315948"/>
                  </a:lnTo>
                  <a:lnTo>
                    <a:pt x="1996440" y="1229093"/>
                  </a:lnTo>
                  <a:lnTo>
                    <a:pt x="1994789" y="1225969"/>
                  </a:lnTo>
                  <a:lnTo>
                    <a:pt x="1990979" y="1224724"/>
                  </a:lnTo>
                  <a:close/>
                </a:path>
                <a:path w="2041525" h="1317625">
                  <a:moveTo>
                    <a:pt x="2020209" y="1303778"/>
                  </a:moveTo>
                  <a:lnTo>
                    <a:pt x="2025142" y="1313472"/>
                  </a:lnTo>
                  <a:lnTo>
                    <a:pt x="2030983" y="1304251"/>
                  </a:lnTo>
                  <a:lnTo>
                    <a:pt x="2020209" y="1303778"/>
                  </a:lnTo>
                  <a:close/>
                </a:path>
                <a:path w="2041525" h="1317625">
                  <a:moveTo>
                    <a:pt x="2014479" y="1292516"/>
                  </a:moveTo>
                  <a:lnTo>
                    <a:pt x="2020209" y="1303778"/>
                  </a:lnTo>
                  <a:lnTo>
                    <a:pt x="2030983" y="1304251"/>
                  </a:lnTo>
                  <a:lnTo>
                    <a:pt x="2025142" y="1313472"/>
                  </a:lnTo>
                  <a:lnTo>
                    <a:pt x="2028920" y="1313472"/>
                  </a:lnTo>
                  <a:lnTo>
                    <a:pt x="2034285" y="1305267"/>
                  </a:lnTo>
                  <a:lnTo>
                    <a:pt x="2014479" y="1292516"/>
                  </a:lnTo>
                  <a:close/>
                </a:path>
                <a:path w="2041525" h="1317625">
                  <a:moveTo>
                    <a:pt x="6857" y="0"/>
                  </a:moveTo>
                  <a:lnTo>
                    <a:pt x="0" y="10668"/>
                  </a:lnTo>
                  <a:lnTo>
                    <a:pt x="2007532" y="1303220"/>
                  </a:lnTo>
                  <a:lnTo>
                    <a:pt x="2020209" y="1303778"/>
                  </a:lnTo>
                  <a:lnTo>
                    <a:pt x="2014479" y="1292516"/>
                  </a:lnTo>
                  <a:lnTo>
                    <a:pt x="6857" y="0"/>
                  </a:lnTo>
                  <a:close/>
                </a:path>
              </a:pathLst>
            </a:custGeom>
            <a:solidFill>
              <a:srgbClr val="FF0000"/>
            </a:solidFill>
          </p:spPr>
          <p:txBody>
            <a:bodyPr wrap="square" lIns="0" tIns="0" rIns="0" bIns="0" rtlCol="0"/>
            <a:lstStyle/>
            <a:p>
              <a:endParaRPr/>
            </a:p>
          </p:txBody>
        </p:sp>
      </p:grpSp>
      <p:sp>
        <p:nvSpPr>
          <p:cNvPr id="15" name="object 15"/>
          <p:cNvSpPr txBox="1"/>
          <p:nvPr/>
        </p:nvSpPr>
        <p:spPr>
          <a:xfrm>
            <a:off x="4950714" y="3930522"/>
            <a:ext cx="5822950" cy="1904364"/>
          </a:xfrm>
          <a:prstGeom prst="rect">
            <a:avLst/>
          </a:prstGeom>
        </p:spPr>
        <p:txBody>
          <a:bodyPr vert="horz" wrap="square" lIns="0" tIns="12065" rIns="0" bIns="0" rtlCol="0">
            <a:spAutoFit/>
          </a:bodyPr>
          <a:lstStyle/>
          <a:p>
            <a:pPr marL="12700" marR="5080">
              <a:lnSpc>
                <a:spcPct val="100000"/>
              </a:lnSpc>
              <a:spcBef>
                <a:spcPts val="95"/>
              </a:spcBef>
            </a:pPr>
            <a:r>
              <a:rPr sz="1600" b="1" spc="-25" dirty="0">
                <a:solidFill>
                  <a:srgbClr val="FF0000"/>
                </a:solidFill>
                <a:latin typeface="Times New Roman"/>
                <a:cs typeface="Times New Roman"/>
              </a:rPr>
              <a:t>res</a:t>
            </a:r>
            <a:r>
              <a:rPr sz="1600" b="1" spc="50" dirty="0">
                <a:solidFill>
                  <a:srgbClr val="FF0000"/>
                </a:solidFill>
                <a:latin typeface="Times New Roman"/>
                <a:cs typeface="Times New Roman"/>
              </a:rPr>
              <a:t> </a:t>
            </a:r>
            <a:r>
              <a:rPr sz="1600" b="1" dirty="0">
                <a:solidFill>
                  <a:srgbClr val="FF0000"/>
                </a:solidFill>
                <a:latin typeface="Times New Roman"/>
                <a:cs typeface="Times New Roman"/>
              </a:rPr>
              <a:t>(ressources)</a:t>
            </a:r>
            <a:r>
              <a:rPr sz="1600" b="1" spc="65" dirty="0">
                <a:solidFill>
                  <a:srgbClr val="FF0000"/>
                </a:solidFill>
                <a:latin typeface="Times New Roman"/>
                <a:cs typeface="Times New Roman"/>
              </a:rPr>
              <a:t> </a:t>
            </a:r>
            <a:r>
              <a:rPr sz="1600" b="1" spc="-120" dirty="0">
                <a:solidFill>
                  <a:srgbClr val="FF0000"/>
                </a:solidFill>
                <a:latin typeface="Times New Roman"/>
                <a:cs typeface="Times New Roman"/>
              </a:rPr>
              <a:t>:</a:t>
            </a:r>
            <a:r>
              <a:rPr sz="1600" b="1" spc="65" dirty="0">
                <a:solidFill>
                  <a:srgbClr val="FF0000"/>
                </a:solidFill>
                <a:latin typeface="Times New Roman"/>
                <a:cs typeface="Times New Roman"/>
              </a:rPr>
              <a:t> </a:t>
            </a:r>
            <a:r>
              <a:rPr sz="1600" b="1" spc="-10" dirty="0">
                <a:solidFill>
                  <a:srgbClr val="FF0000"/>
                </a:solidFill>
                <a:latin typeface="Times New Roman"/>
                <a:cs typeface="Times New Roman"/>
              </a:rPr>
              <a:t>fichiers</a:t>
            </a:r>
            <a:r>
              <a:rPr sz="1600" b="1" spc="70" dirty="0">
                <a:solidFill>
                  <a:srgbClr val="FF0000"/>
                </a:solidFill>
                <a:latin typeface="Times New Roman"/>
                <a:cs typeface="Times New Roman"/>
              </a:rPr>
              <a:t> </a:t>
            </a:r>
            <a:r>
              <a:rPr sz="1600" b="1" spc="-60" dirty="0">
                <a:solidFill>
                  <a:srgbClr val="FF0000"/>
                </a:solidFill>
                <a:latin typeface="Times New Roman"/>
                <a:cs typeface="Times New Roman"/>
              </a:rPr>
              <a:t>XML</a:t>
            </a:r>
            <a:r>
              <a:rPr sz="1600" b="1" spc="55" dirty="0">
                <a:solidFill>
                  <a:srgbClr val="FF0000"/>
                </a:solidFill>
                <a:latin typeface="Times New Roman"/>
                <a:cs typeface="Times New Roman"/>
              </a:rPr>
              <a:t> </a:t>
            </a:r>
            <a:r>
              <a:rPr sz="1600" b="1" spc="-5" dirty="0">
                <a:solidFill>
                  <a:srgbClr val="FF0000"/>
                </a:solidFill>
                <a:latin typeface="Times New Roman"/>
                <a:cs typeface="Times New Roman"/>
              </a:rPr>
              <a:t>et</a:t>
            </a:r>
            <a:r>
              <a:rPr sz="1600" b="1" spc="75" dirty="0">
                <a:solidFill>
                  <a:srgbClr val="FF0000"/>
                </a:solidFill>
                <a:latin typeface="Times New Roman"/>
                <a:cs typeface="Times New Roman"/>
              </a:rPr>
              <a:t> </a:t>
            </a:r>
            <a:r>
              <a:rPr sz="1600" b="1" spc="20" dirty="0">
                <a:solidFill>
                  <a:srgbClr val="FF0000"/>
                </a:solidFill>
                <a:latin typeface="Times New Roman"/>
                <a:cs typeface="Times New Roman"/>
              </a:rPr>
              <a:t>images</a:t>
            </a:r>
            <a:r>
              <a:rPr sz="1600" b="1" spc="75" dirty="0">
                <a:solidFill>
                  <a:srgbClr val="FF0000"/>
                </a:solidFill>
                <a:latin typeface="Times New Roman"/>
                <a:cs typeface="Times New Roman"/>
              </a:rPr>
              <a:t> </a:t>
            </a:r>
            <a:r>
              <a:rPr sz="1600" b="1" spc="15" dirty="0">
                <a:solidFill>
                  <a:srgbClr val="FF0000"/>
                </a:solidFill>
                <a:latin typeface="Times New Roman"/>
                <a:cs typeface="Times New Roman"/>
              </a:rPr>
              <a:t>de</a:t>
            </a:r>
            <a:r>
              <a:rPr sz="1600" b="1" spc="55" dirty="0">
                <a:solidFill>
                  <a:srgbClr val="FF0000"/>
                </a:solidFill>
                <a:latin typeface="Times New Roman"/>
                <a:cs typeface="Times New Roman"/>
              </a:rPr>
              <a:t> </a:t>
            </a:r>
            <a:r>
              <a:rPr sz="1600" b="1" spc="-30" dirty="0">
                <a:solidFill>
                  <a:srgbClr val="FF0000"/>
                </a:solidFill>
                <a:latin typeface="Times New Roman"/>
                <a:cs typeface="Times New Roman"/>
              </a:rPr>
              <a:t>l’interface,</a:t>
            </a:r>
            <a:r>
              <a:rPr sz="1600" b="1" spc="70" dirty="0">
                <a:solidFill>
                  <a:srgbClr val="FF0000"/>
                </a:solidFill>
                <a:latin typeface="Times New Roman"/>
                <a:cs typeface="Times New Roman"/>
              </a:rPr>
              <a:t> </a:t>
            </a:r>
            <a:r>
              <a:rPr sz="1600" b="1" spc="25" dirty="0">
                <a:solidFill>
                  <a:srgbClr val="FF0000"/>
                </a:solidFill>
                <a:latin typeface="Times New Roman"/>
                <a:cs typeface="Times New Roman"/>
              </a:rPr>
              <a:t>composées </a:t>
            </a:r>
            <a:r>
              <a:rPr sz="1600" b="1" spc="-385" dirty="0">
                <a:solidFill>
                  <a:srgbClr val="FF0000"/>
                </a:solidFill>
                <a:latin typeface="Times New Roman"/>
                <a:cs typeface="Times New Roman"/>
              </a:rPr>
              <a:t> </a:t>
            </a:r>
            <a:r>
              <a:rPr sz="1600" b="1" spc="5" dirty="0">
                <a:solidFill>
                  <a:srgbClr val="FF0000"/>
                </a:solidFill>
                <a:latin typeface="Times New Roman"/>
                <a:cs typeface="Times New Roman"/>
              </a:rPr>
              <a:t>de</a:t>
            </a:r>
            <a:r>
              <a:rPr sz="1600" b="1" spc="10" dirty="0">
                <a:solidFill>
                  <a:srgbClr val="FF0000"/>
                </a:solidFill>
                <a:latin typeface="Times New Roman"/>
                <a:cs typeface="Times New Roman"/>
              </a:rPr>
              <a:t> </a:t>
            </a:r>
            <a:r>
              <a:rPr sz="1600" b="1" spc="-15" dirty="0">
                <a:solidFill>
                  <a:srgbClr val="FF0000"/>
                </a:solidFill>
                <a:latin typeface="Times New Roman"/>
                <a:cs typeface="Times New Roman"/>
              </a:rPr>
              <a:t>plusieurs</a:t>
            </a:r>
            <a:r>
              <a:rPr sz="1600" b="1" spc="40" dirty="0">
                <a:solidFill>
                  <a:srgbClr val="FF0000"/>
                </a:solidFill>
                <a:latin typeface="Times New Roman"/>
                <a:cs typeface="Times New Roman"/>
              </a:rPr>
              <a:t> </a:t>
            </a:r>
            <a:r>
              <a:rPr sz="1600" b="1" spc="5" dirty="0">
                <a:solidFill>
                  <a:srgbClr val="FF0000"/>
                </a:solidFill>
                <a:latin typeface="Times New Roman"/>
                <a:cs typeface="Times New Roman"/>
              </a:rPr>
              <a:t>sous-dossiers</a:t>
            </a:r>
            <a:r>
              <a:rPr sz="1600" b="1" spc="55" dirty="0">
                <a:solidFill>
                  <a:srgbClr val="FF0000"/>
                </a:solidFill>
                <a:latin typeface="Times New Roman"/>
                <a:cs typeface="Times New Roman"/>
              </a:rPr>
              <a:t> </a:t>
            </a:r>
            <a:r>
              <a:rPr sz="1600" b="1" spc="-120" dirty="0">
                <a:solidFill>
                  <a:srgbClr val="FF0000"/>
                </a:solidFill>
                <a:latin typeface="Times New Roman"/>
                <a:cs typeface="Times New Roman"/>
              </a:rPr>
              <a:t>:</a:t>
            </a:r>
            <a:endParaRPr sz="1600">
              <a:latin typeface="Times New Roman"/>
              <a:cs typeface="Times New Roman"/>
            </a:endParaRPr>
          </a:p>
          <a:p>
            <a:pPr marL="299085" indent="-287020">
              <a:lnSpc>
                <a:spcPct val="100000"/>
              </a:lnSpc>
              <a:buFont typeface="Arial MT"/>
              <a:buChar char="•"/>
              <a:tabLst>
                <a:tab pos="299085" algn="l"/>
                <a:tab pos="299720" algn="l"/>
              </a:tabLst>
            </a:pPr>
            <a:r>
              <a:rPr sz="1600" b="1" spc="-30" dirty="0">
                <a:solidFill>
                  <a:srgbClr val="FF0000"/>
                </a:solidFill>
                <a:latin typeface="Times New Roman"/>
                <a:cs typeface="Times New Roman"/>
              </a:rPr>
              <a:t>l</a:t>
            </a:r>
            <a:r>
              <a:rPr sz="1600" b="1" spc="-45" dirty="0">
                <a:solidFill>
                  <a:srgbClr val="FF0000"/>
                </a:solidFill>
                <a:latin typeface="Times New Roman"/>
                <a:cs typeface="Times New Roman"/>
              </a:rPr>
              <a:t>a</a:t>
            </a:r>
            <a:r>
              <a:rPr sz="1600" b="1" spc="-85" dirty="0">
                <a:solidFill>
                  <a:srgbClr val="FF0000"/>
                </a:solidFill>
                <a:latin typeface="Times New Roman"/>
                <a:cs typeface="Times New Roman"/>
              </a:rPr>
              <a:t>y</a:t>
            </a:r>
            <a:r>
              <a:rPr sz="1600" b="1" spc="10" dirty="0">
                <a:solidFill>
                  <a:srgbClr val="FF0000"/>
                </a:solidFill>
                <a:latin typeface="Times New Roman"/>
                <a:cs typeface="Times New Roman"/>
              </a:rPr>
              <a:t>o</a:t>
            </a:r>
            <a:r>
              <a:rPr sz="1600" b="1" dirty="0">
                <a:solidFill>
                  <a:srgbClr val="FF0000"/>
                </a:solidFill>
                <a:latin typeface="Times New Roman"/>
                <a:cs typeface="Times New Roman"/>
              </a:rPr>
              <a:t>u</a:t>
            </a:r>
            <a:r>
              <a:rPr sz="1600" b="1" spc="-35" dirty="0">
                <a:solidFill>
                  <a:srgbClr val="FF0000"/>
                </a:solidFill>
                <a:latin typeface="Times New Roman"/>
                <a:cs typeface="Times New Roman"/>
              </a:rPr>
              <a:t>t</a:t>
            </a:r>
            <a:r>
              <a:rPr sz="1600" b="1" spc="10" dirty="0">
                <a:solidFill>
                  <a:srgbClr val="FF0000"/>
                </a:solidFill>
                <a:latin typeface="Times New Roman"/>
                <a:cs typeface="Times New Roman"/>
              </a:rPr>
              <a:t> </a:t>
            </a:r>
            <a:r>
              <a:rPr sz="1600" b="1" spc="-120" dirty="0">
                <a:solidFill>
                  <a:srgbClr val="FF0000"/>
                </a:solidFill>
                <a:latin typeface="Times New Roman"/>
                <a:cs typeface="Times New Roman"/>
              </a:rPr>
              <a:t>:</a:t>
            </a:r>
            <a:r>
              <a:rPr sz="1600" b="1" spc="-15" dirty="0">
                <a:solidFill>
                  <a:srgbClr val="FF0000"/>
                </a:solidFill>
                <a:latin typeface="Times New Roman"/>
                <a:cs typeface="Times New Roman"/>
              </a:rPr>
              <a:t> </a:t>
            </a:r>
            <a:r>
              <a:rPr sz="1600" b="1" spc="-10" dirty="0">
                <a:solidFill>
                  <a:srgbClr val="FF0000"/>
                </a:solidFill>
                <a:latin typeface="Times New Roman"/>
                <a:cs typeface="Times New Roman"/>
              </a:rPr>
              <a:t>i</a:t>
            </a:r>
            <a:r>
              <a:rPr sz="1600" b="1" spc="-15" dirty="0">
                <a:solidFill>
                  <a:srgbClr val="FF0000"/>
                </a:solidFill>
                <a:latin typeface="Times New Roman"/>
                <a:cs typeface="Times New Roman"/>
              </a:rPr>
              <a:t>n</a:t>
            </a:r>
            <a:r>
              <a:rPr sz="1600" b="1" spc="-55" dirty="0">
                <a:solidFill>
                  <a:srgbClr val="FF0000"/>
                </a:solidFill>
                <a:latin typeface="Times New Roman"/>
                <a:cs typeface="Times New Roman"/>
              </a:rPr>
              <a:t>ter</a:t>
            </a:r>
            <a:r>
              <a:rPr sz="1600" b="1" spc="-35" dirty="0">
                <a:solidFill>
                  <a:srgbClr val="FF0000"/>
                </a:solidFill>
                <a:latin typeface="Times New Roman"/>
                <a:cs typeface="Times New Roman"/>
              </a:rPr>
              <a:t>f</a:t>
            </a:r>
            <a:r>
              <a:rPr sz="1600" b="1" spc="10" dirty="0">
                <a:solidFill>
                  <a:srgbClr val="FF0000"/>
                </a:solidFill>
                <a:latin typeface="Times New Roman"/>
                <a:cs typeface="Times New Roman"/>
              </a:rPr>
              <a:t>ac</a:t>
            </a:r>
            <a:r>
              <a:rPr sz="1600" b="1" spc="5" dirty="0">
                <a:solidFill>
                  <a:srgbClr val="FF0000"/>
                </a:solidFill>
                <a:latin typeface="Times New Roman"/>
                <a:cs typeface="Times New Roman"/>
              </a:rPr>
              <a:t>e</a:t>
            </a:r>
            <a:r>
              <a:rPr sz="1600" b="1" spc="40" dirty="0">
                <a:solidFill>
                  <a:srgbClr val="FF0000"/>
                </a:solidFill>
                <a:latin typeface="Times New Roman"/>
                <a:cs typeface="Times New Roman"/>
              </a:rPr>
              <a:t>s </a:t>
            </a:r>
            <a:r>
              <a:rPr sz="1600" b="1" spc="5" dirty="0">
                <a:solidFill>
                  <a:srgbClr val="FF0000"/>
                </a:solidFill>
                <a:latin typeface="Times New Roman"/>
                <a:cs typeface="Times New Roman"/>
              </a:rPr>
              <a:t>(</a:t>
            </a:r>
            <a:r>
              <a:rPr sz="1600" b="1" dirty="0">
                <a:solidFill>
                  <a:srgbClr val="FF0000"/>
                </a:solidFill>
                <a:latin typeface="Times New Roman"/>
                <a:cs typeface="Times New Roman"/>
              </a:rPr>
              <a:t>d</a:t>
            </a:r>
            <a:r>
              <a:rPr sz="1600" b="1" spc="10" dirty="0">
                <a:solidFill>
                  <a:srgbClr val="FF0000"/>
                </a:solidFill>
                <a:latin typeface="Times New Roman"/>
                <a:cs typeface="Times New Roman"/>
              </a:rPr>
              <a:t>i</a:t>
            </a:r>
            <a:r>
              <a:rPr sz="1600" b="1" spc="15" dirty="0">
                <a:solidFill>
                  <a:srgbClr val="FF0000"/>
                </a:solidFill>
                <a:latin typeface="Times New Roman"/>
                <a:cs typeface="Times New Roman"/>
              </a:rPr>
              <a:t>s</a:t>
            </a:r>
            <a:r>
              <a:rPr sz="1600" b="1" spc="-20" dirty="0">
                <a:solidFill>
                  <a:srgbClr val="FF0000"/>
                </a:solidFill>
                <a:latin typeface="Times New Roman"/>
                <a:cs typeface="Times New Roman"/>
              </a:rPr>
              <a:t>p</a:t>
            </a:r>
            <a:r>
              <a:rPr sz="1600" b="1" spc="40" dirty="0">
                <a:solidFill>
                  <a:srgbClr val="FF0000"/>
                </a:solidFill>
                <a:latin typeface="Times New Roman"/>
                <a:cs typeface="Times New Roman"/>
              </a:rPr>
              <a:t>o</a:t>
            </a:r>
            <a:r>
              <a:rPr sz="1600" b="1" spc="20" dirty="0">
                <a:solidFill>
                  <a:srgbClr val="FF0000"/>
                </a:solidFill>
                <a:latin typeface="Times New Roman"/>
                <a:cs typeface="Times New Roman"/>
              </a:rPr>
              <a:t>s</a:t>
            </a:r>
            <a:r>
              <a:rPr sz="1600" b="1" spc="-10" dirty="0">
                <a:solidFill>
                  <a:srgbClr val="FF0000"/>
                </a:solidFill>
                <a:latin typeface="Times New Roman"/>
                <a:cs typeface="Times New Roman"/>
              </a:rPr>
              <a:t>itio</a:t>
            </a:r>
            <a:r>
              <a:rPr sz="1600" b="1" spc="-5" dirty="0">
                <a:solidFill>
                  <a:srgbClr val="FF0000"/>
                </a:solidFill>
                <a:latin typeface="Times New Roman"/>
                <a:cs typeface="Times New Roman"/>
              </a:rPr>
              <a:t>n</a:t>
            </a:r>
            <a:r>
              <a:rPr sz="1600" b="1" spc="55" dirty="0">
                <a:solidFill>
                  <a:srgbClr val="FF0000"/>
                </a:solidFill>
                <a:latin typeface="Times New Roman"/>
                <a:cs typeface="Times New Roman"/>
              </a:rPr>
              <a:t> </a:t>
            </a:r>
            <a:r>
              <a:rPr sz="1600" b="1" spc="15" dirty="0">
                <a:solidFill>
                  <a:srgbClr val="FF0000"/>
                </a:solidFill>
                <a:latin typeface="Times New Roman"/>
                <a:cs typeface="Times New Roman"/>
              </a:rPr>
              <a:t>de</a:t>
            </a:r>
            <a:r>
              <a:rPr sz="1600" b="1" spc="20" dirty="0">
                <a:solidFill>
                  <a:srgbClr val="FF0000"/>
                </a:solidFill>
                <a:latin typeface="Times New Roman"/>
                <a:cs typeface="Times New Roman"/>
              </a:rPr>
              <a:t>s</a:t>
            </a:r>
            <a:r>
              <a:rPr sz="1600" b="1" spc="15" dirty="0">
                <a:solidFill>
                  <a:srgbClr val="FF0000"/>
                </a:solidFill>
                <a:latin typeface="Times New Roman"/>
                <a:cs typeface="Times New Roman"/>
              </a:rPr>
              <a:t> </a:t>
            </a:r>
            <a:r>
              <a:rPr sz="1600" b="1" spc="-20" dirty="0">
                <a:solidFill>
                  <a:srgbClr val="FF0000"/>
                </a:solidFill>
                <a:latin typeface="Times New Roman"/>
                <a:cs typeface="Times New Roman"/>
              </a:rPr>
              <a:t>vu</a:t>
            </a:r>
            <a:r>
              <a:rPr sz="1600" b="1" spc="-25" dirty="0">
                <a:solidFill>
                  <a:srgbClr val="FF0000"/>
                </a:solidFill>
                <a:latin typeface="Times New Roman"/>
                <a:cs typeface="Times New Roman"/>
              </a:rPr>
              <a:t>e</a:t>
            </a:r>
            <a:r>
              <a:rPr sz="1600" b="1" spc="40" dirty="0">
                <a:solidFill>
                  <a:srgbClr val="FF0000"/>
                </a:solidFill>
                <a:latin typeface="Times New Roman"/>
                <a:cs typeface="Times New Roman"/>
              </a:rPr>
              <a:t>s</a:t>
            </a:r>
            <a:r>
              <a:rPr sz="1600" b="1" spc="25" dirty="0">
                <a:solidFill>
                  <a:srgbClr val="FF0000"/>
                </a:solidFill>
                <a:latin typeface="Times New Roman"/>
                <a:cs typeface="Times New Roman"/>
              </a:rPr>
              <a:t> </a:t>
            </a:r>
            <a:r>
              <a:rPr sz="1600" b="1" spc="-50" dirty="0">
                <a:solidFill>
                  <a:srgbClr val="FF0000"/>
                </a:solidFill>
                <a:latin typeface="Times New Roman"/>
                <a:cs typeface="Times New Roman"/>
              </a:rPr>
              <a:t>su</a:t>
            </a:r>
            <a:r>
              <a:rPr sz="1600" b="1" spc="-45" dirty="0">
                <a:solidFill>
                  <a:srgbClr val="FF0000"/>
                </a:solidFill>
                <a:latin typeface="Times New Roman"/>
                <a:cs typeface="Times New Roman"/>
              </a:rPr>
              <a:t>r</a:t>
            </a:r>
            <a:r>
              <a:rPr sz="1600" b="1" spc="10" dirty="0">
                <a:solidFill>
                  <a:srgbClr val="FF0000"/>
                </a:solidFill>
                <a:latin typeface="Times New Roman"/>
                <a:cs typeface="Times New Roman"/>
              </a:rPr>
              <a:t> </a:t>
            </a:r>
            <a:r>
              <a:rPr sz="1600" b="1" spc="-30" dirty="0">
                <a:solidFill>
                  <a:srgbClr val="FF0000"/>
                </a:solidFill>
                <a:latin typeface="Times New Roman"/>
                <a:cs typeface="Times New Roman"/>
              </a:rPr>
              <a:t>l</a:t>
            </a:r>
            <a:r>
              <a:rPr sz="1600" b="1" spc="40" dirty="0">
                <a:solidFill>
                  <a:srgbClr val="FF0000"/>
                </a:solidFill>
                <a:latin typeface="Times New Roman"/>
                <a:cs typeface="Times New Roman"/>
              </a:rPr>
              <a:t>es</a:t>
            </a:r>
            <a:r>
              <a:rPr sz="1600" b="1" spc="-10" dirty="0">
                <a:solidFill>
                  <a:srgbClr val="FF0000"/>
                </a:solidFill>
                <a:latin typeface="Times New Roman"/>
                <a:cs typeface="Times New Roman"/>
              </a:rPr>
              <a:t> </a:t>
            </a:r>
            <a:r>
              <a:rPr sz="1600" b="1" spc="35" dirty="0">
                <a:solidFill>
                  <a:srgbClr val="FF0000"/>
                </a:solidFill>
                <a:latin typeface="Times New Roman"/>
                <a:cs typeface="Times New Roman"/>
              </a:rPr>
              <a:t>é</a:t>
            </a:r>
            <a:r>
              <a:rPr sz="1600" b="1" spc="25" dirty="0">
                <a:solidFill>
                  <a:srgbClr val="FF0000"/>
                </a:solidFill>
                <a:latin typeface="Times New Roman"/>
                <a:cs typeface="Times New Roman"/>
              </a:rPr>
              <a:t>c</a:t>
            </a:r>
            <a:r>
              <a:rPr sz="1600" b="1" spc="-95" dirty="0">
                <a:solidFill>
                  <a:srgbClr val="FF0000"/>
                </a:solidFill>
                <a:latin typeface="Times New Roman"/>
                <a:cs typeface="Times New Roman"/>
              </a:rPr>
              <a:t>r</a:t>
            </a:r>
            <a:r>
              <a:rPr sz="1600" b="1" spc="-100" dirty="0">
                <a:solidFill>
                  <a:srgbClr val="FF0000"/>
                </a:solidFill>
                <a:latin typeface="Times New Roman"/>
                <a:cs typeface="Times New Roman"/>
              </a:rPr>
              <a:t>a</a:t>
            </a:r>
            <a:r>
              <a:rPr sz="1600" b="1" spc="-20" dirty="0">
                <a:solidFill>
                  <a:srgbClr val="FF0000"/>
                </a:solidFill>
                <a:latin typeface="Times New Roman"/>
                <a:cs typeface="Times New Roman"/>
              </a:rPr>
              <a:t>n</a:t>
            </a:r>
            <a:r>
              <a:rPr sz="1600" b="1" spc="35" dirty="0">
                <a:solidFill>
                  <a:srgbClr val="FF0000"/>
                </a:solidFill>
                <a:latin typeface="Times New Roman"/>
                <a:cs typeface="Times New Roman"/>
              </a:rPr>
              <a:t>s</a:t>
            </a:r>
            <a:r>
              <a:rPr sz="1600" b="1" spc="30" dirty="0">
                <a:solidFill>
                  <a:srgbClr val="FF0000"/>
                </a:solidFill>
                <a:latin typeface="Times New Roman"/>
                <a:cs typeface="Times New Roman"/>
              </a:rPr>
              <a:t>)</a:t>
            </a:r>
            <a:endParaRPr sz="1600">
              <a:latin typeface="Times New Roman"/>
              <a:cs typeface="Times New Roman"/>
            </a:endParaRPr>
          </a:p>
          <a:p>
            <a:pPr marL="299085" indent="-287020">
              <a:lnSpc>
                <a:spcPct val="100000"/>
              </a:lnSpc>
              <a:buFont typeface="Arial MT"/>
              <a:buChar char="•"/>
              <a:tabLst>
                <a:tab pos="299085" algn="l"/>
                <a:tab pos="299720" algn="l"/>
              </a:tabLst>
            </a:pPr>
            <a:r>
              <a:rPr sz="1600" b="1" spc="30" dirty="0">
                <a:solidFill>
                  <a:srgbClr val="FF0000"/>
                </a:solidFill>
                <a:latin typeface="Times New Roman"/>
                <a:cs typeface="Times New Roman"/>
              </a:rPr>
              <a:t>m</a:t>
            </a:r>
            <a:r>
              <a:rPr sz="1600" b="1" spc="5" dirty="0">
                <a:solidFill>
                  <a:srgbClr val="FF0000"/>
                </a:solidFill>
                <a:latin typeface="Times New Roman"/>
                <a:cs typeface="Times New Roman"/>
              </a:rPr>
              <a:t>e</a:t>
            </a:r>
            <a:r>
              <a:rPr sz="1600" b="1" spc="-30" dirty="0">
                <a:solidFill>
                  <a:srgbClr val="FF0000"/>
                </a:solidFill>
                <a:latin typeface="Times New Roman"/>
                <a:cs typeface="Times New Roman"/>
              </a:rPr>
              <a:t>n</a:t>
            </a:r>
            <a:r>
              <a:rPr sz="1600" b="1" spc="-10" dirty="0">
                <a:solidFill>
                  <a:srgbClr val="FF0000"/>
                </a:solidFill>
                <a:latin typeface="Times New Roman"/>
                <a:cs typeface="Times New Roman"/>
              </a:rPr>
              <a:t>u</a:t>
            </a:r>
            <a:r>
              <a:rPr sz="1600" b="1" spc="25" dirty="0">
                <a:solidFill>
                  <a:srgbClr val="FF0000"/>
                </a:solidFill>
                <a:latin typeface="Times New Roman"/>
                <a:cs typeface="Times New Roman"/>
              </a:rPr>
              <a:t> </a:t>
            </a:r>
            <a:r>
              <a:rPr sz="1600" b="1" spc="-120" dirty="0">
                <a:solidFill>
                  <a:srgbClr val="FF0000"/>
                </a:solidFill>
                <a:latin typeface="Times New Roman"/>
                <a:cs typeface="Times New Roman"/>
              </a:rPr>
              <a:t>:</a:t>
            </a:r>
            <a:r>
              <a:rPr sz="1600" b="1" dirty="0">
                <a:solidFill>
                  <a:srgbClr val="FF0000"/>
                </a:solidFill>
                <a:latin typeface="Times New Roman"/>
                <a:cs typeface="Times New Roman"/>
              </a:rPr>
              <a:t> </a:t>
            </a:r>
            <a:r>
              <a:rPr sz="1600" b="1" spc="30" dirty="0">
                <a:solidFill>
                  <a:srgbClr val="FF0000"/>
                </a:solidFill>
                <a:latin typeface="Times New Roman"/>
                <a:cs typeface="Times New Roman"/>
              </a:rPr>
              <a:t>m</a:t>
            </a:r>
            <a:r>
              <a:rPr sz="1600" b="1" spc="5" dirty="0">
                <a:solidFill>
                  <a:srgbClr val="FF0000"/>
                </a:solidFill>
                <a:latin typeface="Times New Roman"/>
                <a:cs typeface="Times New Roman"/>
              </a:rPr>
              <a:t>e</a:t>
            </a:r>
            <a:r>
              <a:rPr sz="1600" b="1" spc="-30" dirty="0">
                <a:solidFill>
                  <a:srgbClr val="FF0000"/>
                </a:solidFill>
                <a:latin typeface="Times New Roman"/>
                <a:cs typeface="Times New Roman"/>
              </a:rPr>
              <a:t>n</a:t>
            </a:r>
            <a:r>
              <a:rPr sz="1600" b="1" spc="-20" dirty="0">
                <a:solidFill>
                  <a:srgbClr val="FF0000"/>
                </a:solidFill>
                <a:latin typeface="Times New Roman"/>
                <a:cs typeface="Times New Roman"/>
              </a:rPr>
              <a:t>u</a:t>
            </a:r>
            <a:r>
              <a:rPr sz="1600" b="1" spc="40" dirty="0">
                <a:solidFill>
                  <a:srgbClr val="FF0000"/>
                </a:solidFill>
                <a:latin typeface="Times New Roman"/>
                <a:cs typeface="Times New Roman"/>
              </a:rPr>
              <a:t>s</a:t>
            </a:r>
            <a:r>
              <a:rPr sz="1600" b="1" spc="25" dirty="0">
                <a:solidFill>
                  <a:srgbClr val="FF0000"/>
                </a:solidFill>
                <a:latin typeface="Times New Roman"/>
                <a:cs typeface="Times New Roman"/>
              </a:rPr>
              <a:t> </a:t>
            </a:r>
            <a:r>
              <a:rPr sz="1600" b="1" spc="15" dirty="0">
                <a:solidFill>
                  <a:srgbClr val="FF0000"/>
                </a:solidFill>
                <a:latin typeface="Times New Roman"/>
                <a:cs typeface="Times New Roman"/>
              </a:rPr>
              <a:t>co</a:t>
            </a:r>
            <a:r>
              <a:rPr sz="1600" b="1" spc="10" dirty="0">
                <a:solidFill>
                  <a:srgbClr val="FF0000"/>
                </a:solidFill>
                <a:latin typeface="Times New Roman"/>
                <a:cs typeface="Times New Roman"/>
              </a:rPr>
              <a:t>n</a:t>
            </a:r>
            <a:r>
              <a:rPr sz="1600" b="1" dirty="0">
                <a:solidFill>
                  <a:srgbClr val="FF0000"/>
                </a:solidFill>
                <a:latin typeface="Times New Roman"/>
                <a:cs typeface="Times New Roman"/>
              </a:rPr>
              <a:t>te</a:t>
            </a:r>
            <a:r>
              <a:rPr sz="1600" b="1" spc="10" dirty="0">
                <a:solidFill>
                  <a:srgbClr val="FF0000"/>
                </a:solidFill>
                <a:latin typeface="Times New Roman"/>
                <a:cs typeface="Times New Roman"/>
              </a:rPr>
              <a:t>x</a:t>
            </a:r>
            <a:r>
              <a:rPr sz="1600" b="1" dirty="0">
                <a:solidFill>
                  <a:srgbClr val="FF0000"/>
                </a:solidFill>
                <a:latin typeface="Times New Roman"/>
                <a:cs typeface="Times New Roman"/>
              </a:rPr>
              <a:t>tuels</a:t>
            </a:r>
            <a:r>
              <a:rPr sz="1600" b="1" spc="10" dirty="0">
                <a:solidFill>
                  <a:srgbClr val="FF0000"/>
                </a:solidFill>
                <a:latin typeface="Times New Roman"/>
                <a:cs typeface="Times New Roman"/>
              </a:rPr>
              <a:t> </a:t>
            </a:r>
            <a:r>
              <a:rPr sz="1600" b="1" spc="5" dirty="0">
                <a:solidFill>
                  <a:srgbClr val="FF0000"/>
                </a:solidFill>
                <a:latin typeface="Times New Roman"/>
                <a:cs typeface="Times New Roman"/>
              </a:rPr>
              <a:t>o</a:t>
            </a:r>
            <a:r>
              <a:rPr sz="1600" b="1" spc="10" dirty="0">
                <a:solidFill>
                  <a:srgbClr val="FF0000"/>
                </a:solidFill>
                <a:latin typeface="Times New Roman"/>
                <a:cs typeface="Times New Roman"/>
              </a:rPr>
              <a:t>u </a:t>
            </a:r>
            <a:r>
              <a:rPr sz="1600" b="1" spc="-20" dirty="0">
                <a:solidFill>
                  <a:srgbClr val="FF0000"/>
                </a:solidFill>
                <a:latin typeface="Times New Roman"/>
                <a:cs typeface="Times New Roman"/>
              </a:rPr>
              <a:t>d</a:t>
            </a:r>
            <a:r>
              <a:rPr sz="1600" b="1" spc="-45" dirty="0">
                <a:solidFill>
                  <a:srgbClr val="FF0000"/>
                </a:solidFill>
                <a:latin typeface="Times New Roman"/>
                <a:cs typeface="Times New Roman"/>
              </a:rPr>
              <a:t>’ap</a:t>
            </a:r>
            <a:r>
              <a:rPr sz="1600" b="1" spc="-65" dirty="0">
                <a:solidFill>
                  <a:srgbClr val="FF0000"/>
                </a:solidFill>
                <a:latin typeface="Times New Roman"/>
                <a:cs typeface="Times New Roman"/>
              </a:rPr>
              <a:t>p</a:t>
            </a:r>
            <a:r>
              <a:rPr sz="1600" b="1" spc="-30" dirty="0">
                <a:solidFill>
                  <a:srgbClr val="FF0000"/>
                </a:solidFill>
                <a:latin typeface="Times New Roman"/>
                <a:cs typeface="Times New Roman"/>
              </a:rPr>
              <a:t>l</a:t>
            </a:r>
            <a:r>
              <a:rPr sz="1600" b="1" spc="10" dirty="0">
                <a:solidFill>
                  <a:srgbClr val="FF0000"/>
                </a:solidFill>
                <a:latin typeface="Times New Roman"/>
                <a:cs typeface="Times New Roman"/>
              </a:rPr>
              <a:t>i</a:t>
            </a:r>
            <a:r>
              <a:rPr sz="1600" b="1" spc="15" dirty="0">
                <a:solidFill>
                  <a:srgbClr val="FF0000"/>
                </a:solidFill>
                <a:latin typeface="Times New Roman"/>
                <a:cs typeface="Times New Roman"/>
              </a:rPr>
              <a:t>c</a:t>
            </a:r>
            <a:r>
              <a:rPr sz="1600" b="1" spc="-45" dirty="0">
                <a:solidFill>
                  <a:srgbClr val="FF0000"/>
                </a:solidFill>
                <a:latin typeface="Times New Roman"/>
                <a:cs typeface="Times New Roman"/>
              </a:rPr>
              <a:t>a</a:t>
            </a:r>
            <a:r>
              <a:rPr sz="1600" b="1" spc="-25" dirty="0">
                <a:solidFill>
                  <a:srgbClr val="FF0000"/>
                </a:solidFill>
                <a:latin typeface="Times New Roman"/>
                <a:cs typeface="Times New Roman"/>
              </a:rPr>
              <a:t>t</a:t>
            </a:r>
            <a:r>
              <a:rPr sz="1600" b="1" spc="5" dirty="0">
                <a:solidFill>
                  <a:srgbClr val="FF0000"/>
                </a:solidFill>
                <a:latin typeface="Times New Roman"/>
                <a:cs typeface="Times New Roman"/>
              </a:rPr>
              <a:t>i</a:t>
            </a:r>
            <a:r>
              <a:rPr sz="1600" b="1" spc="10" dirty="0">
                <a:solidFill>
                  <a:srgbClr val="FF0000"/>
                </a:solidFill>
                <a:latin typeface="Times New Roman"/>
                <a:cs typeface="Times New Roman"/>
              </a:rPr>
              <a:t>o</a:t>
            </a:r>
            <a:r>
              <a:rPr sz="1600" b="1" spc="-10" dirty="0">
                <a:solidFill>
                  <a:srgbClr val="FF0000"/>
                </a:solidFill>
                <a:latin typeface="Times New Roman"/>
                <a:cs typeface="Times New Roman"/>
              </a:rPr>
              <a:t>n</a:t>
            </a:r>
            <a:endParaRPr sz="1600">
              <a:latin typeface="Times New Roman"/>
              <a:cs typeface="Times New Roman"/>
            </a:endParaRPr>
          </a:p>
          <a:p>
            <a:pPr marL="299085" indent="-287020">
              <a:lnSpc>
                <a:spcPct val="100000"/>
              </a:lnSpc>
              <a:buFont typeface="Arial MT"/>
              <a:buChar char="•"/>
              <a:tabLst>
                <a:tab pos="299085" algn="l"/>
                <a:tab pos="299720" algn="l"/>
              </a:tabLst>
            </a:pPr>
            <a:r>
              <a:rPr sz="1600" b="1" spc="-10" dirty="0">
                <a:solidFill>
                  <a:srgbClr val="FF0000"/>
                </a:solidFill>
                <a:latin typeface="Times New Roman"/>
                <a:cs typeface="Times New Roman"/>
              </a:rPr>
              <a:t>mipmap</a:t>
            </a:r>
            <a:r>
              <a:rPr sz="1600" b="1" spc="25" dirty="0">
                <a:solidFill>
                  <a:srgbClr val="FF0000"/>
                </a:solidFill>
                <a:latin typeface="Times New Roman"/>
                <a:cs typeface="Times New Roman"/>
              </a:rPr>
              <a:t> </a:t>
            </a:r>
            <a:r>
              <a:rPr sz="1600" b="1" spc="-5" dirty="0">
                <a:solidFill>
                  <a:srgbClr val="FF0000"/>
                </a:solidFill>
                <a:latin typeface="Times New Roman"/>
                <a:cs typeface="Times New Roman"/>
              </a:rPr>
              <a:t>et</a:t>
            </a:r>
            <a:r>
              <a:rPr sz="1600" b="1" spc="10" dirty="0">
                <a:solidFill>
                  <a:srgbClr val="FF0000"/>
                </a:solidFill>
                <a:latin typeface="Times New Roman"/>
                <a:cs typeface="Times New Roman"/>
              </a:rPr>
              <a:t> </a:t>
            </a:r>
            <a:r>
              <a:rPr sz="1600" b="1" spc="-50" dirty="0">
                <a:solidFill>
                  <a:srgbClr val="FF0000"/>
                </a:solidFill>
                <a:latin typeface="Times New Roman"/>
                <a:cs typeface="Times New Roman"/>
              </a:rPr>
              <a:t>drawable</a:t>
            </a:r>
            <a:r>
              <a:rPr sz="1600" b="1" spc="10" dirty="0">
                <a:solidFill>
                  <a:srgbClr val="FF0000"/>
                </a:solidFill>
                <a:latin typeface="Times New Roman"/>
                <a:cs typeface="Times New Roman"/>
              </a:rPr>
              <a:t> </a:t>
            </a:r>
            <a:r>
              <a:rPr sz="1600" b="1" spc="-120" dirty="0">
                <a:solidFill>
                  <a:srgbClr val="FF0000"/>
                </a:solidFill>
                <a:latin typeface="Times New Roman"/>
                <a:cs typeface="Times New Roman"/>
              </a:rPr>
              <a:t>:</a:t>
            </a:r>
            <a:r>
              <a:rPr sz="1600" b="1" dirty="0">
                <a:solidFill>
                  <a:srgbClr val="FF0000"/>
                </a:solidFill>
                <a:latin typeface="Times New Roman"/>
                <a:cs typeface="Times New Roman"/>
              </a:rPr>
              <a:t> </a:t>
            </a:r>
            <a:r>
              <a:rPr sz="1600" b="1" spc="20" dirty="0">
                <a:solidFill>
                  <a:srgbClr val="FF0000"/>
                </a:solidFill>
                <a:latin typeface="Times New Roman"/>
                <a:cs typeface="Times New Roman"/>
              </a:rPr>
              <a:t>images,</a:t>
            </a:r>
            <a:r>
              <a:rPr sz="1600" b="1" spc="15" dirty="0">
                <a:solidFill>
                  <a:srgbClr val="FF0000"/>
                </a:solidFill>
                <a:latin typeface="Times New Roman"/>
                <a:cs typeface="Times New Roman"/>
              </a:rPr>
              <a:t> </a:t>
            </a:r>
            <a:r>
              <a:rPr sz="1600" b="1" spc="20" dirty="0">
                <a:solidFill>
                  <a:srgbClr val="FF0000"/>
                </a:solidFill>
                <a:latin typeface="Times New Roman"/>
                <a:cs typeface="Times New Roman"/>
              </a:rPr>
              <a:t>icônes</a:t>
            </a:r>
            <a:r>
              <a:rPr sz="1600" b="1" spc="40" dirty="0">
                <a:solidFill>
                  <a:srgbClr val="FF0000"/>
                </a:solidFill>
                <a:latin typeface="Times New Roman"/>
                <a:cs typeface="Times New Roman"/>
              </a:rPr>
              <a:t> </a:t>
            </a:r>
            <a:r>
              <a:rPr sz="1600" b="1" spc="5" dirty="0">
                <a:solidFill>
                  <a:srgbClr val="FF0000"/>
                </a:solidFill>
                <a:latin typeface="Times New Roman"/>
                <a:cs typeface="Times New Roman"/>
              </a:rPr>
              <a:t>de</a:t>
            </a:r>
            <a:r>
              <a:rPr sz="1600" b="1" spc="20" dirty="0">
                <a:solidFill>
                  <a:srgbClr val="FF0000"/>
                </a:solidFill>
                <a:latin typeface="Times New Roman"/>
                <a:cs typeface="Times New Roman"/>
              </a:rPr>
              <a:t> </a:t>
            </a:r>
            <a:r>
              <a:rPr sz="1600" b="1" spc="-35" dirty="0">
                <a:solidFill>
                  <a:srgbClr val="FF0000"/>
                </a:solidFill>
                <a:latin typeface="Times New Roman"/>
                <a:cs typeface="Times New Roman"/>
              </a:rPr>
              <a:t>l’interface</a:t>
            </a:r>
            <a:endParaRPr sz="1600">
              <a:latin typeface="Times New Roman"/>
              <a:cs typeface="Times New Roman"/>
            </a:endParaRPr>
          </a:p>
          <a:p>
            <a:pPr marL="299085" indent="-287020">
              <a:lnSpc>
                <a:spcPct val="100000"/>
              </a:lnSpc>
              <a:buFont typeface="Arial MT"/>
              <a:buChar char="•"/>
              <a:tabLst>
                <a:tab pos="299085" algn="l"/>
                <a:tab pos="299720" algn="l"/>
              </a:tabLst>
            </a:pPr>
            <a:r>
              <a:rPr sz="1600" b="1" spc="-15" dirty="0">
                <a:solidFill>
                  <a:srgbClr val="FF0000"/>
                </a:solidFill>
                <a:latin typeface="Times New Roman"/>
                <a:cs typeface="Times New Roman"/>
              </a:rPr>
              <a:t>xmL</a:t>
            </a:r>
            <a:r>
              <a:rPr sz="1600" b="1" dirty="0">
                <a:solidFill>
                  <a:srgbClr val="FF0000"/>
                </a:solidFill>
                <a:latin typeface="Times New Roman"/>
                <a:cs typeface="Times New Roman"/>
              </a:rPr>
              <a:t> </a:t>
            </a:r>
            <a:r>
              <a:rPr sz="1600" b="1" spc="-5" dirty="0">
                <a:solidFill>
                  <a:srgbClr val="FF0000"/>
                </a:solidFill>
                <a:latin typeface="Times New Roman"/>
                <a:cs typeface="Times New Roman"/>
              </a:rPr>
              <a:t>et</a:t>
            </a:r>
            <a:r>
              <a:rPr sz="1600" b="1" dirty="0">
                <a:solidFill>
                  <a:srgbClr val="FF0000"/>
                </a:solidFill>
                <a:latin typeface="Times New Roman"/>
                <a:cs typeface="Times New Roman"/>
              </a:rPr>
              <a:t> </a:t>
            </a:r>
            <a:r>
              <a:rPr sz="1600" b="1" spc="-20" dirty="0">
                <a:solidFill>
                  <a:srgbClr val="FF0000"/>
                </a:solidFill>
                <a:latin typeface="Times New Roman"/>
                <a:cs typeface="Times New Roman"/>
              </a:rPr>
              <a:t>values</a:t>
            </a:r>
            <a:r>
              <a:rPr sz="1600" b="1" dirty="0">
                <a:solidFill>
                  <a:srgbClr val="FF0000"/>
                </a:solidFill>
                <a:latin typeface="Times New Roman"/>
                <a:cs typeface="Times New Roman"/>
              </a:rPr>
              <a:t> </a:t>
            </a:r>
            <a:r>
              <a:rPr sz="1600" b="1" spc="-120" dirty="0">
                <a:solidFill>
                  <a:srgbClr val="FF0000"/>
                </a:solidFill>
                <a:latin typeface="Times New Roman"/>
                <a:cs typeface="Times New Roman"/>
              </a:rPr>
              <a:t>:</a:t>
            </a:r>
            <a:r>
              <a:rPr sz="1600" b="1" spc="5" dirty="0">
                <a:solidFill>
                  <a:srgbClr val="FF0000"/>
                </a:solidFill>
                <a:latin typeface="Times New Roman"/>
                <a:cs typeface="Times New Roman"/>
              </a:rPr>
              <a:t> </a:t>
            </a:r>
            <a:r>
              <a:rPr sz="1600" b="1" spc="-35" dirty="0">
                <a:solidFill>
                  <a:srgbClr val="FF0000"/>
                </a:solidFill>
                <a:latin typeface="Times New Roman"/>
                <a:cs typeface="Times New Roman"/>
              </a:rPr>
              <a:t>valeurs</a:t>
            </a:r>
            <a:r>
              <a:rPr sz="1600" b="1" spc="-5" dirty="0">
                <a:solidFill>
                  <a:srgbClr val="FF0000"/>
                </a:solidFill>
                <a:latin typeface="Times New Roman"/>
                <a:cs typeface="Times New Roman"/>
              </a:rPr>
              <a:t> </a:t>
            </a:r>
            <a:r>
              <a:rPr sz="1600" b="1" spc="5" dirty="0">
                <a:solidFill>
                  <a:srgbClr val="FF0000"/>
                </a:solidFill>
                <a:latin typeface="Times New Roman"/>
                <a:cs typeface="Times New Roman"/>
              </a:rPr>
              <a:t>de</a:t>
            </a:r>
            <a:r>
              <a:rPr sz="1600" b="1" spc="15" dirty="0">
                <a:solidFill>
                  <a:srgbClr val="FF0000"/>
                </a:solidFill>
                <a:latin typeface="Times New Roman"/>
                <a:cs typeface="Times New Roman"/>
              </a:rPr>
              <a:t> </a:t>
            </a:r>
            <a:r>
              <a:rPr sz="1600" b="1" spc="-15" dirty="0">
                <a:solidFill>
                  <a:srgbClr val="FF0000"/>
                </a:solidFill>
                <a:latin typeface="Times New Roman"/>
                <a:cs typeface="Times New Roman"/>
              </a:rPr>
              <a:t>configuration,</a:t>
            </a:r>
            <a:r>
              <a:rPr sz="1600" b="1" spc="60" dirty="0">
                <a:solidFill>
                  <a:srgbClr val="FF0000"/>
                </a:solidFill>
                <a:latin typeface="Times New Roman"/>
                <a:cs typeface="Times New Roman"/>
              </a:rPr>
              <a:t> </a:t>
            </a:r>
            <a:r>
              <a:rPr sz="1600" b="1" spc="5" dirty="0">
                <a:solidFill>
                  <a:srgbClr val="FF0000"/>
                </a:solidFill>
                <a:latin typeface="Times New Roman"/>
                <a:cs typeface="Times New Roman"/>
              </a:rPr>
              <a:t>textes.</a:t>
            </a:r>
            <a:r>
              <a:rPr sz="1600" b="1" dirty="0">
                <a:solidFill>
                  <a:srgbClr val="FF0000"/>
                </a:solidFill>
                <a:latin typeface="Times New Roman"/>
                <a:cs typeface="Times New Roman"/>
              </a:rPr>
              <a:t> </a:t>
            </a:r>
            <a:r>
              <a:rPr sz="1600" b="1" spc="15" dirty="0">
                <a:solidFill>
                  <a:srgbClr val="FF0000"/>
                </a:solidFill>
                <a:latin typeface="Times New Roman"/>
                <a:cs typeface="Times New Roman"/>
              </a:rPr>
              <a:t>.</a:t>
            </a:r>
            <a:r>
              <a:rPr sz="1600" b="1" dirty="0">
                <a:solidFill>
                  <a:srgbClr val="FF0000"/>
                </a:solidFill>
                <a:latin typeface="Times New Roman"/>
                <a:cs typeface="Times New Roman"/>
              </a:rPr>
              <a:t> </a:t>
            </a:r>
            <a:r>
              <a:rPr sz="1600" b="1" spc="15" dirty="0">
                <a:solidFill>
                  <a:srgbClr val="FF0000"/>
                </a:solidFill>
                <a:latin typeface="Times New Roman"/>
                <a:cs typeface="Times New Roman"/>
              </a:rPr>
              <a:t>.</a:t>
            </a:r>
            <a:endParaRPr sz="1600">
              <a:latin typeface="Times New Roman"/>
              <a:cs typeface="Times New Roman"/>
            </a:endParaRPr>
          </a:p>
          <a:p>
            <a:pPr marL="95250">
              <a:lnSpc>
                <a:spcPct val="100000"/>
              </a:lnSpc>
              <a:spcBef>
                <a:spcPts val="1360"/>
              </a:spcBef>
            </a:pPr>
            <a:r>
              <a:rPr sz="1600" b="1" spc="-95" dirty="0">
                <a:solidFill>
                  <a:srgbClr val="FF0000"/>
                </a:solidFill>
                <a:latin typeface="Times New Roman"/>
                <a:cs typeface="Times New Roman"/>
              </a:rPr>
              <a:t>Gra</a:t>
            </a:r>
            <a:r>
              <a:rPr sz="1600" b="1" spc="-20" dirty="0">
                <a:solidFill>
                  <a:srgbClr val="FF0000"/>
                </a:solidFill>
                <a:latin typeface="Times New Roman"/>
                <a:cs typeface="Times New Roman"/>
              </a:rPr>
              <a:t>d</a:t>
            </a:r>
            <a:r>
              <a:rPr sz="1600" b="1" spc="-30" dirty="0">
                <a:solidFill>
                  <a:srgbClr val="FF0000"/>
                </a:solidFill>
                <a:latin typeface="Times New Roman"/>
                <a:cs typeface="Times New Roman"/>
              </a:rPr>
              <a:t>l</a:t>
            </a:r>
            <a:r>
              <a:rPr sz="1600" b="1" spc="35" dirty="0">
                <a:solidFill>
                  <a:srgbClr val="FF0000"/>
                </a:solidFill>
                <a:latin typeface="Times New Roman"/>
                <a:cs typeface="Times New Roman"/>
              </a:rPr>
              <a:t>e</a:t>
            </a:r>
            <a:r>
              <a:rPr sz="1600" b="1" spc="-5" dirty="0">
                <a:solidFill>
                  <a:srgbClr val="FF0000"/>
                </a:solidFill>
                <a:latin typeface="Times New Roman"/>
                <a:cs typeface="Times New Roman"/>
              </a:rPr>
              <a:t> </a:t>
            </a:r>
            <a:r>
              <a:rPr sz="1600" b="1" spc="35" dirty="0">
                <a:solidFill>
                  <a:srgbClr val="FF0000"/>
                </a:solidFill>
                <a:latin typeface="Times New Roman"/>
                <a:cs typeface="Times New Roman"/>
              </a:rPr>
              <a:t>s</a:t>
            </a:r>
            <a:r>
              <a:rPr sz="1600" b="1" spc="-50" dirty="0">
                <a:solidFill>
                  <a:srgbClr val="FF0000"/>
                </a:solidFill>
                <a:latin typeface="Times New Roman"/>
                <a:cs typeface="Times New Roman"/>
              </a:rPr>
              <a:t>cr</a:t>
            </a:r>
            <a:r>
              <a:rPr sz="1600" b="1" spc="-40" dirty="0">
                <a:solidFill>
                  <a:srgbClr val="FF0000"/>
                </a:solidFill>
                <a:latin typeface="Times New Roman"/>
                <a:cs typeface="Times New Roman"/>
              </a:rPr>
              <a:t>i</a:t>
            </a:r>
            <a:r>
              <a:rPr sz="1600" b="1" spc="-20" dirty="0">
                <a:solidFill>
                  <a:srgbClr val="FF0000"/>
                </a:solidFill>
                <a:latin typeface="Times New Roman"/>
                <a:cs typeface="Times New Roman"/>
              </a:rPr>
              <a:t>p</a:t>
            </a:r>
            <a:r>
              <a:rPr sz="1600" b="1" dirty="0">
                <a:solidFill>
                  <a:srgbClr val="FF0000"/>
                </a:solidFill>
                <a:latin typeface="Times New Roman"/>
                <a:cs typeface="Times New Roman"/>
              </a:rPr>
              <a:t>ts</a:t>
            </a:r>
            <a:r>
              <a:rPr sz="1600" b="1" spc="30" dirty="0">
                <a:solidFill>
                  <a:srgbClr val="FF0000"/>
                </a:solidFill>
                <a:latin typeface="Times New Roman"/>
                <a:cs typeface="Times New Roman"/>
              </a:rPr>
              <a:t> </a:t>
            </a:r>
            <a:r>
              <a:rPr sz="1600" b="1" spc="-120" dirty="0">
                <a:solidFill>
                  <a:srgbClr val="FF0000"/>
                </a:solidFill>
                <a:latin typeface="Times New Roman"/>
                <a:cs typeface="Times New Roman"/>
              </a:rPr>
              <a:t>:</a:t>
            </a:r>
            <a:r>
              <a:rPr sz="1600" b="1" spc="-15" dirty="0">
                <a:solidFill>
                  <a:srgbClr val="FF0000"/>
                </a:solidFill>
                <a:latin typeface="Times New Roman"/>
                <a:cs typeface="Times New Roman"/>
              </a:rPr>
              <a:t> </a:t>
            </a:r>
            <a:r>
              <a:rPr sz="1600" b="1" spc="-55" dirty="0">
                <a:solidFill>
                  <a:srgbClr val="FF0000"/>
                </a:solidFill>
                <a:latin typeface="Times New Roman"/>
                <a:cs typeface="Times New Roman"/>
              </a:rPr>
              <a:t>c</a:t>
            </a:r>
            <a:r>
              <a:rPr sz="1600" b="1" spc="-50" dirty="0">
                <a:solidFill>
                  <a:srgbClr val="FF0000"/>
                </a:solidFill>
                <a:latin typeface="Times New Roman"/>
                <a:cs typeface="Times New Roman"/>
              </a:rPr>
              <a:t>’</a:t>
            </a:r>
            <a:r>
              <a:rPr sz="1600" b="1" spc="40" dirty="0">
                <a:solidFill>
                  <a:srgbClr val="FF0000"/>
                </a:solidFill>
                <a:latin typeface="Times New Roman"/>
                <a:cs typeface="Times New Roman"/>
              </a:rPr>
              <a:t>e</a:t>
            </a:r>
            <a:r>
              <a:rPr sz="1600" b="1" spc="30" dirty="0">
                <a:solidFill>
                  <a:srgbClr val="FF0000"/>
                </a:solidFill>
                <a:latin typeface="Times New Roman"/>
                <a:cs typeface="Times New Roman"/>
              </a:rPr>
              <a:t>s</a:t>
            </a:r>
            <a:r>
              <a:rPr sz="1600" b="1" spc="-35" dirty="0">
                <a:solidFill>
                  <a:srgbClr val="FF0000"/>
                </a:solidFill>
                <a:latin typeface="Times New Roman"/>
                <a:cs typeface="Times New Roman"/>
              </a:rPr>
              <a:t>t</a:t>
            </a:r>
            <a:r>
              <a:rPr sz="1600" b="1" spc="20" dirty="0">
                <a:solidFill>
                  <a:srgbClr val="FF0000"/>
                </a:solidFill>
                <a:latin typeface="Times New Roman"/>
                <a:cs typeface="Times New Roman"/>
              </a:rPr>
              <a:t> </a:t>
            </a:r>
            <a:r>
              <a:rPr sz="1600" b="1" spc="-30" dirty="0">
                <a:solidFill>
                  <a:srgbClr val="FF0000"/>
                </a:solidFill>
                <a:latin typeface="Times New Roman"/>
                <a:cs typeface="Times New Roman"/>
              </a:rPr>
              <a:t>l</a:t>
            </a:r>
            <a:r>
              <a:rPr sz="1600" b="1" spc="-45" dirty="0">
                <a:solidFill>
                  <a:srgbClr val="FF0000"/>
                </a:solidFill>
                <a:latin typeface="Times New Roman"/>
                <a:cs typeface="Times New Roman"/>
              </a:rPr>
              <a:t>’</a:t>
            </a:r>
            <a:r>
              <a:rPr sz="1600" b="1" spc="-75" dirty="0">
                <a:solidFill>
                  <a:srgbClr val="FF0000"/>
                </a:solidFill>
                <a:latin typeface="Times New Roman"/>
                <a:cs typeface="Times New Roman"/>
              </a:rPr>
              <a:t>o</a:t>
            </a:r>
            <a:r>
              <a:rPr sz="1600" b="1" spc="-20" dirty="0">
                <a:solidFill>
                  <a:srgbClr val="FF0000"/>
                </a:solidFill>
                <a:latin typeface="Times New Roman"/>
                <a:cs typeface="Times New Roman"/>
              </a:rPr>
              <a:t>util</a:t>
            </a:r>
            <a:r>
              <a:rPr sz="1600" b="1" spc="10" dirty="0">
                <a:solidFill>
                  <a:srgbClr val="FF0000"/>
                </a:solidFill>
                <a:latin typeface="Times New Roman"/>
                <a:cs typeface="Times New Roman"/>
              </a:rPr>
              <a:t> </a:t>
            </a:r>
            <a:r>
              <a:rPr sz="1600" b="1" spc="5" dirty="0">
                <a:solidFill>
                  <a:srgbClr val="FF0000"/>
                </a:solidFill>
                <a:latin typeface="Times New Roman"/>
                <a:cs typeface="Times New Roman"/>
              </a:rPr>
              <a:t>d</a:t>
            </a:r>
            <a:r>
              <a:rPr sz="1600" b="1" spc="10" dirty="0">
                <a:solidFill>
                  <a:srgbClr val="FF0000"/>
                </a:solidFill>
                <a:latin typeface="Times New Roman"/>
                <a:cs typeface="Times New Roman"/>
              </a:rPr>
              <a:t>e</a:t>
            </a:r>
            <a:r>
              <a:rPr sz="1600" b="1" spc="15" dirty="0">
                <a:solidFill>
                  <a:srgbClr val="FF0000"/>
                </a:solidFill>
                <a:latin typeface="Times New Roman"/>
                <a:cs typeface="Times New Roman"/>
              </a:rPr>
              <a:t> </a:t>
            </a:r>
            <a:r>
              <a:rPr sz="1600" b="1" spc="30" dirty="0">
                <a:solidFill>
                  <a:srgbClr val="FF0000"/>
                </a:solidFill>
                <a:latin typeface="Times New Roman"/>
                <a:cs typeface="Times New Roman"/>
              </a:rPr>
              <a:t>c</a:t>
            </a:r>
            <a:r>
              <a:rPr sz="1600" b="1" spc="25" dirty="0">
                <a:solidFill>
                  <a:srgbClr val="FF0000"/>
                </a:solidFill>
                <a:latin typeface="Times New Roman"/>
                <a:cs typeface="Times New Roman"/>
              </a:rPr>
              <a:t>o</a:t>
            </a:r>
            <a:r>
              <a:rPr sz="1600" b="1" dirty="0">
                <a:solidFill>
                  <a:srgbClr val="FF0000"/>
                </a:solidFill>
                <a:latin typeface="Times New Roman"/>
                <a:cs typeface="Times New Roman"/>
              </a:rPr>
              <a:t>m</a:t>
            </a:r>
            <a:r>
              <a:rPr sz="1600" b="1" spc="-10" dirty="0">
                <a:solidFill>
                  <a:srgbClr val="FF0000"/>
                </a:solidFill>
                <a:latin typeface="Times New Roman"/>
                <a:cs typeface="Times New Roman"/>
              </a:rPr>
              <a:t>p</a:t>
            </a:r>
            <a:r>
              <a:rPr sz="1600" b="1" spc="-30" dirty="0">
                <a:solidFill>
                  <a:srgbClr val="FF0000"/>
                </a:solidFill>
                <a:latin typeface="Times New Roman"/>
                <a:cs typeface="Times New Roman"/>
              </a:rPr>
              <a:t>ila</a:t>
            </a:r>
            <a:r>
              <a:rPr sz="1600" b="1" spc="-20" dirty="0">
                <a:solidFill>
                  <a:srgbClr val="FF0000"/>
                </a:solidFill>
                <a:latin typeface="Times New Roman"/>
                <a:cs typeface="Times New Roman"/>
              </a:rPr>
              <a:t>t</a:t>
            </a:r>
            <a:r>
              <a:rPr sz="1600" b="1" spc="5" dirty="0">
                <a:solidFill>
                  <a:srgbClr val="FF0000"/>
                </a:solidFill>
                <a:latin typeface="Times New Roman"/>
                <a:cs typeface="Times New Roman"/>
              </a:rPr>
              <a:t>i</a:t>
            </a:r>
            <a:r>
              <a:rPr sz="1600" b="1" spc="10" dirty="0">
                <a:solidFill>
                  <a:srgbClr val="FF0000"/>
                </a:solidFill>
                <a:latin typeface="Times New Roman"/>
                <a:cs typeface="Times New Roman"/>
              </a:rPr>
              <a:t>o</a:t>
            </a:r>
            <a:r>
              <a:rPr sz="1600" b="1" spc="-10" dirty="0">
                <a:solidFill>
                  <a:srgbClr val="FF0000"/>
                </a:solidFill>
                <a:latin typeface="Times New Roman"/>
                <a:cs typeface="Times New Roman"/>
              </a:rPr>
              <a:t>n</a:t>
            </a:r>
            <a:r>
              <a:rPr sz="1600" b="1" spc="40" dirty="0">
                <a:solidFill>
                  <a:srgbClr val="FF0000"/>
                </a:solidFill>
                <a:latin typeface="Times New Roman"/>
                <a:cs typeface="Times New Roman"/>
              </a:rPr>
              <a:t> </a:t>
            </a:r>
            <a:r>
              <a:rPr sz="1600" b="1" spc="-20" dirty="0">
                <a:solidFill>
                  <a:srgbClr val="FF0000"/>
                </a:solidFill>
                <a:latin typeface="Times New Roman"/>
                <a:cs typeface="Times New Roman"/>
              </a:rPr>
              <a:t>d</a:t>
            </a:r>
            <a:r>
              <a:rPr sz="1600" b="1" spc="-10" dirty="0">
                <a:solidFill>
                  <a:srgbClr val="FF0000"/>
                </a:solidFill>
                <a:latin typeface="Times New Roman"/>
                <a:cs typeface="Times New Roman"/>
              </a:rPr>
              <a:t>u</a:t>
            </a:r>
            <a:r>
              <a:rPr sz="1600" b="1" spc="25" dirty="0">
                <a:solidFill>
                  <a:srgbClr val="FF0000"/>
                </a:solidFill>
                <a:latin typeface="Times New Roman"/>
                <a:cs typeface="Times New Roman"/>
              </a:rPr>
              <a:t> </a:t>
            </a:r>
            <a:r>
              <a:rPr sz="1600" b="1" spc="-20" dirty="0">
                <a:solidFill>
                  <a:srgbClr val="FF0000"/>
                </a:solidFill>
                <a:latin typeface="Times New Roman"/>
                <a:cs typeface="Times New Roman"/>
              </a:rPr>
              <a:t>p</a:t>
            </a:r>
            <a:r>
              <a:rPr sz="1600" b="1" spc="-155" dirty="0">
                <a:solidFill>
                  <a:srgbClr val="FF0000"/>
                </a:solidFill>
                <a:latin typeface="Times New Roman"/>
                <a:cs typeface="Times New Roman"/>
              </a:rPr>
              <a:t>r</a:t>
            </a:r>
            <a:r>
              <a:rPr sz="1600" b="1" spc="-25" dirty="0">
                <a:solidFill>
                  <a:srgbClr val="FF0000"/>
                </a:solidFill>
                <a:latin typeface="Times New Roman"/>
                <a:cs typeface="Times New Roman"/>
              </a:rPr>
              <a:t>ojet</a:t>
            </a:r>
            <a:r>
              <a:rPr sz="1600" b="1" spc="15" dirty="0">
                <a:solidFill>
                  <a:srgbClr val="FF0000"/>
                </a:solidFill>
                <a:latin typeface="Times New Roman"/>
                <a:cs typeface="Times New Roman"/>
              </a:rPr>
              <a:t>.</a:t>
            </a:r>
            <a:endParaRPr sz="160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26</a:t>
            </a:fld>
            <a:endParaRP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8986520" cy="574040"/>
          </a:xfrm>
          <a:prstGeom prst="rect">
            <a:avLst/>
          </a:prstGeom>
        </p:spPr>
        <p:txBody>
          <a:bodyPr vert="horz" wrap="square" lIns="0" tIns="12700" rIns="0" bIns="0" rtlCol="0">
            <a:spAutoFit/>
          </a:bodyPr>
          <a:lstStyle/>
          <a:p>
            <a:pPr marL="12700">
              <a:lnSpc>
                <a:spcPct val="100000"/>
              </a:lnSpc>
              <a:spcBef>
                <a:spcPts val="100"/>
              </a:spcBef>
            </a:pPr>
            <a:r>
              <a:rPr spc="-85" dirty="0"/>
              <a:t>Android</a:t>
            </a:r>
            <a:r>
              <a:rPr spc="-110" dirty="0"/>
              <a:t> Studio</a:t>
            </a:r>
            <a:r>
              <a:rPr spc="-100" dirty="0"/>
              <a:t> </a:t>
            </a:r>
            <a:r>
              <a:rPr spc="-215" dirty="0"/>
              <a:t>:</a:t>
            </a:r>
            <a:r>
              <a:rPr spc="-95" dirty="0"/>
              <a:t> </a:t>
            </a:r>
            <a:r>
              <a:rPr spc="-70" dirty="0"/>
              <a:t>Éditeurs</a:t>
            </a:r>
            <a:r>
              <a:rPr spc="-110" dirty="0"/>
              <a:t> </a:t>
            </a:r>
            <a:r>
              <a:rPr spc="-130" dirty="0"/>
              <a:t>spécifiques</a:t>
            </a:r>
            <a:r>
              <a:rPr spc="-120" dirty="0"/>
              <a:t> </a:t>
            </a:r>
            <a:r>
              <a:rPr spc="-100" dirty="0"/>
              <a:t>des</a:t>
            </a:r>
            <a:r>
              <a:rPr spc="-90" dirty="0"/>
              <a:t> </a:t>
            </a:r>
            <a:r>
              <a:rPr spc="-105" dirty="0"/>
              <a:t>ressources</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74295">
              <a:lnSpc>
                <a:spcPts val="2735"/>
              </a:lnSpc>
              <a:spcBef>
                <a:spcPts val="100"/>
              </a:spcBef>
            </a:pPr>
            <a:r>
              <a:rPr sz="2400" spc="-75" dirty="0"/>
              <a:t>Les</a:t>
            </a:r>
            <a:r>
              <a:rPr sz="2400" spc="180" dirty="0"/>
              <a:t> </a:t>
            </a:r>
            <a:r>
              <a:rPr sz="2400" spc="-45" dirty="0"/>
              <a:t>ressources</a:t>
            </a:r>
            <a:r>
              <a:rPr sz="2400" spc="180" dirty="0"/>
              <a:t> </a:t>
            </a:r>
            <a:r>
              <a:rPr sz="2400" spc="-145" dirty="0"/>
              <a:t>:</a:t>
            </a:r>
            <a:r>
              <a:rPr sz="2400" spc="185" dirty="0"/>
              <a:t> </a:t>
            </a:r>
            <a:r>
              <a:rPr sz="2400" spc="-30" dirty="0"/>
              <a:t>disposition</a:t>
            </a:r>
            <a:r>
              <a:rPr sz="2400" spc="175" dirty="0"/>
              <a:t> </a:t>
            </a:r>
            <a:r>
              <a:rPr sz="2400" spc="-45" dirty="0"/>
              <a:t>des</a:t>
            </a:r>
            <a:r>
              <a:rPr sz="2400" spc="175" dirty="0"/>
              <a:t> </a:t>
            </a:r>
            <a:r>
              <a:rPr sz="2400" spc="-55" dirty="0"/>
              <a:t>vues</a:t>
            </a:r>
            <a:r>
              <a:rPr sz="2400" spc="185" dirty="0"/>
              <a:t> </a:t>
            </a:r>
            <a:r>
              <a:rPr sz="2400" spc="-30" dirty="0"/>
              <a:t>dans</a:t>
            </a:r>
            <a:r>
              <a:rPr sz="2400" spc="175" dirty="0"/>
              <a:t> </a:t>
            </a:r>
            <a:r>
              <a:rPr sz="2400" spc="-80" dirty="0"/>
              <a:t>les</a:t>
            </a:r>
            <a:r>
              <a:rPr sz="2400" spc="175" dirty="0"/>
              <a:t> </a:t>
            </a:r>
            <a:r>
              <a:rPr sz="2400" spc="-55" dirty="0"/>
              <a:t>interfaces,</a:t>
            </a:r>
            <a:r>
              <a:rPr sz="2400" spc="185" dirty="0"/>
              <a:t> </a:t>
            </a:r>
            <a:r>
              <a:rPr sz="2400" spc="-55" dirty="0"/>
              <a:t>menus,</a:t>
            </a:r>
            <a:r>
              <a:rPr sz="2400" spc="190" dirty="0"/>
              <a:t> </a:t>
            </a:r>
            <a:r>
              <a:rPr sz="2400" spc="-75" dirty="0"/>
              <a:t>images</a:t>
            </a:r>
            <a:r>
              <a:rPr sz="2400" spc="175" dirty="0"/>
              <a:t> </a:t>
            </a:r>
            <a:r>
              <a:rPr sz="2400" spc="-70" dirty="0"/>
              <a:t>vectorielles,</a:t>
            </a:r>
            <a:endParaRPr sz="2400"/>
          </a:p>
          <a:p>
            <a:pPr marL="74295">
              <a:lnSpc>
                <a:spcPts val="2735"/>
              </a:lnSpc>
            </a:pPr>
            <a:r>
              <a:rPr sz="2400" spc="-60" dirty="0"/>
              <a:t>textes.</a:t>
            </a:r>
            <a:r>
              <a:rPr sz="2400" spc="10" dirty="0"/>
              <a:t> </a:t>
            </a:r>
            <a:r>
              <a:rPr sz="2400" spc="-75" dirty="0"/>
              <a:t>.</a:t>
            </a:r>
            <a:r>
              <a:rPr sz="2400" dirty="0"/>
              <a:t> </a:t>
            </a:r>
            <a:r>
              <a:rPr sz="2400" spc="-75" dirty="0"/>
              <a:t>.</a:t>
            </a:r>
            <a:r>
              <a:rPr sz="2400" spc="-5" dirty="0"/>
              <a:t> </a:t>
            </a:r>
            <a:r>
              <a:rPr sz="2400" spc="-75" dirty="0"/>
              <a:t>,</a:t>
            </a:r>
            <a:r>
              <a:rPr sz="2400" spc="-10" dirty="0"/>
              <a:t> </a:t>
            </a:r>
            <a:r>
              <a:rPr sz="2400" spc="5" dirty="0"/>
              <a:t>sont</a:t>
            </a:r>
            <a:r>
              <a:rPr sz="2400" dirty="0"/>
              <a:t> </a:t>
            </a:r>
            <a:r>
              <a:rPr sz="2400" spc="-55" dirty="0"/>
              <a:t>définies</a:t>
            </a:r>
            <a:r>
              <a:rPr sz="2400" spc="5" dirty="0"/>
              <a:t> </a:t>
            </a:r>
            <a:r>
              <a:rPr sz="2400" spc="-95" dirty="0"/>
              <a:t>à</a:t>
            </a:r>
            <a:r>
              <a:rPr sz="2400" spc="-10" dirty="0"/>
              <a:t> </a:t>
            </a:r>
            <a:r>
              <a:rPr sz="2400" spc="-114" dirty="0"/>
              <a:t>l’aide</a:t>
            </a:r>
            <a:r>
              <a:rPr sz="2400" dirty="0"/>
              <a:t> </a:t>
            </a:r>
            <a:r>
              <a:rPr sz="2400" spc="-35" dirty="0"/>
              <a:t>de</a:t>
            </a:r>
            <a:r>
              <a:rPr sz="2400" spc="-10" dirty="0"/>
              <a:t> </a:t>
            </a:r>
            <a:r>
              <a:rPr sz="2400" spc="-60" dirty="0"/>
              <a:t>fichiers</a:t>
            </a:r>
            <a:r>
              <a:rPr sz="2400" dirty="0"/>
              <a:t> </a:t>
            </a:r>
            <a:r>
              <a:rPr sz="2400" spc="-90" dirty="0"/>
              <a:t>XML.</a:t>
            </a:r>
            <a:endParaRPr sz="2400"/>
          </a:p>
          <a:p>
            <a:pPr marL="74295">
              <a:lnSpc>
                <a:spcPct val="100000"/>
              </a:lnSpc>
              <a:spcBef>
                <a:spcPts val="1115"/>
              </a:spcBef>
            </a:pPr>
            <a:r>
              <a:rPr sz="2400" spc="-45" dirty="0"/>
              <a:t>Studio</a:t>
            </a:r>
            <a:r>
              <a:rPr sz="2400" spc="-5" dirty="0"/>
              <a:t> </a:t>
            </a:r>
            <a:r>
              <a:rPr sz="2400" spc="-10" dirty="0"/>
              <a:t>fournit</a:t>
            </a:r>
            <a:r>
              <a:rPr sz="2400" spc="-5" dirty="0"/>
              <a:t> </a:t>
            </a:r>
            <a:r>
              <a:rPr sz="2400" spc="-45" dirty="0"/>
              <a:t>des</a:t>
            </a:r>
            <a:r>
              <a:rPr sz="2400" dirty="0"/>
              <a:t> </a:t>
            </a:r>
            <a:r>
              <a:rPr sz="2400" spc="-40" dirty="0"/>
              <a:t>éditeurs</a:t>
            </a:r>
            <a:r>
              <a:rPr sz="2400" spc="-5" dirty="0"/>
              <a:t> </a:t>
            </a:r>
            <a:r>
              <a:rPr sz="2400" spc="-75" dirty="0"/>
              <a:t>spécialisés</a:t>
            </a:r>
            <a:r>
              <a:rPr sz="2400" spc="10" dirty="0"/>
              <a:t> </a:t>
            </a:r>
            <a:r>
              <a:rPr sz="2400" dirty="0"/>
              <a:t>pour</a:t>
            </a:r>
            <a:r>
              <a:rPr sz="2400" spc="-5" dirty="0"/>
              <a:t> </a:t>
            </a:r>
            <a:r>
              <a:rPr sz="2400" spc="-70" dirty="0"/>
              <a:t>ces</a:t>
            </a:r>
            <a:r>
              <a:rPr sz="2400" spc="10" dirty="0"/>
              <a:t> </a:t>
            </a:r>
            <a:r>
              <a:rPr sz="2400" spc="-70" dirty="0"/>
              <a:t>fichiers,</a:t>
            </a:r>
            <a:r>
              <a:rPr sz="2400" spc="10" dirty="0"/>
              <a:t> </a:t>
            </a:r>
            <a:r>
              <a:rPr sz="2400" spc="-25" dirty="0"/>
              <a:t>par</a:t>
            </a:r>
            <a:r>
              <a:rPr sz="2400" dirty="0"/>
              <a:t> </a:t>
            </a:r>
            <a:r>
              <a:rPr sz="2400" spc="-70" dirty="0"/>
              <a:t>exemple</a:t>
            </a:r>
            <a:r>
              <a:rPr sz="2400" spc="10" dirty="0"/>
              <a:t> </a:t>
            </a:r>
            <a:r>
              <a:rPr sz="2400" spc="-145" dirty="0"/>
              <a:t>:</a:t>
            </a:r>
            <a:endParaRPr sz="2400"/>
          </a:p>
          <a:p>
            <a:pPr marL="458470" indent="-183515">
              <a:lnSpc>
                <a:spcPct val="100000"/>
              </a:lnSpc>
              <a:spcBef>
                <a:spcPts val="110"/>
              </a:spcBef>
              <a:buClr>
                <a:srgbClr val="1CACE3"/>
              </a:buClr>
              <a:buFont typeface="Wingdings"/>
              <a:buChar char=""/>
              <a:tabLst>
                <a:tab pos="459105" algn="l"/>
              </a:tabLst>
            </a:pPr>
            <a:r>
              <a:rPr sz="2400" spc="-50" dirty="0"/>
              <a:t>Formulaires</a:t>
            </a:r>
            <a:r>
              <a:rPr sz="2400" dirty="0"/>
              <a:t> pour</a:t>
            </a:r>
            <a:r>
              <a:rPr sz="2400" spc="5" dirty="0"/>
              <a:t> </a:t>
            </a:r>
            <a:r>
              <a:rPr sz="2400" spc="-145" dirty="0"/>
              <a:t>:</a:t>
            </a:r>
            <a:r>
              <a:rPr sz="2400" spc="10" dirty="0"/>
              <a:t> </a:t>
            </a:r>
            <a:r>
              <a:rPr sz="2400" spc="-15" dirty="0"/>
              <a:t>res/values/strings.xml</a:t>
            </a:r>
            <a:r>
              <a:rPr sz="2400" spc="-5" dirty="0"/>
              <a:t> </a:t>
            </a:r>
            <a:r>
              <a:rPr sz="2400" spc="-145" dirty="0"/>
              <a:t>:</a:t>
            </a:r>
            <a:r>
              <a:rPr sz="2400" spc="5" dirty="0"/>
              <a:t> </a:t>
            </a:r>
            <a:r>
              <a:rPr sz="2400" spc="-45" dirty="0"/>
              <a:t>textes</a:t>
            </a:r>
            <a:r>
              <a:rPr sz="2400" spc="20" dirty="0"/>
              <a:t> </a:t>
            </a:r>
            <a:r>
              <a:rPr sz="2400" spc="-35" dirty="0"/>
              <a:t>de</a:t>
            </a:r>
            <a:r>
              <a:rPr sz="2400" dirty="0"/>
              <a:t> </a:t>
            </a:r>
            <a:r>
              <a:rPr sz="2400" spc="-75" dirty="0"/>
              <a:t>l’interface.</a:t>
            </a:r>
            <a:endParaRPr sz="2400"/>
          </a:p>
        </p:txBody>
      </p:sp>
      <p:grpSp>
        <p:nvGrpSpPr>
          <p:cNvPr id="4" name="object 4"/>
          <p:cNvGrpSpPr/>
          <p:nvPr/>
        </p:nvGrpSpPr>
        <p:grpSpPr>
          <a:xfrm>
            <a:off x="1591055" y="3273552"/>
            <a:ext cx="9070975" cy="1614170"/>
            <a:chOff x="1591055" y="3273552"/>
            <a:chExt cx="9070975" cy="1614170"/>
          </a:xfrm>
        </p:grpSpPr>
        <p:pic>
          <p:nvPicPr>
            <p:cNvPr id="5" name="object 5"/>
            <p:cNvPicPr/>
            <p:nvPr/>
          </p:nvPicPr>
          <p:blipFill>
            <a:blip r:embed="rId2" cstate="print"/>
            <a:stretch>
              <a:fillRect/>
            </a:stretch>
          </p:blipFill>
          <p:spPr>
            <a:xfrm>
              <a:off x="1591055" y="3273552"/>
              <a:ext cx="9070848" cy="1613916"/>
            </a:xfrm>
            <a:prstGeom prst="rect">
              <a:avLst/>
            </a:prstGeom>
          </p:spPr>
        </p:pic>
        <p:sp>
          <p:nvSpPr>
            <p:cNvPr id="6" name="object 6"/>
            <p:cNvSpPr/>
            <p:nvPr/>
          </p:nvSpPr>
          <p:spPr>
            <a:xfrm>
              <a:off x="8409432" y="3546348"/>
              <a:ext cx="1094740" cy="375285"/>
            </a:xfrm>
            <a:custGeom>
              <a:avLst/>
              <a:gdLst/>
              <a:ahLst/>
              <a:cxnLst/>
              <a:rect l="l" t="t" r="r" b="b"/>
              <a:pathLst>
                <a:path w="1094740" h="375285">
                  <a:moveTo>
                    <a:pt x="0" y="187451"/>
                  </a:moveTo>
                  <a:lnTo>
                    <a:pt x="16711" y="141303"/>
                  </a:lnTo>
                  <a:lnTo>
                    <a:pt x="64109" y="99339"/>
                  </a:lnTo>
                  <a:lnTo>
                    <a:pt x="98033" y="80366"/>
                  </a:lnTo>
                  <a:lnTo>
                    <a:pt x="138090" y="62966"/>
                  </a:lnTo>
                  <a:lnTo>
                    <a:pt x="183766" y="47316"/>
                  </a:lnTo>
                  <a:lnTo>
                    <a:pt x="234550" y="33591"/>
                  </a:lnTo>
                  <a:lnTo>
                    <a:pt x="289927" y="21967"/>
                  </a:lnTo>
                  <a:lnTo>
                    <a:pt x="349385" y="12620"/>
                  </a:lnTo>
                  <a:lnTo>
                    <a:pt x="412411" y="5726"/>
                  </a:lnTo>
                  <a:lnTo>
                    <a:pt x="478492" y="1460"/>
                  </a:lnTo>
                  <a:lnTo>
                    <a:pt x="547116" y="0"/>
                  </a:lnTo>
                  <a:lnTo>
                    <a:pt x="615739" y="1460"/>
                  </a:lnTo>
                  <a:lnTo>
                    <a:pt x="681820" y="5726"/>
                  </a:lnTo>
                  <a:lnTo>
                    <a:pt x="744846" y="12620"/>
                  </a:lnTo>
                  <a:lnTo>
                    <a:pt x="804304" y="21967"/>
                  </a:lnTo>
                  <a:lnTo>
                    <a:pt x="859681" y="33591"/>
                  </a:lnTo>
                  <a:lnTo>
                    <a:pt x="910465" y="47316"/>
                  </a:lnTo>
                  <a:lnTo>
                    <a:pt x="956141" y="62966"/>
                  </a:lnTo>
                  <a:lnTo>
                    <a:pt x="996198" y="80366"/>
                  </a:lnTo>
                  <a:lnTo>
                    <a:pt x="1030122" y="99339"/>
                  </a:lnTo>
                  <a:lnTo>
                    <a:pt x="1077520" y="141303"/>
                  </a:lnTo>
                  <a:lnTo>
                    <a:pt x="1094232" y="187451"/>
                  </a:lnTo>
                  <a:lnTo>
                    <a:pt x="1089968" y="210961"/>
                  </a:lnTo>
                  <a:lnTo>
                    <a:pt x="1057401" y="255193"/>
                  </a:lnTo>
                  <a:lnTo>
                    <a:pt x="996198" y="294537"/>
                  </a:lnTo>
                  <a:lnTo>
                    <a:pt x="956141" y="311937"/>
                  </a:lnTo>
                  <a:lnTo>
                    <a:pt x="910465" y="327587"/>
                  </a:lnTo>
                  <a:lnTo>
                    <a:pt x="859681" y="341312"/>
                  </a:lnTo>
                  <a:lnTo>
                    <a:pt x="804304" y="352936"/>
                  </a:lnTo>
                  <a:lnTo>
                    <a:pt x="744846" y="362283"/>
                  </a:lnTo>
                  <a:lnTo>
                    <a:pt x="681820" y="369177"/>
                  </a:lnTo>
                  <a:lnTo>
                    <a:pt x="615739" y="373443"/>
                  </a:lnTo>
                  <a:lnTo>
                    <a:pt x="547116" y="374903"/>
                  </a:lnTo>
                  <a:lnTo>
                    <a:pt x="478492" y="373443"/>
                  </a:lnTo>
                  <a:lnTo>
                    <a:pt x="412411" y="369177"/>
                  </a:lnTo>
                  <a:lnTo>
                    <a:pt x="349385" y="362283"/>
                  </a:lnTo>
                  <a:lnTo>
                    <a:pt x="289927" y="352936"/>
                  </a:lnTo>
                  <a:lnTo>
                    <a:pt x="234550" y="341312"/>
                  </a:lnTo>
                  <a:lnTo>
                    <a:pt x="183766" y="327587"/>
                  </a:lnTo>
                  <a:lnTo>
                    <a:pt x="138090" y="311937"/>
                  </a:lnTo>
                  <a:lnTo>
                    <a:pt x="98033" y="294537"/>
                  </a:lnTo>
                  <a:lnTo>
                    <a:pt x="64109" y="275564"/>
                  </a:lnTo>
                  <a:lnTo>
                    <a:pt x="16711" y="233600"/>
                  </a:lnTo>
                  <a:lnTo>
                    <a:pt x="0" y="187451"/>
                  </a:lnTo>
                  <a:close/>
                </a:path>
              </a:pathLst>
            </a:custGeom>
            <a:ln w="12191">
              <a:solidFill>
                <a:srgbClr val="FF0000"/>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27</a:t>
            </a:fld>
            <a:endParaRP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8986520" cy="574040"/>
          </a:xfrm>
          <a:prstGeom prst="rect">
            <a:avLst/>
          </a:prstGeom>
        </p:spPr>
        <p:txBody>
          <a:bodyPr vert="horz" wrap="square" lIns="0" tIns="12700" rIns="0" bIns="0" rtlCol="0">
            <a:spAutoFit/>
          </a:bodyPr>
          <a:lstStyle/>
          <a:p>
            <a:pPr marL="12700">
              <a:lnSpc>
                <a:spcPct val="100000"/>
              </a:lnSpc>
              <a:spcBef>
                <a:spcPts val="100"/>
              </a:spcBef>
            </a:pPr>
            <a:r>
              <a:rPr spc="-85" dirty="0"/>
              <a:t>Android</a:t>
            </a:r>
            <a:r>
              <a:rPr spc="-110" dirty="0"/>
              <a:t> Studio</a:t>
            </a:r>
            <a:r>
              <a:rPr spc="-100" dirty="0"/>
              <a:t> </a:t>
            </a:r>
            <a:r>
              <a:rPr spc="-215" dirty="0"/>
              <a:t>:</a:t>
            </a:r>
            <a:r>
              <a:rPr spc="-95" dirty="0"/>
              <a:t> </a:t>
            </a:r>
            <a:r>
              <a:rPr spc="-70" dirty="0"/>
              <a:t>Éditeurs</a:t>
            </a:r>
            <a:r>
              <a:rPr spc="-110" dirty="0"/>
              <a:t> </a:t>
            </a:r>
            <a:r>
              <a:rPr spc="-130" dirty="0"/>
              <a:t>spécifiques</a:t>
            </a:r>
            <a:r>
              <a:rPr spc="-120" dirty="0"/>
              <a:t> </a:t>
            </a:r>
            <a:r>
              <a:rPr spc="-100" dirty="0"/>
              <a:t>des</a:t>
            </a:r>
            <a:r>
              <a:rPr spc="-90" dirty="0"/>
              <a:t> </a:t>
            </a:r>
            <a:r>
              <a:rPr spc="-105" dirty="0"/>
              <a:t>ressources</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74295">
              <a:lnSpc>
                <a:spcPts val="2735"/>
              </a:lnSpc>
              <a:spcBef>
                <a:spcPts val="100"/>
              </a:spcBef>
            </a:pPr>
            <a:r>
              <a:rPr sz="2400" spc="-75" dirty="0"/>
              <a:t>Les</a:t>
            </a:r>
            <a:r>
              <a:rPr sz="2400" spc="180" dirty="0"/>
              <a:t> </a:t>
            </a:r>
            <a:r>
              <a:rPr sz="2400" spc="-45" dirty="0"/>
              <a:t>ressources</a:t>
            </a:r>
            <a:r>
              <a:rPr sz="2400" spc="180" dirty="0"/>
              <a:t> </a:t>
            </a:r>
            <a:r>
              <a:rPr sz="2400" spc="-145" dirty="0"/>
              <a:t>:</a:t>
            </a:r>
            <a:r>
              <a:rPr sz="2400" spc="185" dirty="0"/>
              <a:t> </a:t>
            </a:r>
            <a:r>
              <a:rPr sz="2400" spc="-30" dirty="0"/>
              <a:t>disposition</a:t>
            </a:r>
            <a:r>
              <a:rPr sz="2400" spc="175" dirty="0"/>
              <a:t> </a:t>
            </a:r>
            <a:r>
              <a:rPr sz="2400" spc="-45" dirty="0"/>
              <a:t>des</a:t>
            </a:r>
            <a:r>
              <a:rPr sz="2400" spc="175" dirty="0"/>
              <a:t> </a:t>
            </a:r>
            <a:r>
              <a:rPr sz="2400" spc="-55" dirty="0"/>
              <a:t>vues</a:t>
            </a:r>
            <a:r>
              <a:rPr sz="2400" spc="185" dirty="0"/>
              <a:t> </a:t>
            </a:r>
            <a:r>
              <a:rPr sz="2400" spc="-30" dirty="0"/>
              <a:t>dans</a:t>
            </a:r>
            <a:r>
              <a:rPr sz="2400" spc="175" dirty="0"/>
              <a:t> </a:t>
            </a:r>
            <a:r>
              <a:rPr sz="2400" spc="-80" dirty="0"/>
              <a:t>les</a:t>
            </a:r>
            <a:r>
              <a:rPr sz="2400" spc="175" dirty="0"/>
              <a:t> </a:t>
            </a:r>
            <a:r>
              <a:rPr sz="2400" spc="-55" dirty="0"/>
              <a:t>interfaces,</a:t>
            </a:r>
            <a:r>
              <a:rPr sz="2400" spc="185" dirty="0"/>
              <a:t> </a:t>
            </a:r>
            <a:r>
              <a:rPr sz="2400" spc="-55" dirty="0"/>
              <a:t>menus,</a:t>
            </a:r>
            <a:r>
              <a:rPr sz="2400" spc="190" dirty="0"/>
              <a:t> </a:t>
            </a:r>
            <a:r>
              <a:rPr sz="2400" spc="-75" dirty="0"/>
              <a:t>images</a:t>
            </a:r>
            <a:r>
              <a:rPr sz="2400" spc="175" dirty="0"/>
              <a:t> </a:t>
            </a:r>
            <a:r>
              <a:rPr sz="2400" spc="-70" dirty="0"/>
              <a:t>vectorielles,</a:t>
            </a:r>
            <a:endParaRPr sz="2400"/>
          </a:p>
          <a:p>
            <a:pPr marL="74295">
              <a:lnSpc>
                <a:spcPts val="2735"/>
              </a:lnSpc>
            </a:pPr>
            <a:r>
              <a:rPr sz="2400" spc="-60" dirty="0"/>
              <a:t>textes.</a:t>
            </a:r>
            <a:r>
              <a:rPr sz="2400" spc="10" dirty="0"/>
              <a:t> </a:t>
            </a:r>
            <a:r>
              <a:rPr sz="2400" spc="-75" dirty="0"/>
              <a:t>.</a:t>
            </a:r>
            <a:r>
              <a:rPr sz="2400" dirty="0"/>
              <a:t> </a:t>
            </a:r>
            <a:r>
              <a:rPr sz="2400" spc="-75" dirty="0"/>
              <a:t>.</a:t>
            </a:r>
            <a:r>
              <a:rPr sz="2400" spc="-5" dirty="0"/>
              <a:t> </a:t>
            </a:r>
            <a:r>
              <a:rPr sz="2400" spc="-75" dirty="0"/>
              <a:t>,</a:t>
            </a:r>
            <a:r>
              <a:rPr sz="2400" spc="-10" dirty="0"/>
              <a:t> </a:t>
            </a:r>
            <a:r>
              <a:rPr sz="2400" spc="5" dirty="0"/>
              <a:t>sont</a:t>
            </a:r>
            <a:r>
              <a:rPr sz="2400" dirty="0"/>
              <a:t> </a:t>
            </a:r>
            <a:r>
              <a:rPr sz="2400" spc="-55" dirty="0"/>
              <a:t>définies</a:t>
            </a:r>
            <a:r>
              <a:rPr sz="2400" spc="5" dirty="0"/>
              <a:t> </a:t>
            </a:r>
            <a:r>
              <a:rPr sz="2400" spc="-95" dirty="0"/>
              <a:t>à</a:t>
            </a:r>
            <a:r>
              <a:rPr sz="2400" spc="-10" dirty="0"/>
              <a:t> </a:t>
            </a:r>
            <a:r>
              <a:rPr sz="2400" spc="-114" dirty="0"/>
              <a:t>l’aide</a:t>
            </a:r>
            <a:r>
              <a:rPr sz="2400" dirty="0"/>
              <a:t> </a:t>
            </a:r>
            <a:r>
              <a:rPr sz="2400" spc="-35" dirty="0"/>
              <a:t>de</a:t>
            </a:r>
            <a:r>
              <a:rPr sz="2400" spc="-10" dirty="0"/>
              <a:t> </a:t>
            </a:r>
            <a:r>
              <a:rPr sz="2400" spc="-60" dirty="0"/>
              <a:t>fichiers</a:t>
            </a:r>
            <a:r>
              <a:rPr sz="2400" dirty="0"/>
              <a:t> </a:t>
            </a:r>
            <a:r>
              <a:rPr sz="2400" spc="-90" dirty="0"/>
              <a:t>XML.</a:t>
            </a:r>
            <a:endParaRPr sz="2400"/>
          </a:p>
          <a:p>
            <a:pPr marL="74295">
              <a:lnSpc>
                <a:spcPct val="100000"/>
              </a:lnSpc>
              <a:spcBef>
                <a:spcPts val="1115"/>
              </a:spcBef>
            </a:pPr>
            <a:r>
              <a:rPr sz="2400" spc="-45" dirty="0"/>
              <a:t>Studio</a:t>
            </a:r>
            <a:r>
              <a:rPr sz="2400" spc="-5" dirty="0"/>
              <a:t> </a:t>
            </a:r>
            <a:r>
              <a:rPr sz="2400" spc="-10" dirty="0"/>
              <a:t>fournit</a:t>
            </a:r>
            <a:r>
              <a:rPr sz="2400" spc="-5" dirty="0"/>
              <a:t> </a:t>
            </a:r>
            <a:r>
              <a:rPr sz="2400" spc="-45" dirty="0"/>
              <a:t>des</a:t>
            </a:r>
            <a:r>
              <a:rPr sz="2400" dirty="0"/>
              <a:t> </a:t>
            </a:r>
            <a:r>
              <a:rPr sz="2400" spc="-40" dirty="0"/>
              <a:t>éditeurs</a:t>
            </a:r>
            <a:r>
              <a:rPr sz="2400" spc="-5" dirty="0"/>
              <a:t> </a:t>
            </a:r>
            <a:r>
              <a:rPr sz="2400" spc="-75" dirty="0"/>
              <a:t>spécialisés</a:t>
            </a:r>
            <a:r>
              <a:rPr sz="2400" spc="10" dirty="0"/>
              <a:t> </a:t>
            </a:r>
            <a:r>
              <a:rPr sz="2400" dirty="0"/>
              <a:t>pour</a:t>
            </a:r>
            <a:r>
              <a:rPr sz="2400" spc="-5" dirty="0"/>
              <a:t> </a:t>
            </a:r>
            <a:r>
              <a:rPr sz="2400" spc="-70" dirty="0"/>
              <a:t>ces</a:t>
            </a:r>
            <a:r>
              <a:rPr sz="2400" spc="10" dirty="0"/>
              <a:t> </a:t>
            </a:r>
            <a:r>
              <a:rPr sz="2400" spc="-70" dirty="0"/>
              <a:t>fichiers,</a:t>
            </a:r>
            <a:r>
              <a:rPr sz="2400" spc="10" dirty="0"/>
              <a:t> </a:t>
            </a:r>
            <a:r>
              <a:rPr sz="2400" spc="-25" dirty="0"/>
              <a:t>par</a:t>
            </a:r>
            <a:r>
              <a:rPr sz="2400" dirty="0"/>
              <a:t> </a:t>
            </a:r>
            <a:r>
              <a:rPr sz="2400" spc="-70" dirty="0"/>
              <a:t>exemple</a:t>
            </a:r>
            <a:r>
              <a:rPr sz="2400" spc="10" dirty="0"/>
              <a:t> </a:t>
            </a:r>
            <a:r>
              <a:rPr sz="2400" spc="-145" dirty="0"/>
              <a:t>:</a:t>
            </a:r>
            <a:endParaRPr sz="2400"/>
          </a:p>
          <a:p>
            <a:pPr marL="458470" indent="-183515">
              <a:lnSpc>
                <a:spcPct val="100000"/>
              </a:lnSpc>
              <a:spcBef>
                <a:spcPts val="110"/>
              </a:spcBef>
              <a:buClr>
                <a:srgbClr val="1CACE3"/>
              </a:buClr>
              <a:buFont typeface="Wingdings"/>
              <a:buChar char=""/>
              <a:tabLst>
                <a:tab pos="459105" algn="l"/>
              </a:tabLst>
            </a:pPr>
            <a:r>
              <a:rPr sz="2400" spc="-50" dirty="0"/>
              <a:t>Formulaires</a:t>
            </a:r>
            <a:r>
              <a:rPr sz="2400" dirty="0"/>
              <a:t> pour</a:t>
            </a:r>
            <a:r>
              <a:rPr sz="2400" spc="5" dirty="0"/>
              <a:t> </a:t>
            </a:r>
            <a:r>
              <a:rPr sz="2400" spc="-145" dirty="0"/>
              <a:t>:</a:t>
            </a:r>
            <a:r>
              <a:rPr sz="2400" spc="10" dirty="0"/>
              <a:t> </a:t>
            </a:r>
            <a:r>
              <a:rPr sz="2400" spc="-15" dirty="0"/>
              <a:t>res/values/strings.xml</a:t>
            </a:r>
            <a:r>
              <a:rPr sz="2400" spc="-5" dirty="0"/>
              <a:t> </a:t>
            </a:r>
            <a:r>
              <a:rPr sz="2400" spc="-145" dirty="0"/>
              <a:t>:</a:t>
            </a:r>
            <a:r>
              <a:rPr sz="2400" spc="5" dirty="0"/>
              <a:t> </a:t>
            </a:r>
            <a:r>
              <a:rPr sz="2400" spc="-45" dirty="0"/>
              <a:t>textes</a:t>
            </a:r>
            <a:r>
              <a:rPr sz="2400" spc="20" dirty="0"/>
              <a:t> </a:t>
            </a:r>
            <a:r>
              <a:rPr sz="2400" spc="-35" dirty="0"/>
              <a:t>de</a:t>
            </a:r>
            <a:r>
              <a:rPr sz="2400" dirty="0"/>
              <a:t> </a:t>
            </a:r>
            <a:r>
              <a:rPr sz="2400" spc="-75" dirty="0"/>
              <a:t>l’interface.</a:t>
            </a:r>
            <a:endParaRPr sz="2400"/>
          </a:p>
        </p:txBody>
      </p:sp>
      <p:grpSp>
        <p:nvGrpSpPr>
          <p:cNvPr id="4" name="object 4"/>
          <p:cNvGrpSpPr/>
          <p:nvPr/>
        </p:nvGrpSpPr>
        <p:grpSpPr>
          <a:xfrm>
            <a:off x="2811779" y="3101339"/>
            <a:ext cx="6629400" cy="1191895"/>
            <a:chOff x="2811779" y="3101339"/>
            <a:chExt cx="6629400" cy="1191895"/>
          </a:xfrm>
        </p:grpSpPr>
        <p:pic>
          <p:nvPicPr>
            <p:cNvPr id="5" name="object 5"/>
            <p:cNvPicPr/>
            <p:nvPr/>
          </p:nvPicPr>
          <p:blipFill>
            <a:blip r:embed="rId2" cstate="print"/>
            <a:stretch>
              <a:fillRect/>
            </a:stretch>
          </p:blipFill>
          <p:spPr>
            <a:xfrm>
              <a:off x="2811779" y="3101339"/>
              <a:ext cx="6629400" cy="1191768"/>
            </a:xfrm>
            <a:prstGeom prst="rect">
              <a:avLst/>
            </a:prstGeom>
          </p:spPr>
        </p:pic>
        <p:sp>
          <p:nvSpPr>
            <p:cNvPr id="6" name="object 6"/>
            <p:cNvSpPr/>
            <p:nvPr/>
          </p:nvSpPr>
          <p:spPr>
            <a:xfrm>
              <a:off x="2839211" y="3447287"/>
              <a:ext cx="292735" cy="196850"/>
            </a:xfrm>
            <a:custGeom>
              <a:avLst/>
              <a:gdLst/>
              <a:ahLst/>
              <a:cxnLst/>
              <a:rect l="l" t="t" r="r" b="b"/>
              <a:pathLst>
                <a:path w="292735" h="196850">
                  <a:moveTo>
                    <a:pt x="0" y="98298"/>
                  </a:moveTo>
                  <a:lnTo>
                    <a:pt x="11501" y="60061"/>
                  </a:lnTo>
                  <a:lnTo>
                    <a:pt x="42862" y="28813"/>
                  </a:lnTo>
                  <a:lnTo>
                    <a:pt x="89368" y="7733"/>
                  </a:lnTo>
                  <a:lnTo>
                    <a:pt x="146304" y="0"/>
                  </a:lnTo>
                  <a:lnTo>
                    <a:pt x="203239" y="7733"/>
                  </a:lnTo>
                  <a:lnTo>
                    <a:pt x="249745" y="28813"/>
                  </a:lnTo>
                  <a:lnTo>
                    <a:pt x="281106" y="60061"/>
                  </a:lnTo>
                  <a:lnTo>
                    <a:pt x="292607" y="98298"/>
                  </a:lnTo>
                  <a:lnTo>
                    <a:pt x="281106" y="136534"/>
                  </a:lnTo>
                  <a:lnTo>
                    <a:pt x="249745" y="167782"/>
                  </a:lnTo>
                  <a:lnTo>
                    <a:pt x="203239" y="188862"/>
                  </a:lnTo>
                  <a:lnTo>
                    <a:pt x="146304" y="196595"/>
                  </a:lnTo>
                  <a:lnTo>
                    <a:pt x="89368" y="188862"/>
                  </a:lnTo>
                  <a:lnTo>
                    <a:pt x="42862" y="167782"/>
                  </a:lnTo>
                  <a:lnTo>
                    <a:pt x="11501" y="136534"/>
                  </a:lnTo>
                  <a:lnTo>
                    <a:pt x="0" y="98298"/>
                  </a:lnTo>
                  <a:close/>
                </a:path>
              </a:pathLst>
            </a:custGeom>
            <a:ln w="12192">
              <a:solidFill>
                <a:srgbClr val="FF0000"/>
              </a:solidFill>
            </a:ln>
          </p:spPr>
          <p:txBody>
            <a:bodyPr wrap="square" lIns="0" tIns="0" rIns="0" bIns="0" rtlCol="0"/>
            <a:lstStyle/>
            <a:p>
              <a:endParaRPr/>
            </a:p>
          </p:txBody>
        </p:sp>
      </p:grpSp>
      <p:pic>
        <p:nvPicPr>
          <p:cNvPr id="7" name="object 7"/>
          <p:cNvPicPr/>
          <p:nvPr/>
        </p:nvPicPr>
        <p:blipFill>
          <a:blip r:embed="rId3" cstate="print"/>
          <a:stretch>
            <a:fillRect/>
          </a:stretch>
        </p:blipFill>
        <p:spPr>
          <a:xfrm>
            <a:off x="4285488" y="4431791"/>
            <a:ext cx="3681984" cy="1769364"/>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28</a:t>
            </a:fld>
            <a:endParaRP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8986520" cy="574040"/>
          </a:xfrm>
          <a:prstGeom prst="rect">
            <a:avLst/>
          </a:prstGeom>
        </p:spPr>
        <p:txBody>
          <a:bodyPr vert="horz" wrap="square" lIns="0" tIns="12700" rIns="0" bIns="0" rtlCol="0">
            <a:spAutoFit/>
          </a:bodyPr>
          <a:lstStyle/>
          <a:p>
            <a:pPr marL="12700">
              <a:lnSpc>
                <a:spcPct val="100000"/>
              </a:lnSpc>
              <a:spcBef>
                <a:spcPts val="100"/>
              </a:spcBef>
            </a:pPr>
            <a:r>
              <a:rPr spc="-85" dirty="0"/>
              <a:t>Android</a:t>
            </a:r>
            <a:r>
              <a:rPr spc="-110" dirty="0"/>
              <a:t> Studio</a:t>
            </a:r>
            <a:r>
              <a:rPr spc="-100" dirty="0"/>
              <a:t> </a:t>
            </a:r>
            <a:r>
              <a:rPr spc="-215" dirty="0"/>
              <a:t>:</a:t>
            </a:r>
            <a:r>
              <a:rPr spc="-95" dirty="0"/>
              <a:t> </a:t>
            </a:r>
            <a:r>
              <a:rPr spc="-70" dirty="0"/>
              <a:t>Éditeurs</a:t>
            </a:r>
            <a:r>
              <a:rPr spc="-110" dirty="0"/>
              <a:t> </a:t>
            </a:r>
            <a:r>
              <a:rPr spc="-130" dirty="0"/>
              <a:t>spécifiques</a:t>
            </a:r>
            <a:r>
              <a:rPr spc="-120" dirty="0"/>
              <a:t> </a:t>
            </a:r>
            <a:r>
              <a:rPr spc="-100" dirty="0"/>
              <a:t>des</a:t>
            </a:r>
            <a:r>
              <a:rPr spc="-90" dirty="0"/>
              <a:t> </a:t>
            </a:r>
            <a:r>
              <a:rPr spc="-105" dirty="0"/>
              <a:t>ressources</a:t>
            </a:r>
          </a:p>
        </p:txBody>
      </p:sp>
      <p:sp>
        <p:nvSpPr>
          <p:cNvPr id="3" name="object 3"/>
          <p:cNvSpPr txBox="1"/>
          <p:nvPr/>
        </p:nvSpPr>
        <p:spPr>
          <a:xfrm>
            <a:off x="1084580" y="1167460"/>
            <a:ext cx="10086340" cy="1938020"/>
          </a:xfrm>
          <a:prstGeom prst="rect">
            <a:avLst/>
          </a:prstGeom>
        </p:spPr>
        <p:txBody>
          <a:bodyPr vert="horz" wrap="square" lIns="0" tIns="12700" rIns="0" bIns="0" rtlCol="0">
            <a:spAutoFit/>
          </a:bodyPr>
          <a:lstStyle/>
          <a:p>
            <a:pPr marL="12700">
              <a:lnSpc>
                <a:spcPts val="2735"/>
              </a:lnSpc>
              <a:spcBef>
                <a:spcPts val="100"/>
              </a:spcBef>
            </a:pPr>
            <a:r>
              <a:rPr sz="2400" spc="-75" dirty="0">
                <a:solidFill>
                  <a:srgbClr val="404040"/>
                </a:solidFill>
                <a:latin typeface="Times New Roman"/>
                <a:cs typeface="Times New Roman"/>
              </a:rPr>
              <a:t>Les</a:t>
            </a:r>
            <a:r>
              <a:rPr sz="2400" spc="180" dirty="0">
                <a:solidFill>
                  <a:srgbClr val="404040"/>
                </a:solidFill>
                <a:latin typeface="Times New Roman"/>
                <a:cs typeface="Times New Roman"/>
              </a:rPr>
              <a:t> </a:t>
            </a:r>
            <a:r>
              <a:rPr sz="2400" spc="-45" dirty="0">
                <a:solidFill>
                  <a:srgbClr val="404040"/>
                </a:solidFill>
                <a:latin typeface="Times New Roman"/>
                <a:cs typeface="Times New Roman"/>
              </a:rPr>
              <a:t>ressources</a:t>
            </a:r>
            <a:r>
              <a:rPr sz="2400" spc="180" dirty="0">
                <a:solidFill>
                  <a:srgbClr val="404040"/>
                </a:solidFill>
                <a:latin typeface="Times New Roman"/>
                <a:cs typeface="Times New Roman"/>
              </a:rPr>
              <a:t> </a:t>
            </a:r>
            <a:r>
              <a:rPr sz="2400" spc="-145" dirty="0">
                <a:solidFill>
                  <a:srgbClr val="404040"/>
                </a:solidFill>
                <a:latin typeface="Times New Roman"/>
                <a:cs typeface="Times New Roman"/>
              </a:rPr>
              <a:t>:</a:t>
            </a:r>
            <a:r>
              <a:rPr sz="2400" spc="185" dirty="0">
                <a:solidFill>
                  <a:srgbClr val="404040"/>
                </a:solidFill>
                <a:latin typeface="Times New Roman"/>
                <a:cs typeface="Times New Roman"/>
              </a:rPr>
              <a:t> </a:t>
            </a:r>
            <a:r>
              <a:rPr sz="2400" spc="-30" dirty="0">
                <a:solidFill>
                  <a:srgbClr val="404040"/>
                </a:solidFill>
                <a:latin typeface="Times New Roman"/>
                <a:cs typeface="Times New Roman"/>
              </a:rPr>
              <a:t>disposition</a:t>
            </a:r>
            <a:r>
              <a:rPr sz="2400" spc="175"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175" dirty="0">
                <a:solidFill>
                  <a:srgbClr val="404040"/>
                </a:solidFill>
                <a:latin typeface="Times New Roman"/>
                <a:cs typeface="Times New Roman"/>
              </a:rPr>
              <a:t> </a:t>
            </a:r>
            <a:r>
              <a:rPr sz="2400" spc="-55" dirty="0">
                <a:solidFill>
                  <a:srgbClr val="404040"/>
                </a:solidFill>
                <a:latin typeface="Times New Roman"/>
                <a:cs typeface="Times New Roman"/>
              </a:rPr>
              <a:t>vues</a:t>
            </a:r>
            <a:r>
              <a:rPr sz="2400" spc="185" dirty="0">
                <a:solidFill>
                  <a:srgbClr val="404040"/>
                </a:solidFill>
                <a:latin typeface="Times New Roman"/>
                <a:cs typeface="Times New Roman"/>
              </a:rPr>
              <a:t> </a:t>
            </a:r>
            <a:r>
              <a:rPr sz="2400" spc="-30" dirty="0">
                <a:solidFill>
                  <a:srgbClr val="404040"/>
                </a:solidFill>
                <a:latin typeface="Times New Roman"/>
                <a:cs typeface="Times New Roman"/>
              </a:rPr>
              <a:t>dans</a:t>
            </a:r>
            <a:r>
              <a:rPr sz="2400" spc="175" dirty="0">
                <a:solidFill>
                  <a:srgbClr val="404040"/>
                </a:solidFill>
                <a:latin typeface="Times New Roman"/>
                <a:cs typeface="Times New Roman"/>
              </a:rPr>
              <a:t> </a:t>
            </a:r>
            <a:r>
              <a:rPr sz="2400" spc="-80" dirty="0">
                <a:solidFill>
                  <a:srgbClr val="404040"/>
                </a:solidFill>
                <a:latin typeface="Times New Roman"/>
                <a:cs typeface="Times New Roman"/>
              </a:rPr>
              <a:t>les</a:t>
            </a:r>
            <a:r>
              <a:rPr sz="2400" spc="175" dirty="0">
                <a:solidFill>
                  <a:srgbClr val="404040"/>
                </a:solidFill>
                <a:latin typeface="Times New Roman"/>
                <a:cs typeface="Times New Roman"/>
              </a:rPr>
              <a:t> </a:t>
            </a:r>
            <a:r>
              <a:rPr sz="2400" spc="-55" dirty="0">
                <a:solidFill>
                  <a:srgbClr val="404040"/>
                </a:solidFill>
                <a:latin typeface="Times New Roman"/>
                <a:cs typeface="Times New Roman"/>
              </a:rPr>
              <a:t>interfaces,</a:t>
            </a:r>
            <a:r>
              <a:rPr sz="2400" spc="185" dirty="0">
                <a:solidFill>
                  <a:srgbClr val="404040"/>
                </a:solidFill>
                <a:latin typeface="Times New Roman"/>
                <a:cs typeface="Times New Roman"/>
              </a:rPr>
              <a:t> </a:t>
            </a:r>
            <a:r>
              <a:rPr sz="2400" spc="-55" dirty="0">
                <a:solidFill>
                  <a:srgbClr val="404040"/>
                </a:solidFill>
                <a:latin typeface="Times New Roman"/>
                <a:cs typeface="Times New Roman"/>
              </a:rPr>
              <a:t>menus,</a:t>
            </a:r>
            <a:r>
              <a:rPr sz="2400" spc="190" dirty="0">
                <a:solidFill>
                  <a:srgbClr val="404040"/>
                </a:solidFill>
                <a:latin typeface="Times New Roman"/>
                <a:cs typeface="Times New Roman"/>
              </a:rPr>
              <a:t> </a:t>
            </a:r>
            <a:r>
              <a:rPr sz="2400" spc="-75" dirty="0">
                <a:solidFill>
                  <a:srgbClr val="404040"/>
                </a:solidFill>
                <a:latin typeface="Times New Roman"/>
                <a:cs typeface="Times New Roman"/>
              </a:rPr>
              <a:t>images</a:t>
            </a:r>
            <a:r>
              <a:rPr sz="2400" spc="175" dirty="0">
                <a:solidFill>
                  <a:srgbClr val="404040"/>
                </a:solidFill>
                <a:latin typeface="Times New Roman"/>
                <a:cs typeface="Times New Roman"/>
              </a:rPr>
              <a:t> </a:t>
            </a:r>
            <a:r>
              <a:rPr sz="2400" spc="-70" dirty="0">
                <a:solidFill>
                  <a:srgbClr val="404040"/>
                </a:solidFill>
                <a:latin typeface="Times New Roman"/>
                <a:cs typeface="Times New Roman"/>
              </a:rPr>
              <a:t>vectorielles,</a:t>
            </a:r>
            <a:endParaRPr sz="2400">
              <a:latin typeface="Times New Roman"/>
              <a:cs typeface="Times New Roman"/>
            </a:endParaRPr>
          </a:p>
          <a:p>
            <a:pPr marL="12700">
              <a:lnSpc>
                <a:spcPts val="2735"/>
              </a:lnSpc>
            </a:pPr>
            <a:r>
              <a:rPr sz="2400" spc="-60" dirty="0">
                <a:solidFill>
                  <a:srgbClr val="404040"/>
                </a:solidFill>
                <a:latin typeface="Times New Roman"/>
                <a:cs typeface="Times New Roman"/>
              </a:rPr>
              <a:t>textes.</a:t>
            </a:r>
            <a:r>
              <a:rPr sz="2400" spc="10" dirty="0">
                <a:solidFill>
                  <a:srgbClr val="404040"/>
                </a:solidFill>
                <a:latin typeface="Times New Roman"/>
                <a:cs typeface="Times New Roman"/>
              </a:rPr>
              <a:t> </a:t>
            </a:r>
            <a:r>
              <a:rPr sz="2400" spc="-75" dirty="0">
                <a:solidFill>
                  <a:srgbClr val="404040"/>
                </a:solidFill>
                <a:latin typeface="Times New Roman"/>
                <a:cs typeface="Times New Roman"/>
              </a:rPr>
              <a:t>.</a:t>
            </a:r>
            <a:r>
              <a:rPr sz="2400" dirty="0">
                <a:solidFill>
                  <a:srgbClr val="404040"/>
                </a:solidFill>
                <a:latin typeface="Times New Roman"/>
                <a:cs typeface="Times New Roman"/>
              </a:rPr>
              <a:t> </a:t>
            </a:r>
            <a:r>
              <a:rPr sz="2400" spc="-75" dirty="0">
                <a:solidFill>
                  <a:srgbClr val="404040"/>
                </a:solidFill>
                <a:latin typeface="Times New Roman"/>
                <a:cs typeface="Times New Roman"/>
              </a:rPr>
              <a:t>.</a:t>
            </a:r>
            <a:r>
              <a:rPr sz="2400" spc="-5" dirty="0">
                <a:solidFill>
                  <a:srgbClr val="404040"/>
                </a:solidFill>
                <a:latin typeface="Times New Roman"/>
                <a:cs typeface="Times New Roman"/>
              </a:rPr>
              <a:t> </a:t>
            </a:r>
            <a:r>
              <a:rPr sz="2400" spc="-75" dirty="0">
                <a:solidFill>
                  <a:srgbClr val="404040"/>
                </a:solidFill>
                <a:latin typeface="Times New Roman"/>
                <a:cs typeface="Times New Roman"/>
              </a:rPr>
              <a:t>,</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sont</a:t>
            </a:r>
            <a:r>
              <a:rPr sz="2400" dirty="0">
                <a:solidFill>
                  <a:srgbClr val="404040"/>
                </a:solidFill>
                <a:latin typeface="Times New Roman"/>
                <a:cs typeface="Times New Roman"/>
              </a:rPr>
              <a:t> </a:t>
            </a:r>
            <a:r>
              <a:rPr sz="2400" spc="-55" dirty="0">
                <a:solidFill>
                  <a:srgbClr val="404040"/>
                </a:solidFill>
                <a:latin typeface="Times New Roman"/>
                <a:cs typeface="Times New Roman"/>
              </a:rPr>
              <a:t>définies</a:t>
            </a:r>
            <a:r>
              <a:rPr sz="2400" spc="5" dirty="0">
                <a:solidFill>
                  <a:srgbClr val="404040"/>
                </a:solidFill>
                <a:latin typeface="Times New Roman"/>
                <a:cs typeface="Times New Roman"/>
              </a:rPr>
              <a:t> </a:t>
            </a:r>
            <a:r>
              <a:rPr sz="2400" spc="-95" dirty="0">
                <a:solidFill>
                  <a:srgbClr val="404040"/>
                </a:solidFill>
                <a:latin typeface="Times New Roman"/>
                <a:cs typeface="Times New Roman"/>
              </a:rPr>
              <a:t>à</a:t>
            </a:r>
            <a:r>
              <a:rPr sz="2400" spc="-10" dirty="0">
                <a:solidFill>
                  <a:srgbClr val="404040"/>
                </a:solidFill>
                <a:latin typeface="Times New Roman"/>
                <a:cs typeface="Times New Roman"/>
              </a:rPr>
              <a:t> </a:t>
            </a:r>
            <a:r>
              <a:rPr sz="2400" spc="-114" dirty="0">
                <a:solidFill>
                  <a:srgbClr val="404040"/>
                </a:solidFill>
                <a:latin typeface="Times New Roman"/>
                <a:cs typeface="Times New Roman"/>
              </a:rPr>
              <a:t>l’aide</a:t>
            </a:r>
            <a:r>
              <a:rPr sz="2400"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10" dirty="0">
                <a:solidFill>
                  <a:srgbClr val="404040"/>
                </a:solidFill>
                <a:latin typeface="Times New Roman"/>
                <a:cs typeface="Times New Roman"/>
              </a:rPr>
              <a:t> </a:t>
            </a:r>
            <a:r>
              <a:rPr sz="2400" spc="-60" dirty="0">
                <a:solidFill>
                  <a:srgbClr val="404040"/>
                </a:solidFill>
                <a:latin typeface="Times New Roman"/>
                <a:cs typeface="Times New Roman"/>
              </a:rPr>
              <a:t>fichiers</a:t>
            </a:r>
            <a:r>
              <a:rPr sz="2400" dirty="0">
                <a:solidFill>
                  <a:srgbClr val="404040"/>
                </a:solidFill>
                <a:latin typeface="Times New Roman"/>
                <a:cs typeface="Times New Roman"/>
              </a:rPr>
              <a:t> </a:t>
            </a:r>
            <a:r>
              <a:rPr sz="2400" spc="-90" dirty="0">
                <a:solidFill>
                  <a:srgbClr val="404040"/>
                </a:solidFill>
                <a:latin typeface="Times New Roman"/>
                <a:cs typeface="Times New Roman"/>
              </a:rPr>
              <a:t>XML.</a:t>
            </a:r>
            <a:endParaRPr sz="2400">
              <a:latin typeface="Times New Roman"/>
              <a:cs typeface="Times New Roman"/>
            </a:endParaRPr>
          </a:p>
          <a:p>
            <a:pPr marL="12700">
              <a:lnSpc>
                <a:spcPct val="100000"/>
              </a:lnSpc>
              <a:spcBef>
                <a:spcPts val="1115"/>
              </a:spcBef>
            </a:pPr>
            <a:r>
              <a:rPr sz="2400" spc="-45" dirty="0">
                <a:solidFill>
                  <a:srgbClr val="404040"/>
                </a:solidFill>
                <a:latin typeface="Times New Roman"/>
                <a:cs typeface="Times New Roman"/>
              </a:rPr>
              <a:t>Studio</a:t>
            </a:r>
            <a:r>
              <a:rPr sz="2400" spc="-5" dirty="0">
                <a:solidFill>
                  <a:srgbClr val="404040"/>
                </a:solidFill>
                <a:latin typeface="Times New Roman"/>
                <a:cs typeface="Times New Roman"/>
              </a:rPr>
              <a:t> </a:t>
            </a:r>
            <a:r>
              <a:rPr sz="2400" spc="-10" dirty="0">
                <a:solidFill>
                  <a:srgbClr val="404040"/>
                </a:solidFill>
                <a:latin typeface="Times New Roman"/>
                <a:cs typeface="Times New Roman"/>
              </a:rPr>
              <a:t>fournit</a:t>
            </a:r>
            <a:r>
              <a:rPr sz="2400" spc="-5"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dirty="0">
                <a:solidFill>
                  <a:srgbClr val="404040"/>
                </a:solidFill>
                <a:latin typeface="Times New Roman"/>
                <a:cs typeface="Times New Roman"/>
              </a:rPr>
              <a:t> </a:t>
            </a:r>
            <a:r>
              <a:rPr sz="2400" spc="-40" dirty="0">
                <a:solidFill>
                  <a:srgbClr val="404040"/>
                </a:solidFill>
                <a:latin typeface="Times New Roman"/>
                <a:cs typeface="Times New Roman"/>
              </a:rPr>
              <a:t>éditeurs</a:t>
            </a:r>
            <a:r>
              <a:rPr sz="2400" spc="-5" dirty="0">
                <a:solidFill>
                  <a:srgbClr val="404040"/>
                </a:solidFill>
                <a:latin typeface="Times New Roman"/>
                <a:cs typeface="Times New Roman"/>
              </a:rPr>
              <a:t> </a:t>
            </a:r>
            <a:r>
              <a:rPr sz="2400" spc="-75" dirty="0">
                <a:solidFill>
                  <a:srgbClr val="404040"/>
                </a:solidFill>
                <a:latin typeface="Times New Roman"/>
                <a:cs typeface="Times New Roman"/>
              </a:rPr>
              <a:t>spécialisés</a:t>
            </a:r>
            <a:r>
              <a:rPr sz="2400" spc="10" dirty="0">
                <a:solidFill>
                  <a:srgbClr val="404040"/>
                </a:solidFill>
                <a:latin typeface="Times New Roman"/>
                <a:cs typeface="Times New Roman"/>
              </a:rPr>
              <a:t> </a:t>
            </a:r>
            <a:r>
              <a:rPr sz="2400" dirty="0">
                <a:solidFill>
                  <a:srgbClr val="404040"/>
                </a:solidFill>
                <a:latin typeface="Times New Roman"/>
                <a:cs typeface="Times New Roman"/>
              </a:rPr>
              <a:t>pour</a:t>
            </a:r>
            <a:r>
              <a:rPr sz="2400" spc="-5" dirty="0">
                <a:solidFill>
                  <a:srgbClr val="404040"/>
                </a:solidFill>
                <a:latin typeface="Times New Roman"/>
                <a:cs typeface="Times New Roman"/>
              </a:rPr>
              <a:t> </a:t>
            </a:r>
            <a:r>
              <a:rPr sz="2400" spc="-70" dirty="0">
                <a:solidFill>
                  <a:srgbClr val="404040"/>
                </a:solidFill>
                <a:latin typeface="Times New Roman"/>
                <a:cs typeface="Times New Roman"/>
              </a:rPr>
              <a:t>ces</a:t>
            </a:r>
            <a:r>
              <a:rPr sz="2400" spc="10" dirty="0">
                <a:solidFill>
                  <a:srgbClr val="404040"/>
                </a:solidFill>
                <a:latin typeface="Times New Roman"/>
                <a:cs typeface="Times New Roman"/>
              </a:rPr>
              <a:t> </a:t>
            </a:r>
            <a:r>
              <a:rPr sz="2400" spc="-70" dirty="0">
                <a:solidFill>
                  <a:srgbClr val="404040"/>
                </a:solidFill>
                <a:latin typeface="Times New Roman"/>
                <a:cs typeface="Times New Roman"/>
              </a:rPr>
              <a:t>fichiers,</a:t>
            </a:r>
            <a:r>
              <a:rPr sz="2400" spc="10" dirty="0">
                <a:solidFill>
                  <a:srgbClr val="404040"/>
                </a:solidFill>
                <a:latin typeface="Times New Roman"/>
                <a:cs typeface="Times New Roman"/>
              </a:rPr>
              <a:t> </a:t>
            </a:r>
            <a:r>
              <a:rPr sz="2400" spc="-25" dirty="0">
                <a:solidFill>
                  <a:srgbClr val="404040"/>
                </a:solidFill>
                <a:latin typeface="Times New Roman"/>
                <a:cs typeface="Times New Roman"/>
              </a:rPr>
              <a:t>par</a:t>
            </a:r>
            <a:r>
              <a:rPr sz="2400" dirty="0">
                <a:solidFill>
                  <a:srgbClr val="404040"/>
                </a:solidFill>
                <a:latin typeface="Times New Roman"/>
                <a:cs typeface="Times New Roman"/>
              </a:rPr>
              <a:t> </a:t>
            </a:r>
            <a:r>
              <a:rPr sz="2400" spc="-70" dirty="0">
                <a:solidFill>
                  <a:srgbClr val="404040"/>
                </a:solidFill>
                <a:latin typeface="Times New Roman"/>
                <a:cs typeface="Times New Roman"/>
              </a:rPr>
              <a:t>exemple</a:t>
            </a:r>
            <a:r>
              <a:rPr sz="2400" spc="10"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a:latin typeface="Times New Roman"/>
              <a:cs typeface="Times New Roman"/>
            </a:endParaRPr>
          </a:p>
          <a:p>
            <a:pPr marL="396875" indent="-183515">
              <a:lnSpc>
                <a:spcPts val="2735"/>
              </a:lnSpc>
              <a:spcBef>
                <a:spcPts val="110"/>
              </a:spcBef>
              <a:buClr>
                <a:srgbClr val="1CACE3"/>
              </a:buClr>
              <a:buFont typeface="Wingdings"/>
              <a:buChar char=""/>
              <a:tabLst>
                <a:tab pos="397510" algn="l"/>
                <a:tab pos="1570355" algn="l"/>
                <a:tab pos="3030220" algn="l"/>
                <a:tab pos="3766820" algn="l"/>
                <a:tab pos="4005579" algn="l"/>
                <a:tab pos="6171565" algn="l"/>
                <a:tab pos="6410960" algn="l"/>
                <a:tab pos="7880350" algn="l"/>
                <a:tab pos="8444230" algn="l"/>
                <a:tab pos="9711055" algn="l"/>
              </a:tabLst>
            </a:pPr>
            <a:r>
              <a:rPr sz="2400" dirty="0">
                <a:solidFill>
                  <a:srgbClr val="404040"/>
                </a:solidFill>
                <a:latin typeface="Times New Roman"/>
                <a:cs typeface="Times New Roman"/>
              </a:rPr>
              <a:t>Édi</a:t>
            </a:r>
            <a:r>
              <a:rPr sz="2400" spc="-15" dirty="0">
                <a:solidFill>
                  <a:srgbClr val="404040"/>
                </a:solidFill>
                <a:latin typeface="Times New Roman"/>
                <a:cs typeface="Times New Roman"/>
              </a:rPr>
              <a:t>t</a:t>
            </a:r>
            <a:r>
              <a:rPr sz="2400" spc="-40" dirty="0">
                <a:solidFill>
                  <a:srgbClr val="404040"/>
                </a:solidFill>
                <a:latin typeface="Times New Roman"/>
                <a:cs typeface="Times New Roman"/>
              </a:rPr>
              <a:t>eurs</a:t>
            </a:r>
            <a:r>
              <a:rPr sz="2400" dirty="0">
                <a:solidFill>
                  <a:srgbClr val="404040"/>
                </a:solidFill>
                <a:latin typeface="Times New Roman"/>
                <a:cs typeface="Times New Roman"/>
              </a:rPr>
              <a:t>	</a:t>
            </a:r>
            <a:r>
              <a:rPr sz="2400" spc="-65" dirty="0">
                <a:solidFill>
                  <a:srgbClr val="404040"/>
                </a:solidFill>
                <a:latin typeface="Times New Roman"/>
                <a:cs typeface="Times New Roman"/>
              </a:rPr>
              <a:t>g</a:t>
            </a:r>
            <a:r>
              <a:rPr sz="2400" spc="-45" dirty="0">
                <a:solidFill>
                  <a:srgbClr val="404040"/>
                </a:solidFill>
                <a:latin typeface="Times New Roman"/>
                <a:cs typeface="Times New Roman"/>
              </a:rPr>
              <a:t>r</a:t>
            </a:r>
            <a:r>
              <a:rPr sz="2400" spc="-65" dirty="0">
                <a:solidFill>
                  <a:srgbClr val="404040"/>
                </a:solidFill>
                <a:latin typeface="Times New Roman"/>
                <a:cs typeface="Times New Roman"/>
              </a:rPr>
              <a:t>a</a:t>
            </a:r>
            <a:r>
              <a:rPr sz="2400" spc="-35" dirty="0">
                <a:solidFill>
                  <a:srgbClr val="404040"/>
                </a:solidFill>
                <a:latin typeface="Times New Roman"/>
                <a:cs typeface="Times New Roman"/>
              </a:rPr>
              <a:t>phiqu</a:t>
            </a:r>
            <a:r>
              <a:rPr sz="2400" spc="-45" dirty="0">
                <a:solidFill>
                  <a:srgbClr val="404040"/>
                </a:solidFill>
                <a:latin typeface="Times New Roman"/>
                <a:cs typeface="Times New Roman"/>
              </a:rPr>
              <a:t>e</a:t>
            </a:r>
            <a:r>
              <a:rPr sz="2400" spc="-60" dirty="0">
                <a:solidFill>
                  <a:srgbClr val="404040"/>
                </a:solidFill>
                <a:latin typeface="Times New Roman"/>
                <a:cs typeface="Times New Roman"/>
              </a:rPr>
              <a:t>s</a:t>
            </a:r>
            <a:r>
              <a:rPr sz="2400" dirty="0">
                <a:solidFill>
                  <a:srgbClr val="404040"/>
                </a:solidFill>
                <a:latin typeface="Times New Roman"/>
                <a:cs typeface="Times New Roman"/>
              </a:rPr>
              <a:t>	pou</a:t>
            </a:r>
            <a:r>
              <a:rPr sz="2400" spc="5" dirty="0">
                <a:solidFill>
                  <a:srgbClr val="404040"/>
                </a:solidFill>
                <a:latin typeface="Times New Roman"/>
                <a:cs typeface="Times New Roman"/>
              </a:rPr>
              <a:t>r</a:t>
            </a:r>
            <a:r>
              <a:rPr sz="2400" dirty="0">
                <a:solidFill>
                  <a:srgbClr val="404040"/>
                </a:solidFill>
                <a:latin typeface="Times New Roman"/>
                <a:cs typeface="Times New Roman"/>
              </a:rPr>
              <a:t>	</a:t>
            </a:r>
            <a:r>
              <a:rPr sz="2400" spc="-145" dirty="0">
                <a:solidFill>
                  <a:srgbClr val="404040"/>
                </a:solidFill>
                <a:latin typeface="Times New Roman"/>
                <a:cs typeface="Times New Roman"/>
              </a:rPr>
              <a:t>:</a:t>
            </a:r>
            <a:r>
              <a:rPr sz="2400" dirty="0">
                <a:solidFill>
                  <a:srgbClr val="404040"/>
                </a:solidFill>
                <a:latin typeface="Times New Roman"/>
                <a:cs typeface="Times New Roman"/>
              </a:rPr>
              <a:t>	</a:t>
            </a:r>
            <a:r>
              <a:rPr sz="2400" spc="-50" dirty="0">
                <a:solidFill>
                  <a:srgbClr val="404040"/>
                </a:solidFill>
                <a:latin typeface="Times New Roman"/>
                <a:cs typeface="Times New Roman"/>
              </a:rPr>
              <a:t>re</a:t>
            </a:r>
            <a:r>
              <a:rPr sz="2400" spc="-45" dirty="0">
                <a:solidFill>
                  <a:srgbClr val="404040"/>
                </a:solidFill>
                <a:latin typeface="Times New Roman"/>
                <a:cs typeface="Times New Roman"/>
              </a:rPr>
              <a:t>s</a:t>
            </a:r>
            <a:r>
              <a:rPr sz="2400" spc="525" dirty="0">
                <a:solidFill>
                  <a:srgbClr val="404040"/>
                </a:solidFill>
                <a:latin typeface="Times New Roman"/>
                <a:cs typeface="Times New Roman"/>
              </a:rPr>
              <a:t>/</a:t>
            </a:r>
            <a:r>
              <a:rPr sz="2400" spc="-80" dirty="0">
                <a:solidFill>
                  <a:srgbClr val="404040"/>
                </a:solidFill>
                <a:latin typeface="Times New Roman"/>
                <a:cs typeface="Times New Roman"/>
              </a:rPr>
              <a:t>l</a:t>
            </a:r>
            <a:r>
              <a:rPr sz="2400" spc="-170" dirty="0">
                <a:solidFill>
                  <a:srgbClr val="404040"/>
                </a:solidFill>
                <a:latin typeface="Times New Roman"/>
                <a:cs typeface="Times New Roman"/>
              </a:rPr>
              <a:t>a</a:t>
            </a:r>
            <a:r>
              <a:rPr sz="2400" spc="-240" dirty="0">
                <a:solidFill>
                  <a:srgbClr val="404040"/>
                </a:solidFill>
                <a:latin typeface="Times New Roman"/>
                <a:cs typeface="Times New Roman"/>
              </a:rPr>
              <a:t>y</a:t>
            </a:r>
            <a:r>
              <a:rPr sz="2400" spc="30" dirty="0">
                <a:solidFill>
                  <a:srgbClr val="404040"/>
                </a:solidFill>
                <a:latin typeface="Times New Roman"/>
                <a:cs typeface="Times New Roman"/>
              </a:rPr>
              <a:t>o</a:t>
            </a:r>
            <a:r>
              <a:rPr sz="2400" spc="5" dirty="0">
                <a:solidFill>
                  <a:srgbClr val="404040"/>
                </a:solidFill>
                <a:latin typeface="Times New Roman"/>
                <a:cs typeface="Times New Roman"/>
              </a:rPr>
              <a:t>u</a:t>
            </a:r>
            <a:r>
              <a:rPr sz="2400" spc="-5" dirty="0">
                <a:solidFill>
                  <a:srgbClr val="404040"/>
                </a:solidFill>
                <a:latin typeface="Times New Roman"/>
                <a:cs typeface="Times New Roman"/>
              </a:rPr>
              <a:t>t</a:t>
            </a:r>
            <a:r>
              <a:rPr sz="2400" spc="120" dirty="0">
                <a:solidFill>
                  <a:srgbClr val="404040"/>
                </a:solidFill>
                <a:latin typeface="Times New Roman"/>
                <a:cs typeface="Times New Roman"/>
              </a:rPr>
              <a:t>/</a:t>
            </a:r>
            <a:r>
              <a:rPr sz="2400" spc="220" dirty="0">
                <a:solidFill>
                  <a:srgbClr val="404040"/>
                </a:solidFill>
                <a:latin typeface="Times New Roman"/>
                <a:cs typeface="Times New Roman"/>
              </a:rPr>
              <a:t>*</a:t>
            </a:r>
            <a:r>
              <a:rPr sz="2400" spc="-75" dirty="0">
                <a:solidFill>
                  <a:srgbClr val="404040"/>
                </a:solidFill>
                <a:latin typeface="Times New Roman"/>
                <a:cs typeface="Times New Roman"/>
              </a:rPr>
              <a:t>.</a:t>
            </a:r>
            <a:r>
              <a:rPr sz="2400" spc="-100" dirty="0">
                <a:solidFill>
                  <a:srgbClr val="404040"/>
                </a:solidFill>
                <a:latin typeface="Times New Roman"/>
                <a:cs typeface="Times New Roman"/>
              </a:rPr>
              <a:t>xm</a:t>
            </a:r>
            <a:r>
              <a:rPr sz="2400" spc="-45" dirty="0">
                <a:solidFill>
                  <a:srgbClr val="404040"/>
                </a:solidFill>
                <a:latin typeface="Times New Roman"/>
                <a:cs typeface="Times New Roman"/>
              </a:rPr>
              <a:t>l</a:t>
            </a:r>
            <a:r>
              <a:rPr sz="2400" dirty="0">
                <a:solidFill>
                  <a:srgbClr val="404040"/>
                </a:solidFill>
                <a:latin typeface="Times New Roman"/>
                <a:cs typeface="Times New Roman"/>
              </a:rPr>
              <a:t>	</a:t>
            </a:r>
            <a:r>
              <a:rPr sz="2400" spc="-145" dirty="0">
                <a:solidFill>
                  <a:srgbClr val="404040"/>
                </a:solidFill>
                <a:latin typeface="Times New Roman"/>
                <a:cs typeface="Times New Roman"/>
              </a:rPr>
              <a:t>:</a:t>
            </a:r>
            <a:r>
              <a:rPr sz="2400" dirty="0">
                <a:solidFill>
                  <a:srgbClr val="404040"/>
                </a:solidFill>
                <a:latin typeface="Times New Roman"/>
                <a:cs typeface="Times New Roman"/>
              </a:rPr>
              <a:t>	</a:t>
            </a:r>
            <a:r>
              <a:rPr sz="2400" spc="-30" dirty="0">
                <a:solidFill>
                  <a:srgbClr val="404040"/>
                </a:solidFill>
                <a:latin typeface="Times New Roman"/>
                <a:cs typeface="Times New Roman"/>
              </a:rPr>
              <a:t>disposition</a:t>
            </a:r>
            <a:r>
              <a:rPr sz="2400"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dirty="0">
                <a:solidFill>
                  <a:srgbClr val="404040"/>
                </a:solidFill>
                <a:latin typeface="Times New Roman"/>
                <a:cs typeface="Times New Roman"/>
              </a:rPr>
              <a:t>	</a:t>
            </a:r>
            <a:r>
              <a:rPr sz="2400" spc="-5" dirty="0">
                <a:solidFill>
                  <a:srgbClr val="404040"/>
                </a:solidFill>
                <a:latin typeface="Times New Roman"/>
                <a:cs typeface="Times New Roman"/>
              </a:rPr>
              <a:t>co</a:t>
            </a:r>
            <a:r>
              <a:rPr sz="2400" spc="-15" dirty="0">
                <a:solidFill>
                  <a:srgbClr val="404040"/>
                </a:solidFill>
                <a:latin typeface="Times New Roman"/>
                <a:cs typeface="Times New Roman"/>
              </a:rPr>
              <a:t>n</a:t>
            </a:r>
            <a:r>
              <a:rPr sz="2400" spc="-30" dirty="0">
                <a:solidFill>
                  <a:srgbClr val="404040"/>
                </a:solidFill>
                <a:latin typeface="Times New Roman"/>
                <a:cs typeface="Times New Roman"/>
              </a:rPr>
              <a:t>trôles</a:t>
            </a:r>
            <a:r>
              <a:rPr sz="2400" dirty="0">
                <a:solidFill>
                  <a:srgbClr val="404040"/>
                </a:solidFill>
                <a:latin typeface="Times New Roman"/>
                <a:cs typeface="Times New Roman"/>
              </a:rPr>
              <a:t>	</a:t>
            </a:r>
            <a:r>
              <a:rPr sz="2400" spc="-35" dirty="0">
                <a:solidFill>
                  <a:srgbClr val="404040"/>
                </a:solidFill>
                <a:latin typeface="Times New Roman"/>
                <a:cs typeface="Times New Roman"/>
              </a:rPr>
              <a:t>sur</a:t>
            </a:r>
            <a:endParaRPr sz="2400">
              <a:latin typeface="Times New Roman"/>
              <a:cs typeface="Times New Roman"/>
            </a:endParaRPr>
          </a:p>
          <a:p>
            <a:pPr marL="396875">
              <a:lnSpc>
                <a:spcPts val="2735"/>
              </a:lnSpc>
            </a:pPr>
            <a:r>
              <a:rPr sz="2400" spc="-80" dirty="0">
                <a:solidFill>
                  <a:srgbClr val="404040"/>
                </a:solidFill>
                <a:latin typeface="Times New Roman"/>
                <a:cs typeface="Times New Roman"/>
              </a:rPr>
              <a:t>l’interface.</a:t>
            </a:r>
            <a:endParaRPr sz="2400">
              <a:latin typeface="Times New Roman"/>
              <a:cs typeface="Times New Roman"/>
            </a:endParaRPr>
          </a:p>
        </p:txBody>
      </p:sp>
      <p:pic>
        <p:nvPicPr>
          <p:cNvPr id="4" name="object 4"/>
          <p:cNvPicPr/>
          <p:nvPr/>
        </p:nvPicPr>
        <p:blipFill>
          <a:blip r:embed="rId2" cstate="print"/>
          <a:stretch>
            <a:fillRect/>
          </a:stretch>
        </p:blipFill>
        <p:spPr>
          <a:xfrm>
            <a:off x="3473196" y="2881883"/>
            <a:ext cx="4844796" cy="3473196"/>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29</a:t>
            </a:fld>
            <a:endParaRP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5224145"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05" dirty="0"/>
              <a:t> </a:t>
            </a:r>
            <a:r>
              <a:rPr spc="-325" dirty="0"/>
              <a:t>S</a:t>
            </a:r>
            <a:r>
              <a:rPr spc="-15" dirty="0"/>
              <a:t>o</a:t>
            </a:r>
            <a:r>
              <a:rPr spc="-90" dirty="0"/>
              <a:t>u</a:t>
            </a:r>
            <a:r>
              <a:rPr spc="-50" dirty="0"/>
              <a:t>r</a:t>
            </a:r>
            <a:r>
              <a:rPr spc="-150" dirty="0"/>
              <a:t>c</a:t>
            </a:r>
            <a:r>
              <a:rPr spc="-100" dirty="0"/>
              <a:t>e</a:t>
            </a:r>
            <a:r>
              <a:rPr spc="-114" dirty="0"/>
              <a:t> </a:t>
            </a:r>
            <a:r>
              <a:rPr spc="-145" dirty="0"/>
              <a:t>X</a:t>
            </a:r>
            <a:r>
              <a:rPr spc="-254" dirty="0"/>
              <a:t>M</a:t>
            </a:r>
            <a:r>
              <a:rPr spc="-140" dirty="0"/>
              <a:t>L</a:t>
            </a:r>
          </a:p>
        </p:txBody>
      </p:sp>
      <p:sp>
        <p:nvSpPr>
          <p:cNvPr id="3" name="object 3"/>
          <p:cNvSpPr txBox="1"/>
          <p:nvPr/>
        </p:nvSpPr>
        <p:spPr>
          <a:xfrm>
            <a:off x="1117193" y="1163192"/>
            <a:ext cx="10086340" cy="2393315"/>
          </a:xfrm>
          <a:prstGeom prst="rect">
            <a:avLst/>
          </a:prstGeom>
        </p:spPr>
        <p:txBody>
          <a:bodyPr vert="horz" wrap="square" lIns="0" tIns="48895" rIns="0" bIns="0" rtlCol="0">
            <a:spAutoFit/>
          </a:bodyPr>
          <a:lstStyle/>
          <a:p>
            <a:pPr marL="12700" marR="5080" algn="just">
              <a:lnSpc>
                <a:spcPct val="90100"/>
              </a:lnSpc>
              <a:spcBef>
                <a:spcPts val="385"/>
              </a:spcBef>
            </a:pPr>
            <a:r>
              <a:rPr sz="2400" spc="-75" dirty="0">
                <a:solidFill>
                  <a:srgbClr val="404040"/>
                </a:solidFill>
                <a:latin typeface="Times New Roman"/>
                <a:cs typeface="Times New Roman"/>
              </a:rPr>
              <a:t>Les </a:t>
            </a:r>
            <a:r>
              <a:rPr sz="2400" spc="-40" dirty="0">
                <a:solidFill>
                  <a:srgbClr val="404040"/>
                </a:solidFill>
                <a:latin typeface="Times New Roman"/>
                <a:cs typeface="Times New Roman"/>
              </a:rPr>
              <a:t>éditeurs </a:t>
            </a:r>
            <a:r>
              <a:rPr sz="2400" spc="-15" dirty="0">
                <a:solidFill>
                  <a:srgbClr val="404040"/>
                </a:solidFill>
                <a:latin typeface="Times New Roman"/>
                <a:cs typeface="Times New Roman"/>
              </a:rPr>
              <a:t>proposés </a:t>
            </a:r>
            <a:r>
              <a:rPr sz="2400" spc="-25" dirty="0">
                <a:solidFill>
                  <a:srgbClr val="404040"/>
                </a:solidFill>
                <a:latin typeface="Times New Roman"/>
                <a:cs typeface="Times New Roman"/>
              </a:rPr>
              <a:t>par </a:t>
            </a:r>
            <a:r>
              <a:rPr sz="2400" spc="-30" dirty="0">
                <a:solidFill>
                  <a:srgbClr val="404040"/>
                </a:solidFill>
                <a:latin typeface="Times New Roman"/>
                <a:cs typeface="Times New Roman"/>
              </a:rPr>
              <a:t>Android </a:t>
            </a:r>
            <a:r>
              <a:rPr sz="2400" spc="-45" dirty="0">
                <a:solidFill>
                  <a:srgbClr val="404040"/>
                </a:solidFill>
                <a:latin typeface="Times New Roman"/>
                <a:cs typeface="Times New Roman"/>
              </a:rPr>
              <a:t>Studio </a:t>
            </a:r>
            <a:r>
              <a:rPr sz="2400" spc="5" dirty="0">
                <a:solidFill>
                  <a:srgbClr val="404040"/>
                </a:solidFill>
                <a:latin typeface="Times New Roman"/>
                <a:cs typeface="Times New Roman"/>
              </a:rPr>
              <a:t>sont </a:t>
            </a:r>
            <a:r>
              <a:rPr sz="2400" spc="-30" dirty="0">
                <a:solidFill>
                  <a:srgbClr val="404040"/>
                </a:solidFill>
                <a:latin typeface="Times New Roman"/>
                <a:cs typeface="Times New Roman"/>
              </a:rPr>
              <a:t>beaucoup </a:t>
            </a:r>
            <a:r>
              <a:rPr sz="2400" spc="-45" dirty="0">
                <a:solidFill>
                  <a:srgbClr val="404040"/>
                </a:solidFill>
                <a:latin typeface="Times New Roman"/>
                <a:cs typeface="Times New Roman"/>
              </a:rPr>
              <a:t>plus </a:t>
            </a:r>
            <a:r>
              <a:rPr sz="2400" spc="-25" dirty="0">
                <a:solidFill>
                  <a:srgbClr val="404040"/>
                </a:solidFill>
                <a:latin typeface="Times New Roman"/>
                <a:cs typeface="Times New Roman"/>
              </a:rPr>
              <a:t>confortables </a:t>
            </a:r>
            <a:r>
              <a:rPr sz="2400" spc="-40" dirty="0">
                <a:solidFill>
                  <a:srgbClr val="404040"/>
                </a:solidFill>
                <a:latin typeface="Times New Roman"/>
                <a:cs typeface="Times New Roman"/>
              </a:rPr>
              <a:t>que </a:t>
            </a:r>
            <a:r>
              <a:rPr sz="2400" spc="-95" dirty="0">
                <a:solidFill>
                  <a:srgbClr val="404040"/>
                </a:solidFill>
                <a:latin typeface="Times New Roman"/>
                <a:cs typeface="Times New Roman"/>
              </a:rPr>
              <a:t>le </a:t>
            </a:r>
            <a:r>
              <a:rPr sz="2400" spc="-90" dirty="0">
                <a:solidFill>
                  <a:srgbClr val="404040"/>
                </a:solidFill>
                <a:latin typeface="Times New Roman"/>
                <a:cs typeface="Times New Roman"/>
              </a:rPr>
              <a:t> </a:t>
            </a:r>
            <a:r>
              <a:rPr sz="2400" spc="-95" dirty="0">
                <a:solidFill>
                  <a:srgbClr val="404040"/>
                </a:solidFill>
                <a:latin typeface="Times New Roman"/>
                <a:cs typeface="Times New Roman"/>
              </a:rPr>
              <a:t>XML</a:t>
            </a:r>
            <a:r>
              <a:rPr sz="2400" spc="-90" dirty="0">
                <a:solidFill>
                  <a:srgbClr val="404040"/>
                </a:solidFill>
                <a:latin typeface="Times New Roman"/>
                <a:cs typeface="Times New Roman"/>
              </a:rPr>
              <a:t> </a:t>
            </a:r>
            <a:r>
              <a:rPr sz="2400" spc="5" dirty="0">
                <a:solidFill>
                  <a:srgbClr val="404040"/>
                </a:solidFill>
                <a:latin typeface="Times New Roman"/>
                <a:cs typeface="Times New Roman"/>
              </a:rPr>
              <a:t>brut,</a:t>
            </a:r>
            <a:r>
              <a:rPr sz="2400" spc="10" dirty="0">
                <a:solidFill>
                  <a:srgbClr val="404040"/>
                </a:solidFill>
                <a:latin typeface="Times New Roman"/>
                <a:cs typeface="Times New Roman"/>
              </a:rPr>
              <a:t> </a:t>
            </a:r>
            <a:r>
              <a:rPr sz="2400" spc="-75" dirty="0">
                <a:solidFill>
                  <a:srgbClr val="404040"/>
                </a:solidFill>
                <a:latin typeface="Times New Roman"/>
                <a:cs typeface="Times New Roman"/>
              </a:rPr>
              <a:t>mais</a:t>
            </a:r>
            <a:r>
              <a:rPr sz="2400" spc="-70" dirty="0">
                <a:solidFill>
                  <a:srgbClr val="404040"/>
                </a:solidFill>
                <a:latin typeface="Times New Roman"/>
                <a:cs typeface="Times New Roman"/>
              </a:rPr>
              <a:t> </a:t>
            </a:r>
            <a:r>
              <a:rPr sz="2400" spc="-20" dirty="0">
                <a:solidFill>
                  <a:srgbClr val="404040"/>
                </a:solidFill>
                <a:latin typeface="Times New Roman"/>
                <a:cs typeface="Times New Roman"/>
              </a:rPr>
              <a:t>ne</a:t>
            </a:r>
            <a:r>
              <a:rPr sz="2400" spc="-15" dirty="0">
                <a:solidFill>
                  <a:srgbClr val="404040"/>
                </a:solidFill>
                <a:latin typeface="Times New Roman"/>
                <a:cs typeface="Times New Roman"/>
              </a:rPr>
              <a:t> </a:t>
            </a:r>
            <a:r>
              <a:rPr sz="2400" dirty="0">
                <a:solidFill>
                  <a:srgbClr val="404040"/>
                </a:solidFill>
                <a:latin typeface="Times New Roman"/>
                <a:cs typeface="Times New Roman"/>
              </a:rPr>
              <a:t>permettent</a:t>
            </a:r>
            <a:r>
              <a:rPr sz="2400" spc="5" dirty="0">
                <a:solidFill>
                  <a:srgbClr val="404040"/>
                </a:solidFill>
                <a:latin typeface="Times New Roman"/>
                <a:cs typeface="Times New Roman"/>
              </a:rPr>
              <a:t> </a:t>
            </a:r>
            <a:r>
              <a:rPr sz="2400" spc="-45" dirty="0">
                <a:solidFill>
                  <a:srgbClr val="404040"/>
                </a:solidFill>
                <a:latin typeface="Times New Roman"/>
                <a:cs typeface="Times New Roman"/>
              </a:rPr>
              <a:t>pas</a:t>
            </a:r>
            <a:r>
              <a:rPr sz="2400" spc="-40"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30" dirty="0">
                <a:solidFill>
                  <a:srgbClr val="404040"/>
                </a:solidFill>
                <a:latin typeface="Times New Roman"/>
                <a:cs typeface="Times New Roman"/>
              </a:rPr>
              <a:t> </a:t>
            </a:r>
            <a:r>
              <a:rPr sz="2400" spc="10" dirty="0">
                <a:solidFill>
                  <a:srgbClr val="404040"/>
                </a:solidFill>
                <a:latin typeface="Times New Roman"/>
                <a:cs typeface="Times New Roman"/>
              </a:rPr>
              <a:t>tout</a:t>
            </a:r>
            <a:r>
              <a:rPr sz="2400" spc="15" dirty="0">
                <a:solidFill>
                  <a:srgbClr val="404040"/>
                </a:solidFill>
                <a:latin typeface="Times New Roman"/>
                <a:cs typeface="Times New Roman"/>
              </a:rPr>
              <a:t> </a:t>
            </a:r>
            <a:r>
              <a:rPr sz="2400" spc="-60" dirty="0">
                <a:solidFill>
                  <a:srgbClr val="404040"/>
                </a:solidFill>
                <a:latin typeface="Times New Roman"/>
                <a:cs typeface="Times New Roman"/>
              </a:rPr>
              <a:t>faire</a:t>
            </a:r>
            <a:r>
              <a:rPr sz="2400" spc="-55" dirty="0">
                <a:solidFill>
                  <a:srgbClr val="404040"/>
                </a:solidFill>
                <a:latin typeface="Times New Roman"/>
                <a:cs typeface="Times New Roman"/>
              </a:rPr>
              <a:t> </a:t>
            </a:r>
            <a:r>
              <a:rPr sz="2400" spc="-45" dirty="0">
                <a:solidFill>
                  <a:srgbClr val="404040"/>
                </a:solidFill>
                <a:latin typeface="Times New Roman"/>
                <a:cs typeface="Times New Roman"/>
              </a:rPr>
              <a:t>(par</a:t>
            </a:r>
            <a:r>
              <a:rPr sz="2400" spc="-40" dirty="0">
                <a:solidFill>
                  <a:srgbClr val="404040"/>
                </a:solidFill>
                <a:latin typeface="Times New Roman"/>
                <a:cs typeface="Times New Roman"/>
              </a:rPr>
              <a:t> </a:t>
            </a:r>
            <a:r>
              <a:rPr sz="2400" spc="-70" dirty="0">
                <a:solidFill>
                  <a:srgbClr val="404040"/>
                </a:solidFill>
                <a:latin typeface="Times New Roman"/>
                <a:cs typeface="Times New Roman"/>
              </a:rPr>
              <a:t>exemple</a:t>
            </a:r>
            <a:r>
              <a:rPr sz="2400" spc="-65" dirty="0">
                <a:solidFill>
                  <a:srgbClr val="404040"/>
                </a:solidFill>
                <a:latin typeface="Times New Roman"/>
                <a:cs typeface="Times New Roman"/>
              </a:rPr>
              <a:t> </a:t>
            </a:r>
            <a:r>
              <a:rPr sz="2400" spc="-40" dirty="0">
                <a:solidFill>
                  <a:srgbClr val="404040"/>
                </a:solidFill>
                <a:latin typeface="Times New Roman"/>
                <a:cs typeface="Times New Roman"/>
              </a:rPr>
              <a:t>des</a:t>
            </a:r>
            <a:r>
              <a:rPr sz="2400" spc="-35" dirty="0">
                <a:solidFill>
                  <a:srgbClr val="404040"/>
                </a:solidFill>
                <a:latin typeface="Times New Roman"/>
                <a:cs typeface="Times New Roman"/>
              </a:rPr>
              <a:t> </a:t>
            </a:r>
            <a:r>
              <a:rPr sz="2400" spc="-65" dirty="0">
                <a:solidFill>
                  <a:srgbClr val="404040"/>
                </a:solidFill>
                <a:latin typeface="Times New Roman"/>
                <a:cs typeface="Times New Roman"/>
              </a:rPr>
              <a:t>widgets </a:t>
            </a:r>
            <a:r>
              <a:rPr sz="2400" spc="-60" dirty="0">
                <a:solidFill>
                  <a:srgbClr val="404040"/>
                </a:solidFill>
                <a:latin typeface="Times New Roman"/>
                <a:cs typeface="Times New Roman"/>
              </a:rPr>
              <a:t> </a:t>
            </a:r>
            <a:r>
              <a:rPr sz="2400" spc="-50" dirty="0">
                <a:solidFill>
                  <a:srgbClr val="404040"/>
                </a:solidFill>
                <a:latin typeface="Times New Roman"/>
                <a:cs typeface="Times New Roman"/>
              </a:rPr>
              <a:t>personnalisées</a:t>
            </a:r>
            <a:r>
              <a:rPr sz="2400" spc="5" dirty="0">
                <a:solidFill>
                  <a:srgbClr val="404040"/>
                </a:solidFill>
                <a:latin typeface="Times New Roman"/>
                <a:cs typeface="Times New Roman"/>
              </a:rPr>
              <a:t> </a:t>
            </a:r>
            <a:r>
              <a:rPr sz="2400" spc="-90" dirty="0">
                <a:solidFill>
                  <a:srgbClr val="404040"/>
                </a:solidFill>
                <a:latin typeface="Times New Roman"/>
                <a:cs typeface="Times New Roman"/>
              </a:rPr>
              <a:t>).</a:t>
            </a:r>
            <a:endParaRPr sz="2400" dirty="0">
              <a:latin typeface="Times New Roman"/>
              <a:cs typeface="Times New Roman"/>
            </a:endParaRPr>
          </a:p>
          <a:p>
            <a:pPr marL="12700" marR="5080" algn="just">
              <a:lnSpc>
                <a:spcPts val="2590"/>
              </a:lnSpc>
              <a:spcBef>
                <a:spcPts val="1445"/>
              </a:spcBef>
            </a:pPr>
            <a:r>
              <a:rPr sz="2400" spc="-5" dirty="0">
                <a:solidFill>
                  <a:srgbClr val="404040"/>
                </a:solidFill>
                <a:latin typeface="Times New Roman"/>
                <a:cs typeface="Times New Roman"/>
              </a:rPr>
              <a:t>Un </a:t>
            </a:r>
            <a:r>
              <a:rPr sz="2400" spc="-65" dirty="0">
                <a:solidFill>
                  <a:srgbClr val="404040"/>
                </a:solidFill>
                <a:latin typeface="Times New Roman"/>
                <a:cs typeface="Times New Roman"/>
              </a:rPr>
              <a:t>widget </a:t>
            </a:r>
            <a:r>
              <a:rPr sz="2400" spc="-35" dirty="0">
                <a:solidFill>
                  <a:srgbClr val="404040"/>
                </a:solidFill>
                <a:latin typeface="Times New Roman"/>
                <a:cs typeface="Times New Roman"/>
              </a:rPr>
              <a:t>est </a:t>
            </a:r>
            <a:r>
              <a:rPr sz="2400" dirty="0">
                <a:solidFill>
                  <a:srgbClr val="404040"/>
                </a:solidFill>
                <a:latin typeface="Times New Roman"/>
                <a:cs typeface="Times New Roman"/>
              </a:rPr>
              <a:t>un </a:t>
            </a:r>
            <a:r>
              <a:rPr sz="2400" spc="-40" dirty="0">
                <a:solidFill>
                  <a:srgbClr val="404040"/>
                </a:solidFill>
                <a:latin typeface="Times New Roman"/>
                <a:cs typeface="Times New Roman"/>
              </a:rPr>
              <a:t>élément </a:t>
            </a:r>
            <a:r>
              <a:rPr sz="2400" spc="-35" dirty="0">
                <a:solidFill>
                  <a:srgbClr val="404040"/>
                </a:solidFill>
                <a:latin typeface="Times New Roman"/>
                <a:cs typeface="Times New Roman"/>
              </a:rPr>
              <a:t>de </a:t>
            </a:r>
            <a:r>
              <a:rPr sz="2400" spc="-55" dirty="0">
                <a:solidFill>
                  <a:srgbClr val="404040"/>
                </a:solidFill>
                <a:latin typeface="Times New Roman"/>
                <a:cs typeface="Times New Roman"/>
              </a:rPr>
              <a:t>base </a:t>
            </a:r>
            <a:r>
              <a:rPr sz="2400" spc="-60" dirty="0">
                <a:solidFill>
                  <a:srgbClr val="404040"/>
                </a:solidFill>
                <a:latin typeface="Times New Roman"/>
                <a:cs typeface="Times New Roman"/>
              </a:rPr>
              <a:t>qui </a:t>
            </a:r>
            <a:r>
              <a:rPr sz="2400" spc="-5" dirty="0">
                <a:solidFill>
                  <a:srgbClr val="404040"/>
                </a:solidFill>
                <a:latin typeface="Times New Roman"/>
                <a:cs typeface="Times New Roman"/>
              </a:rPr>
              <a:t>permet </a:t>
            </a:r>
            <a:r>
              <a:rPr sz="2400" spc="-45" dirty="0">
                <a:solidFill>
                  <a:srgbClr val="404040"/>
                </a:solidFill>
                <a:latin typeface="Times New Roman"/>
                <a:cs typeface="Times New Roman"/>
              </a:rPr>
              <a:t>d'afficher </a:t>
            </a:r>
            <a:r>
              <a:rPr sz="2400" spc="-15" dirty="0">
                <a:solidFill>
                  <a:srgbClr val="404040"/>
                </a:solidFill>
                <a:latin typeface="Times New Roman"/>
                <a:cs typeface="Times New Roman"/>
              </a:rPr>
              <a:t>du contenu </a:t>
            </a:r>
            <a:r>
              <a:rPr sz="2400" spc="-95" dirty="0">
                <a:solidFill>
                  <a:srgbClr val="404040"/>
                </a:solidFill>
                <a:latin typeface="Times New Roman"/>
                <a:cs typeface="Times New Roman"/>
              </a:rPr>
              <a:t>à</a:t>
            </a:r>
            <a:r>
              <a:rPr sz="2400" spc="409" dirty="0">
                <a:solidFill>
                  <a:srgbClr val="404040"/>
                </a:solidFill>
                <a:latin typeface="Times New Roman"/>
                <a:cs typeface="Times New Roman"/>
              </a:rPr>
              <a:t> </a:t>
            </a:r>
            <a:r>
              <a:rPr sz="2400" spc="-55" dirty="0">
                <a:solidFill>
                  <a:srgbClr val="404040"/>
                </a:solidFill>
                <a:latin typeface="Times New Roman"/>
                <a:cs typeface="Times New Roman"/>
              </a:rPr>
              <a:t>l'utilisateur </a:t>
            </a:r>
            <a:r>
              <a:rPr sz="2400" spc="10" dirty="0">
                <a:solidFill>
                  <a:srgbClr val="404040"/>
                </a:solidFill>
                <a:latin typeface="Times New Roman"/>
                <a:cs typeface="Times New Roman"/>
              </a:rPr>
              <a:t>ou </a:t>
            </a:r>
            <a:r>
              <a:rPr sz="2400" spc="15" dirty="0">
                <a:solidFill>
                  <a:srgbClr val="404040"/>
                </a:solidFill>
                <a:latin typeface="Times New Roman"/>
                <a:cs typeface="Times New Roman"/>
              </a:rPr>
              <a:t> </a:t>
            </a:r>
            <a:r>
              <a:rPr sz="2400" spc="-90" dirty="0">
                <a:solidFill>
                  <a:srgbClr val="404040"/>
                </a:solidFill>
                <a:latin typeface="Times New Roman"/>
                <a:cs typeface="Times New Roman"/>
              </a:rPr>
              <a:t>lui</a:t>
            </a:r>
            <a:r>
              <a:rPr sz="2400" dirty="0">
                <a:solidFill>
                  <a:srgbClr val="404040"/>
                </a:solidFill>
                <a:latin typeface="Times New Roman"/>
                <a:cs typeface="Times New Roman"/>
              </a:rPr>
              <a:t> </a:t>
            </a:r>
            <a:r>
              <a:rPr sz="2400" spc="-5" dirty="0">
                <a:solidFill>
                  <a:srgbClr val="404040"/>
                </a:solidFill>
                <a:latin typeface="Times New Roman"/>
                <a:cs typeface="Times New Roman"/>
              </a:rPr>
              <a:t>permet</a:t>
            </a:r>
            <a:r>
              <a:rPr sz="2400" spc="10" dirty="0">
                <a:solidFill>
                  <a:srgbClr val="404040"/>
                </a:solidFill>
                <a:latin typeface="Times New Roman"/>
                <a:cs typeface="Times New Roman"/>
              </a:rPr>
              <a:t> </a:t>
            </a:r>
            <a:r>
              <a:rPr sz="2400" spc="-45" dirty="0">
                <a:solidFill>
                  <a:srgbClr val="404040"/>
                </a:solidFill>
                <a:latin typeface="Times New Roman"/>
                <a:cs typeface="Times New Roman"/>
              </a:rPr>
              <a:t>d'interagir</a:t>
            </a:r>
            <a:r>
              <a:rPr sz="2400" spc="-5" dirty="0">
                <a:solidFill>
                  <a:srgbClr val="404040"/>
                </a:solidFill>
                <a:latin typeface="Times New Roman"/>
                <a:cs typeface="Times New Roman"/>
              </a:rPr>
              <a:t> </a:t>
            </a:r>
            <a:r>
              <a:rPr sz="2400" spc="-95" dirty="0">
                <a:solidFill>
                  <a:srgbClr val="404040"/>
                </a:solidFill>
                <a:latin typeface="Times New Roman"/>
                <a:cs typeface="Times New Roman"/>
              </a:rPr>
              <a:t>avec</a:t>
            </a:r>
            <a:r>
              <a:rPr sz="2400" dirty="0">
                <a:solidFill>
                  <a:srgbClr val="404040"/>
                </a:solidFill>
                <a:latin typeface="Times New Roman"/>
                <a:cs typeface="Times New Roman"/>
              </a:rPr>
              <a:t> </a:t>
            </a:r>
            <a:r>
              <a:rPr sz="2400" spc="-55" dirty="0">
                <a:solidFill>
                  <a:srgbClr val="404040"/>
                </a:solidFill>
                <a:latin typeface="Times New Roman"/>
                <a:cs typeface="Times New Roman"/>
              </a:rPr>
              <a:t>l'application.</a:t>
            </a:r>
            <a:r>
              <a:rPr sz="2400" spc="10" dirty="0">
                <a:solidFill>
                  <a:srgbClr val="404040"/>
                </a:solidFill>
                <a:latin typeface="Times New Roman"/>
                <a:cs typeface="Times New Roman"/>
              </a:rPr>
              <a:t> </a:t>
            </a:r>
            <a:r>
              <a:rPr sz="2400" spc="-20" dirty="0">
                <a:solidFill>
                  <a:srgbClr val="404040"/>
                </a:solidFill>
                <a:latin typeface="Times New Roman"/>
                <a:cs typeface="Times New Roman"/>
              </a:rPr>
              <a:t>(on</a:t>
            </a:r>
            <a:r>
              <a:rPr sz="2400" dirty="0">
                <a:solidFill>
                  <a:srgbClr val="404040"/>
                </a:solidFill>
                <a:latin typeface="Times New Roman"/>
                <a:cs typeface="Times New Roman"/>
              </a:rPr>
              <a:t> </a:t>
            </a:r>
            <a:r>
              <a:rPr sz="2400" spc="-110" dirty="0">
                <a:solidFill>
                  <a:srgbClr val="404040"/>
                </a:solidFill>
                <a:latin typeface="Times New Roman"/>
                <a:cs typeface="Times New Roman"/>
              </a:rPr>
              <a:t>va</a:t>
            </a:r>
            <a:r>
              <a:rPr sz="2400" spc="-5" dirty="0">
                <a:solidFill>
                  <a:srgbClr val="404040"/>
                </a:solidFill>
                <a:latin typeface="Times New Roman"/>
                <a:cs typeface="Times New Roman"/>
              </a:rPr>
              <a:t> </a:t>
            </a:r>
            <a:r>
              <a:rPr sz="2400" spc="-80" dirty="0">
                <a:solidFill>
                  <a:srgbClr val="404040"/>
                </a:solidFill>
                <a:latin typeface="Times New Roman"/>
                <a:cs typeface="Times New Roman"/>
              </a:rPr>
              <a:t>les</a:t>
            </a:r>
            <a:r>
              <a:rPr sz="2400" dirty="0">
                <a:solidFill>
                  <a:srgbClr val="404040"/>
                </a:solidFill>
                <a:latin typeface="Times New Roman"/>
                <a:cs typeface="Times New Roman"/>
              </a:rPr>
              <a:t> </a:t>
            </a:r>
            <a:r>
              <a:rPr sz="2400" spc="-55" dirty="0">
                <a:solidFill>
                  <a:srgbClr val="404040"/>
                </a:solidFill>
                <a:latin typeface="Times New Roman"/>
                <a:cs typeface="Times New Roman"/>
              </a:rPr>
              <a:t>voir</a:t>
            </a:r>
            <a:r>
              <a:rPr sz="2400" dirty="0">
                <a:solidFill>
                  <a:srgbClr val="404040"/>
                </a:solidFill>
                <a:latin typeface="Times New Roman"/>
                <a:cs typeface="Times New Roman"/>
              </a:rPr>
              <a:t> </a:t>
            </a:r>
            <a:r>
              <a:rPr sz="2400" spc="-25" dirty="0">
                <a:solidFill>
                  <a:srgbClr val="404040"/>
                </a:solidFill>
                <a:latin typeface="Times New Roman"/>
                <a:cs typeface="Times New Roman"/>
              </a:rPr>
              <a:t>en</a:t>
            </a:r>
            <a:r>
              <a:rPr sz="2400" spc="-5" dirty="0">
                <a:solidFill>
                  <a:srgbClr val="404040"/>
                </a:solidFill>
                <a:latin typeface="Times New Roman"/>
                <a:cs typeface="Times New Roman"/>
              </a:rPr>
              <a:t> </a:t>
            </a:r>
            <a:r>
              <a:rPr sz="2400" spc="-65" dirty="0">
                <a:solidFill>
                  <a:srgbClr val="404040"/>
                </a:solidFill>
                <a:latin typeface="Times New Roman"/>
                <a:cs typeface="Times New Roman"/>
              </a:rPr>
              <a:t>détails</a:t>
            </a:r>
            <a:r>
              <a:rPr sz="2400" spc="10" dirty="0">
                <a:solidFill>
                  <a:srgbClr val="404040"/>
                </a:solidFill>
                <a:latin typeface="Times New Roman"/>
                <a:cs typeface="Times New Roman"/>
              </a:rPr>
              <a:t> </a:t>
            </a:r>
            <a:r>
              <a:rPr sz="2400" spc="-90" dirty="0">
                <a:solidFill>
                  <a:srgbClr val="404040"/>
                </a:solidFill>
                <a:latin typeface="Times New Roman"/>
                <a:cs typeface="Times New Roman"/>
              </a:rPr>
              <a:t>).</a:t>
            </a:r>
            <a:endParaRPr sz="2400" dirty="0">
              <a:latin typeface="Times New Roman"/>
              <a:cs typeface="Times New Roman"/>
            </a:endParaRPr>
          </a:p>
          <a:p>
            <a:pPr marL="12700" algn="just">
              <a:lnSpc>
                <a:spcPct val="100000"/>
              </a:lnSpc>
              <a:spcBef>
                <a:spcPts val="1070"/>
              </a:spcBef>
            </a:pPr>
            <a:r>
              <a:rPr sz="2400" spc="-75" dirty="0">
                <a:solidFill>
                  <a:srgbClr val="404040"/>
                </a:solidFill>
                <a:latin typeface="Times New Roman"/>
                <a:cs typeface="Times New Roman"/>
              </a:rPr>
              <a:t>Assez</a:t>
            </a:r>
            <a:r>
              <a:rPr sz="2400" spc="10" dirty="0">
                <a:solidFill>
                  <a:srgbClr val="404040"/>
                </a:solidFill>
                <a:latin typeface="Times New Roman"/>
                <a:cs typeface="Times New Roman"/>
              </a:rPr>
              <a:t> </a:t>
            </a:r>
            <a:r>
              <a:rPr sz="2400" spc="-35" dirty="0">
                <a:solidFill>
                  <a:srgbClr val="404040"/>
                </a:solidFill>
                <a:latin typeface="Times New Roman"/>
                <a:cs typeface="Times New Roman"/>
              </a:rPr>
              <a:t>souvent,</a:t>
            </a:r>
            <a:r>
              <a:rPr sz="2400" spc="5" dirty="0">
                <a:solidFill>
                  <a:srgbClr val="404040"/>
                </a:solidFill>
                <a:latin typeface="Times New Roman"/>
                <a:cs typeface="Times New Roman"/>
              </a:rPr>
              <a:t> </a:t>
            </a:r>
            <a:r>
              <a:rPr sz="2400" spc="-120" dirty="0">
                <a:solidFill>
                  <a:srgbClr val="404040"/>
                </a:solidFill>
                <a:latin typeface="Times New Roman"/>
                <a:cs typeface="Times New Roman"/>
              </a:rPr>
              <a:t>il</a:t>
            </a:r>
            <a:r>
              <a:rPr sz="2400" spc="5" dirty="0">
                <a:solidFill>
                  <a:srgbClr val="404040"/>
                </a:solidFill>
                <a:latin typeface="Times New Roman"/>
                <a:cs typeface="Times New Roman"/>
              </a:rPr>
              <a:t> </a:t>
            </a:r>
            <a:r>
              <a:rPr sz="2400" spc="-30" dirty="0">
                <a:solidFill>
                  <a:srgbClr val="404040"/>
                </a:solidFill>
                <a:latin typeface="Times New Roman"/>
                <a:cs typeface="Times New Roman"/>
              </a:rPr>
              <a:t>faut</a:t>
            </a:r>
            <a:r>
              <a:rPr sz="2400" dirty="0">
                <a:solidFill>
                  <a:srgbClr val="404040"/>
                </a:solidFill>
                <a:latin typeface="Times New Roman"/>
                <a:cs typeface="Times New Roman"/>
              </a:rPr>
              <a:t> </a:t>
            </a:r>
            <a:r>
              <a:rPr sz="2400" spc="-40" dirty="0" err="1">
                <a:solidFill>
                  <a:srgbClr val="404040"/>
                </a:solidFill>
                <a:latin typeface="Times New Roman"/>
                <a:cs typeface="Times New Roman"/>
              </a:rPr>
              <a:t>éditer</a:t>
            </a:r>
            <a:r>
              <a:rPr sz="2400" spc="10" dirty="0">
                <a:solidFill>
                  <a:srgbClr val="404040"/>
                </a:solidFill>
                <a:latin typeface="Times New Roman"/>
                <a:cs typeface="Times New Roman"/>
              </a:rPr>
              <a:t> </a:t>
            </a:r>
            <a:r>
              <a:rPr lang="en-US" sz="2400" spc="-95" dirty="0" smtClean="0">
                <a:solidFill>
                  <a:srgbClr val="404040"/>
                </a:solidFill>
                <a:latin typeface="Times New Roman"/>
                <a:cs typeface="Times New Roman"/>
              </a:rPr>
              <a:t>le</a:t>
            </a:r>
            <a:r>
              <a:rPr sz="2400" dirty="0" smtClean="0">
                <a:solidFill>
                  <a:srgbClr val="404040"/>
                </a:solidFill>
                <a:latin typeface="Times New Roman"/>
                <a:cs typeface="Times New Roman"/>
              </a:rPr>
              <a:t> </a:t>
            </a:r>
            <a:r>
              <a:rPr lang="en-US" sz="2400" spc="-95" dirty="0" smtClean="0">
                <a:solidFill>
                  <a:srgbClr val="404040"/>
                </a:solidFill>
                <a:latin typeface="Times New Roman"/>
                <a:cs typeface="Times New Roman"/>
              </a:rPr>
              <a:t>XML</a:t>
            </a:r>
            <a:r>
              <a:rPr lang="en-US" sz="2400" spc="-5" dirty="0" smtClean="0">
                <a:solidFill>
                  <a:srgbClr val="404040"/>
                </a:solidFill>
                <a:latin typeface="Times New Roman"/>
                <a:cs typeface="Times New Roman"/>
              </a:rPr>
              <a:t> </a:t>
            </a:r>
            <a:r>
              <a:rPr sz="2400" spc="-35" dirty="0" smtClean="0">
                <a:solidFill>
                  <a:srgbClr val="404040"/>
                </a:solidFill>
                <a:latin typeface="Times New Roman"/>
                <a:cs typeface="Times New Roman"/>
              </a:rPr>
              <a:t>source</a:t>
            </a:r>
            <a:r>
              <a:rPr sz="2400" spc="-5" dirty="0" smtClean="0">
                <a:solidFill>
                  <a:srgbClr val="404040"/>
                </a:solidFill>
                <a:latin typeface="Times New Roman"/>
                <a:cs typeface="Times New Roman"/>
              </a:rPr>
              <a:t> </a:t>
            </a:r>
            <a:r>
              <a:rPr sz="2400" spc="-35" dirty="0" err="1" smtClean="0">
                <a:solidFill>
                  <a:srgbClr val="404040"/>
                </a:solidFill>
                <a:latin typeface="Times New Roman"/>
                <a:cs typeface="Times New Roman"/>
              </a:rPr>
              <a:t>directement</a:t>
            </a:r>
            <a:r>
              <a:rPr sz="2400" spc="20" dirty="0" smtClean="0">
                <a:solidFill>
                  <a:srgbClr val="404040"/>
                </a:solidFill>
                <a:latin typeface="Times New Roman"/>
                <a:cs typeface="Times New Roman"/>
              </a:rPr>
              <a:t> </a:t>
            </a:r>
            <a:r>
              <a:rPr sz="2400" spc="-145" dirty="0">
                <a:solidFill>
                  <a:srgbClr val="404040"/>
                </a:solidFill>
                <a:latin typeface="Times New Roman"/>
                <a:cs typeface="Times New Roman"/>
              </a:rPr>
              <a:t>:</a:t>
            </a:r>
            <a:endParaRPr sz="2400" dirty="0">
              <a:latin typeface="Times New Roman"/>
              <a:cs typeface="Times New Roman"/>
            </a:endParaRPr>
          </a:p>
        </p:txBody>
      </p:sp>
      <p:pic>
        <p:nvPicPr>
          <p:cNvPr id="4" name="object 4"/>
          <p:cNvPicPr/>
          <p:nvPr/>
        </p:nvPicPr>
        <p:blipFill>
          <a:blip r:embed="rId2" cstate="print"/>
          <a:stretch>
            <a:fillRect/>
          </a:stretch>
        </p:blipFill>
        <p:spPr>
          <a:xfrm>
            <a:off x="1552955" y="3674364"/>
            <a:ext cx="5663184" cy="2967228"/>
          </a:xfrm>
          <a:prstGeom prst="rect">
            <a:avLst/>
          </a:prstGeom>
        </p:spPr>
      </p:pic>
      <p:sp>
        <p:nvSpPr>
          <p:cNvPr id="5" name="object 5"/>
          <p:cNvSpPr txBox="1"/>
          <p:nvPr/>
        </p:nvSpPr>
        <p:spPr>
          <a:xfrm>
            <a:off x="7499350" y="4470272"/>
            <a:ext cx="1861185" cy="299720"/>
          </a:xfrm>
          <a:prstGeom prst="rect">
            <a:avLst/>
          </a:prstGeom>
        </p:spPr>
        <p:txBody>
          <a:bodyPr vert="horz" wrap="square" lIns="0" tIns="12700" rIns="0" bIns="0" rtlCol="0">
            <a:spAutoFit/>
          </a:bodyPr>
          <a:lstStyle/>
          <a:p>
            <a:pPr marL="12700">
              <a:lnSpc>
                <a:spcPct val="100000"/>
              </a:lnSpc>
              <a:spcBef>
                <a:spcPts val="100"/>
              </a:spcBef>
              <a:tabLst>
                <a:tab pos="484505" algn="l"/>
                <a:tab pos="1053465" algn="l"/>
                <a:tab pos="1701164" algn="l"/>
              </a:tabLst>
            </a:pPr>
            <a:r>
              <a:rPr sz="1800" spc="65" dirty="0">
                <a:latin typeface="Times New Roman"/>
                <a:cs typeface="Times New Roman"/>
              </a:rPr>
              <a:t>O</a:t>
            </a:r>
            <a:r>
              <a:rPr sz="1800" spc="50" dirty="0">
                <a:latin typeface="Times New Roman"/>
                <a:cs typeface="Times New Roman"/>
              </a:rPr>
              <a:t>n</a:t>
            </a:r>
            <a:r>
              <a:rPr sz="1800" dirty="0">
                <a:latin typeface="Times New Roman"/>
                <a:cs typeface="Times New Roman"/>
              </a:rPr>
              <a:t>	</a:t>
            </a:r>
            <a:r>
              <a:rPr sz="1800" spc="15" dirty="0">
                <a:latin typeface="Times New Roman"/>
                <a:cs typeface="Times New Roman"/>
              </a:rPr>
              <a:t>p</a:t>
            </a:r>
            <a:r>
              <a:rPr sz="1800" spc="-60" dirty="0">
                <a:latin typeface="Times New Roman"/>
                <a:cs typeface="Times New Roman"/>
              </a:rPr>
              <a:t>e</a:t>
            </a:r>
            <a:r>
              <a:rPr sz="1800" spc="-25" dirty="0">
                <a:latin typeface="Times New Roman"/>
                <a:cs typeface="Times New Roman"/>
              </a:rPr>
              <a:t>u</a:t>
            </a:r>
            <a:r>
              <a:rPr sz="1800" spc="20" dirty="0">
                <a:latin typeface="Times New Roman"/>
                <a:cs typeface="Times New Roman"/>
              </a:rPr>
              <a:t>t</a:t>
            </a:r>
            <a:r>
              <a:rPr sz="1800" dirty="0">
                <a:latin typeface="Times New Roman"/>
                <a:cs typeface="Times New Roman"/>
              </a:rPr>
              <a:t>	</a:t>
            </a:r>
            <a:r>
              <a:rPr sz="1800" spc="5" dirty="0">
                <a:latin typeface="Times New Roman"/>
                <a:cs typeface="Times New Roman"/>
              </a:rPr>
              <a:t>n</a:t>
            </a:r>
            <a:r>
              <a:rPr sz="1800" spc="15" dirty="0">
                <a:latin typeface="Times New Roman"/>
                <a:cs typeface="Times New Roman"/>
              </a:rPr>
              <a:t>o</a:t>
            </a:r>
            <a:r>
              <a:rPr sz="1800" spc="-10" dirty="0">
                <a:latin typeface="Times New Roman"/>
                <a:cs typeface="Times New Roman"/>
              </a:rPr>
              <a:t>ter</a:t>
            </a:r>
            <a:r>
              <a:rPr sz="1800" dirty="0">
                <a:latin typeface="Times New Roman"/>
                <a:cs typeface="Times New Roman"/>
              </a:rPr>
              <a:t>	</a:t>
            </a:r>
            <a:r>
              <a:rPr sz="1800" spc="-75" dirty="0">
                <a:latin typeface="Times New Roman"/>
                <a:cs typeface="Times New Roman"/>
              </a:rPr>
              <a:t>le</a:t>
            </a:r>
            <a:endParaRPr sz="18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30</a:t>
            </a:fld>
            <a:endParaRPr dirty="0"/>
          </a:p>
        </p:txBody>
      </p:sp>
      <p:sp>
        <p:nvSpPr>
          <p:cNvPr id="6" name="object 6"/>
          <p:cNvSpPr txBox="1"/>
          <p:nvPr/>
        </p:nvSpPr>
        <p:spPr>
          <a:xfrm>
            <a:off x="9512934" y="4470272"/>
            <a:ext cx="1460500" cy="299720"/>
          </a:xfrm>
          <a:prstGeom prst="rect">
            <a:avLst/>
          </a:prstGeom>
        </p:spPr>
        <p:txBody>
          <a:bodyPr vert="horz" wrap="square" lIns="0" tIns="12700" rIns="0" bIns="0" rtlCol="0">
            <a:spAutoFit/>
          </a:bodyPr>
          <a:lstStyle/>
          <a:p>
            <a:pPr marL="12700">
              <a:lnSpc>
                <a:spcPct val="100000"/>
              </a:lnSpc>
              <a:spcBef>
                <a:spcPts val="100"/>
              </a:spcBef>
              <a:tabLst>
                <a:tab pos="1155065" algn="l"/>
              </a:tabLst>
            </a:pPr>
            <a:r>
              <a:rPr sz="1800" spc="15" dirty="0">
                <a:latin typeface="Times New Roman"/>
                <a:cs typeface="Times New Roman"/>
              </a:rPr>
              <a:t>n</a:t>
            </a:r>
            <a:r>
              <a:rPr sz="1800" spc="-40" dirty="0">
                <a:latin typeface="Times New Roman"/>
                <a:cs typeface="Times New Roman"/>
              </a:rPr>
              <a:t>ames</a:t>
            </a:r>
            <a:r>
              <a:rPr sz="1800" spc="-35" dirty="0">
                <a:latin typeface="Times New Roman"/>
                <a:cs typeface="Times New Roman"/>
              </a:rPr>
              <a:t>p</a:t>
            </a:r>
            <a:r>
              <a:rPr sz="1800" spc="-65" dirty="0">
                <a:latin typeface="Times New Roman"/>
                <a:cs typeface="Times New Roman"/>
              </a:rPr>
              <a:t>ac</a:t>
            </a:r>
            <a:r>
              <a:rPr sz="1800" spc="-60" dirty="0">
                <a:latin typeface="Times New Roman"/>
                <a:cs typeface="Times New Roman"/>
              </a:rPr>
              <a:t>e</a:t>
            </a:r>
            <a:r>
              <a:rPr sz="1800" dirty="0">
                <a:latin typeface="Times New Roman"/>
                <a:cs typeface="Times New Roman"/>
              </a:rPr>
              <a:t>	</a:t>
            </a:r>
            <a:r>
              <a:rPr sz="1800" spc="-30" dirty="0">
                <a:latin typeface="Times New Roman"/>
                <a:cs typeface="Times New Roman"/>
              </a:rPr>
              <a:t>d</a:t>
            </a:r>
            <a:r>
              <a:rPr sz="1800" spc="-35" dirty="0">
                <a:latin typeface="Times New Roman"/>
                <a:cs typeface="Times New Roman"/>
              </a:rPr>
              <a:t>e</a:t>
            </a:r>
            <a:r>
              <a:rPr sz="1800" spc="-45" dirty="0">
                <a:latin typeface="Times New Roman"/>
                <a:cs typeface="Times New Roman"/>
              </a:rPr>
              <a:t>s</a:t>
            </a:r>
            <a:endParaRPr sz="1800">
              <a:latin typeface="Times New Roman"/>
              <a:cs typeface="Times New Roman"/>
            </a:endParaRPr>
          </a:p>
        </p:txBody>
      </p:sp>
      <p:sp>
        <p:nvSpPr>
          <p:cNvPr id="7" name="object 7"/>
          <p:cNvSpPr txBox="1"/>
          <p:nvPr/>
        </p:nvSpPr>
        <p:spPr>
          <a:xfrm>
            <a:off x="7499350" y="4744592"/>
            <a:ext cx="3474720" cy="574040"/>
          </a:xfrm>
          <a:prstGeom prst="rect">
            <a:avLst/>
          </a:prstGeom>
        </p:spPr>
        <p:txBody>
          <a:bodyPr vert="horz" wrap="square" lIns="0" tIns="12700" rIns="0" bIns="0" rtlCol="0">
            <a:spAutoFit/>
          </a:bodyPr>
          <a:lstStyle/>
          <a:p>
            <a:pPr marL="12700" marR="5080">
              <a:lnSpc>
                <a:spcPct val="100000"/>
              </a:lnSpc>
              <a:spcBef>
                <a:spcPts val="100"/>
              </a:spcBef>
              <a:tabLst>
                <a:tab pos="977265" algn="l"/>
                <a:tab pos="1322705" algn="l"/>
                <a:tab pos="1655445" algn="l"/>
                <a:tab pos="2447925" algn="l"/>
                <a:tab pos="2840990" algn="l"/>
              </a:tabLst>
            </a:pPr>
            <a:r>
              <a:rPr sz="1800" spc="-60" dirty="0">
                <a:latin typeface="Times New Roman"/>
                <a:cs typeface="Times New Roman"/>
              </a:rPr>
              <a:t>é</a:t>
            </a:r>
            <a:r>
              <a:rPr sz="1800" spc="-55" dirty="0">
                <a:latin typeface="Times New Roman"/>
                <a:cs typeface="Times New Roman"/>
              </a:rPr>
              <a:t>l</a:t>
            </a:r>
            <a:r>
              <a:rPr sz="1800" spc="-100" dirty="0">
                <a:latin typeface="Times New Roman"/>
                <a:cs typeface="Times New Roman"/>
              </a:rPr>
              <a:t>é</a:t>
            </a:r>
            <a:r>
              <a:rPr sz="1800" spc="-5" dirty="0">
                <a:latin typeface="Times New Roman"/>
                <a:cs typeface="Times New Roman"/>
              </a:rPr>
              <a:t>ment</a:t>
            </a:r>
            <a:r>
              <a:rPr sz="1800" spc="-45" dirty="0">
                <a:latin typeface="Times New Roman"/>
                <a:cs typeface="Times New Roman"/>
              </a:rPr>
              <a:t>s</a:t>
            </a:r>
            <a:r>
              <a:rPr sz="1800" dirty="0">
                <a:latin typeface="Times New Roman"/>
                <a:cs typeface="Times New Roman"/>
              </a:rPr>
              <a:t>	</a:t>
            </a:r>
            <a:r>
              <a:rPr sz="1800" spc="-30" dirty="0">
                <a:latin typeface="Times New Roman"/>
                <a:cs typeface="Times New Roman"/>
              </a:rPr>
              <a:t>e</a:t>
            </a:r>
            <a:r>
              <a:rPr sz="1800" spc="-10" dirty="0">
                <a:latin typeface="Times New Roman"/>
                <a:cs typeface="Times New Roman"/>
              </a:rPr>
              <a:t>t</a:t>
            </a:r>
            <a:r>
              <a:rPr sz="1800" dirty="0">
                <a:latin typeface="Times New Roman"/>
                <a:cs typeface="Times New Roman"/>
              </a:rPr>
              <a:t>	</a:t>
            </a:r>
            <a:r>
              <a:rPr sz="1800" spc="-60" dirty="0">
                <a:latin typeface="Times New Roman"/>
                <a:cs typeface="Times New Roman"/>
              </a:rPr>
              <a:t>l</a:t>
            </a:r>
            <a:r>
              <a:rPr sz="1800" spc="-85" dirty="0">
                <a:latin typeface="Times New Roman"/>
                <a:cs typeface="Times New Roman"/>
              </a:rPr>
              <a:t>e</a:t>
            </a:r>
            <a:r>
              <a:rPr sz="1800" dirty="0">
                <a:latin typeface="Times New Roman"/>
                <a:cs typeface="Times New Roman"/>
              </a:rPr>
              <a:t>	</a:t>
            </a:r>
            <a:r>
              <a:rPr sz="1800" spc="15" dirty="0">
                <a:latin typeface="Times New Roman"/>
                <a:cs typeface="Times New Roman"/>
              </a:rPr>
              <a:t>p</a:t>
            </a:r>
            <a:r>
              <a:rPr sz="1800" spc="-30" dirty="0">
                <a:latin typeface="Times New Roman"/>
                <a:cs typeface="Times New Roman"/>
              </a:rPr>
              <a:t>r</a:t>
            </a:r>
            <a:r>
              <a:rPr sz="1800" spc="-40" dirty="0">
                <a:latin typeface="Times New Roman"/>
                <a:cs typeface="Times New Roman"/>
              </a:rPr>
              <a:t>é</a:t>
            </a:r>
            <a:r>
              <a:rPr sz="1800" spc="-25" dirty="0">
                <a:latin typeface="Times New Roman"/>
                <a:cs typeface="Times New Roman"/>
              </a:rPr>
              <a:t>f</a:t>
            </a:r>
            <a:r>
              <a:rPr sz="1800" spc="-60" dirty="0">
                <a:latin typeface="Times New Roman"/>
                <a:cs typeface="Times New Roman"/>
              </a:rPr>
              <a:t>i</a:t>
            </a:r>
            <a:r>
              <a:rPr sz="1800" spc="-145" dirty="0">
                <a:latin typeface="Times New Roman"/>
                <a:cs typeface="Times New Roman"/>
              </a:rPr>
              <a:t>x</a:t>
            </a:r>
            <a:r>
              <a:rPr sz="1800" spc="-50" dirty="0">
                <a:latin typeface="Times New Roman"/>
                <a:cs typeface="Times New Roman"/>
              </a:rPr>
              <a:t>e</a:t>
            </a:r>
            <a:r>
              <a:rPr sz="1800" dirty="0">
                <a:latin typeface="Times New Roman"/>
                <a:cs typeface="Times New Roman"/>
              </a:rPr>
              <a:t>	</a:t>
            </a:r>
            <a:r>
              <a:rPr sz="1800" spc="-25" dirty="0">
                <a:latin typeface="Times New Roman"/>
                <a:cs typeface="Times New Roman"/>
              </a:rPr>
              <a:t>de</a:t>
            </a:r>
            <a:r>
              <a:rPr sz="1800" dirty="0">
                <a:latin typeface="Times New Roman"/>
                <a:cs typeface="Times New Roman"/>
              </a:rPr>
              <a:t>	</a:t>
            </a:r>
            <a:r>
              <a:rPr sz="1800" spc="-80" dirty="0">
                <a:latin typeface="Times New Roman"/>
                <a:cs typeface="Times New Roman"/>
              </a:rPr>
              <a:t>c</a:t>
            </a:r>
            <a:r>
              <a:rPr sz="1800" spc="15" dirty="0">
                <a:latin typeface="Times New Roman"/>
                <a:cs typeface="Times New Roman"/>
              </a:rPr>
              <a:t>h</a:t>
            </a:r>
            <a:r>
              <a:rPr sz="1800" spc="-40" dirty="0">
                <a:latin typeface="Times New Roman"/>
                <a:cs typeface="Times New Roman"/>
              </a:rPr>
              <a:t>aque  </a:t>
            </a:r>
            <a:r>
              <a:rPr sz="1800" spc="-20" dirty="0">
                <a:latin typeface="Times New Roman"/>
                <a:cs typeface="Times New Roman"/>
              </a:rPr>
              <a:t>attribut.</a:t>
            </a:r>
            <a:endParaRPr sz="1800">
              <a:latin typeface="Times New Roman"/>
              <a:cs typeface="Times New Roman"/>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4178935"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10" dirty="0"/>
              <a:t> </a:t>
            </a:r>
            <a:r>
              <a:rPr spc="120" dirty="0"/>
              <a:t>G</a:t>
            </a:r>
            <a:r>
              <a:rPr spc="-50" dirty="0"/>
              <a:t>r</a:t>
            </a:r>
            <a:r>
              <a:rPr spc="-190" dirty="0"/>
              <a:t>a</a:t>
            </a:r>
            <a:r>
              <a:rPr spc="-50" dirty="0"/>
              <a:t>d</a:t>
            </a:r>
            <a:r>
              <a:rPr spc="-225" dirty="0"/>
              <a:t>l</a:t>
            </a:r>
            <a:r>
              <a:rPr spc="-100" dirty="0"/>
              <a:t>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31</a:t>
            </a:fld>
            <a:endParaRPr dirty="0"/>
          </a:p>
        </p:txBody>
      </p:sp>
      <p:sp>
        <p:nvSpPr>
          <p:cNvPr id="3" name="object 3"/>
          <p:cNvSpPr txBox="1"/>
          <p:nvPr/>
        </p:nvSpPr>
        <p:spPr>
          <a:xfrm>
            <a:off x="1117193" y="1163192"/>
            <a:ext cx="10086975" cy="4797595"/>
          </a:xfrm>
          <a:prstGeom prst="rect">
            <a:avLst/>
          </a:prstGeom>
        </p:spPr>
        <p:txBody>
          <a:bodyPr vert="horz" wrap="square" lIns="0" tIns="53975" rIns="0" bIns="0" rtlCol="0">
            <a:spAutoFit/>
          </a:bodyPr>
          <a:lstStyle/>
          <a:p>
            <a:pPr marL="12700" marR="7620">
              <a:lnSpc>
                <a:spcPts val="2590"/>
              </a:lnSpc>
              <a:spcBef>
                <a:spcPts val="425"/>
              </a:spcBef>
              <a:tabLst>
                <a:tab pos="1069975" algn="l"/>
                <a:tab pos="2731135" algn="l"/>
                <a:tab pos="3414395" algn="l"/>
                <a:tab pos="4345305" algn="l"/>
                <a:tab pos="4808855" algn="l"/>
                <a:tab pos="5619750" algn="l"/>
                <a:tab pos="6889115" algn="l"/>
                <a:tab pos="7428865" algn="l"/>
                <a:tab pos="9015730" algn="l"/>
                <a:tab pos="9371965" algn="l"/>
              </a:tabLst>
            </a:pPr>
            <a:r>
              <a:rPr sz="2400" spc="-50" dirty="0">
                <a:solidFill>
                  <a:srgbClr val="404040"/>
                </a:solidFill>
                <a:latin typeface="Times New Roman"/>
                <a:cs typeface="Times New Roman"/>
              </a:rPr>
              <a:t>Chaqu</a:t>
            </a:r>
            <a:r>
              <a:rPr sz="2400" spc="-40" dirty="0">
                <a:solidFill>
                  <a:srgbClr val="404040"/>
                </a:solidFill>
                <a:latin typeface="Times New Roman"/>
                <a:cs typeface="Times New Roman"/>
              </a:rPr>
              <a:t>e</a:t>
            </a:r>
            <a:r>
              <a:rPr sz="2400" dirty="0">
                <a:solidFill>
                  <a:srgbClr val="404040"/>
                </a:solidFill>
                <a:latin typeface="Times New Roman"/>
                <a:cs typeface="Times New Roman"/>
              </a:rPr>
              <a:t>	</a:t>
            </a:r>
            <a:r>
              <a:rPr sz="2400" spc="-45" dirty="0">
                <a:solidFill>
                  <a:srgbClr val="404040"/>
                </a:solidFill>
                <a:latin typeface="Times New Roman"/>
                <a:cs typeface="Times New Roman"/>
              </a:rPr>
              <a:t>modifi</a:t>
            </a:r>
            <a:r>
              <a:rPr sz="2400" spc="-50" dirty="0">
                <a:solidFill>
                  <a:srgbClr val="404040"/>
                </a:solidFill>
                <a:latin typeface="Times New Roman"/>
                <a:cs typeface="Times New Roman"/>
              </a:rPr>
              <a:t>ca</a:t>
            </a:r>
            <a:r>
              <a:rPr sz="2400" spc="-45" dirty="0">
                <a:solidFill>
                  <a:srgbClr val="404040"/>
                </a:solidFill>
                <a:latin typeface="Times New Roman"/>
                <a:cs typeface="Times New Roman"/>
              </a:rPr>
              <a:t>t</a:t>
            </a:r>
            <a:r>
              <a:rPr sz="2400" spc="-25" dirty="0">
                <a:solidFill>
                  <a:srgbClr val="404040"/>
                </a:solidFill>
                <a:latin typeface="Times New Roman"/>
                <a:cs typeface="Times New Roman"/>
              </a:rPr>
              <a:t>ion</a:t>
            </a:r>
            <a:r>
              <a:rPr sz="2400" dirty="0">
                <a:solidFill>
                  <a:srgbClr val="404040"/>
                </a:solidFill>
                <a:latin typeface="Times New Roman"/>
                <a:cs typeface="Times New Roman"/>
              </a:rPr>
              <a:t>	</a:t>
            </a:r>
            <a:r>
              <a:rPr sz="2400" spc="-165" dirty="0" err="1" smtClean="0">
                <a:solidFill>
                  <a:srgbClr val="404040"/>
                </a:solidFill>
                <a:latin typeface="Times New Roman"/>
                <a:cs typeface="Times New Roman"/>
              </a:rPr>
              <a:t>d</a:t>
            </a:r>
            <a:r>
              <a:rPr sz="2400" spc="-120" dirty="0" err="1" smtClean="0">
                <a:solidFill>
                  <a:srgbClr val="404040"/>
                </a:solidFill>
                <a:latin typeface="Times New Roman"/>
                <a:cs typeface="Times New Roman"/>
              </a:rPr>
              <a:t>’</a:t>
            </a:r>
            <a:r>
              <a:rPr sz="2400" dirty="0" err="1" smtClean="0">
                <a:solidFill>
                  <a:srgbClr val="404040"/>
                </a:solidFill>
                <a:latin typeface="Times New Roman"/>
                <a:cs typeface="Times New Roman"/>
              </a:rPr>
              <a:t>un</a:t>
            </a:r>
            <a:r>
              <a:rPr lang="en-US" sz="2400" dirty="0" err="1" smtClean="0">
                <a:solidFill>
                  <a:srgbClr val="404040"/>
                </a:solidFill>
                <a:latin typeface="Times New Roman"/>
                <a:cs typeface="Times New Roman"/>
              </a:rPr>
              <a:t>e</a:t>
            </a:r>
            <a:r>
              <a:rPr lang="en-US" sz="2400" dirty="0">
                <a:solidFill>
                  <a:srgbClr val="404040"/>
                </a:solidFill>
                <a:latin typeface="Times New Roman"/>
                <a:cs typeface="Times New Roman"/>
              </a:rPr>
              <a:t> </a:t>
            </a:r>
            <a:r>
              <a:rPr sz="2400" spc="-35" dirty="0" smtClean="0">
                <a:solidFill>
                  <a:srgbClr val="404040"/>
                </a:solidFill>
                <a:latin typeface="Times New Roman"/>
                <a:cs typeface="Times New Roman"/>
              </a:rPr>
              <a:t>source</a:t>
            </a:r>
            <a:r>
              <a:rPr lang="en-US" sz="2400" dirty="0">
                <a:solidFill>
                  <a:srgbClr val="404040"/>
                </a:solidFill>
                <a:latin typeface="Times New Roman"/>
                <a:cs typeface="Times New Roman"/>
              </a:rPr>
              <a:t> </a:t>
            </a:r>
            <a:r>
              <a:rPr sz="2400" spc="-15" dirty="0" err="1" smtClean="0">
                <a:solidFill>
                  <a:srgbClr val="404040"/>
                </a:solidFill>
                <a:latin typeface="Times New Roman"/>
                <a:cs typeface="Times New Roman"/>
              </a:rPr>
              <a:t>o</a:t>
            </a:r>
            <a:r>
              <a:rPr sz="2400" dirty="0" err="1" smtClean="0">
                <a:solidFill>
                  <a:srgbClr val="404040"/>
                </a:solidFill>
                <a:latin typeface="Times New Roman"/>
                <a:cs typeface="Times New Roman"/>
              </a:rPr>
              <a:t>u</a:t>
            </a:r>
            <a:r>
              <a:rPr lang="en-US" sz="2400" dirty="0">
                <a:solidFill>
                  <a:srgbClr val="404040"/>
                </a:solidFill>
                <a:latin typeface="Times New Roman"/>
                <a:cs typeface="Times New Roman"/>
              </a:rPr>
              <a:t> </a:t>
            </a:r>
            <a:r>
              <a:rPr sz="2400" spc="-70" dirty="0" err="1" smtClean="0">
                <a:solidFill>
                  <a:srgbClr val="404040"/>
                </a:solidFill>
                <a:latin typeface="Times New Roman"/>
                <a:cs typeface="Times New Roman"/>
              </a:rPr>
              <a:t>d’une</a:t>
            </a:r>
            <a:r>
              <a:rPr sz="2400" dirty="0">
                <a:solidFill>
                  <a:srgbClr val="404040"/>
                </a:solidFill>
                <a:latin typeface="Times New Roman"/>
                <a:cs typeface="Times New Roman"/>
              </a:rPr>
              <a:t>	</a:t>
            </a:r>
            <a:r>
              <a:rPr sz="2400" spc="-50" dirty="0">
                <a:solidFill>
                  <a:srgbClr val="404040"/>
                </a:solidFill>
                <a:latin typeface="Times New Roman"/>
                <a:cs typeface="Times New Roman"/>
              </a:rPr>
              <a:t>re</a:t>
            </a:r>
            <a:r>
              <a:rPr sz="2400" spc="-60" dirty="0">
                <a:solidFill>
                  <a:srgbClr val="404040"/>
                </a:solidFill>
                <a:latin typeface="Times New Roman"/>
                <a:cs typeface="Times New Roman"/>
              </a:rPr>
              <a:t>s</a:t>
            </a:r>
            <a:r>
              <a:rPr sz="2400" spc="-35" dirty="0">
                <a:solidFill>
                  <a:srgbClr val="404040"/>
                </a:solidFill>
                <a:latin typeface="Times New Roman"/>
                <a:cs typeface="Times New Roman"/>
              </a:rPr>
              <a:t>source</a:t>
            </a:r>
            <a:r>
              <a:rPr sz="2400" dirty="0">
                <a:solidFill>
                  <a:srgbClr val="404040"/>
                </a:solidFill>
                <a:latin typeface="Times New Roman"/>
                <a:cs typeface="Times New Roman"/>
              </a:rPr>
              <a:t>	</a:t>
            </a:r>
            <a:r>
              <a:rPr sz="2400" spc="-50" dirty="0">
                <a:solidFill>
                  <a:srgbClr val="404040"/>
                </a:solidFill>
                <a:latin typeface="Times New Roman"/>
                <a:cs typeface="Times New Roman"/>
              </a:rPr>
              <a:t>fait</a:t>
            </a:r>
            <a:r>
              <a:rPr sz="2400" dirty="0">
                <a:solidFill>
                  <a:srgbClr val="404040"/>
                </a:solidFill>
                <a:latin typeface="Times New Roman"/>
                <a:cs typeface="Times New Roman"/>
              </a:rPr>
              <a:t>	</a:t>
            </a:r>
            <a:r>
              <a:rPr sz="2400" spc="-25" dirty="0">
                <a:solidFill>
                  <a:srgbClr val="404040"/>
                </a:solidFill>
                <a:latin typeface="Times New Roman"/>
                <a:cs typeface="Times New Roman"/>
              </a:rPr>
              <a:t>recons</a:t>
            </a:r>
            <a:r>
              <a:rPr sz="2400" spc="-30" dirty="0">
                <a:solidFill>
                  <a:srgbClr val="404040"/>
                </a:solidFill>
                <a:latin typeface="Times New Roman"/>
                <a:cs typeface="Times New Roman"/>
              </a:rPr>
              <a:t>t</a:t>
            </a:r>
            <a:r>
              <a:rPr sz="2400" spc="70" dirty="0">
                <a:solidFill>
                  <a:srgbClr val="404040"/>
                </a:solidFill>
                <a:latin typeface="Times New Roman"/>
                <a:cs typeface="Times New Roman"/>
              </a:rPr>
              <a:t>r</a:t>
            </a:r>
            <a:r>
              <a:rPr sz="2400" spc="-55" dirty="0">
                <a:solidFill>
                  <a:srgbClr val="404040"/>
                </a:solidFill>
                <a:latin typeface="Times New Roman"/>
                <a:cs typeface="Times New Roman"/>
              </a:rPr>
              <a:t>uire</a:t>
            </a:r>
            <a:r>
              <a:rPr sz="2400"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dirty="0">
                <a:solidFill>
                  <a:srgbClr val="404040"/>
                </a:solidFill>
                <a:latin typeface="Times New Roman"/>
                <a:cs typeface="Times New Roman"/>
              </a:rPr>
              <a:t>	</a:t>
            </a:r>
            <a:r>
              <a:rPr sz="2400" spc="-25" dirty="0">
                <a:solidFill>
                  <a:srgbClr val="404040"/>
                </a:solidFill>
                <a:latin typeface="Times New Roman"/>
                <a:cs typeface="Times New Roman"/>
              </a:rPr>
              <a:t>pro</a:t>
            </a:r>
            <a:r>
              <a:rPr sz="2400" spc="-15" dirty="0">
                <a:solidFill>
                  <a:srgbClr val="404040"/>
                </a:solidFill>
                <a:latin typeface="Times New Roman"/>
                <a:cs typeface="Times New Roman"/>
              </a:rPr>
              <a:t>jet  </a:t>
            </a:r>
            <a:r>
              <a:rPr sz="2400" spc="-45" dirty="0">
                <a:solidFill>
                  <a:srgbClr val="404040"/>
                </a:solidFill>
                <a:latin typeface="Times New Roman"/>
                <a:cs typeface="Times New Roman"/>
              </a:rPr>
              <a:t>(compilation</a:t>
            </a:r>
            <a:r>
              <a:rPr sz="2400" spc="10"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10" dirty="0">
                <a:solidFill>
                  <a:srgbClr val="404040"/>
                </a:solidFill>
                <a:latin typeface="Times New Roman"/>
                <a:cs typeface="Times New Roman"/>
              </a:rPr>
              <a:t> </a:t>
            </a:r>
            <a:r>
              <a:rPr sz="2400" spc="-55" dirty="0">
                <a:solidFill>
                  <a:srgbClr val="404040"/>
                </a:solidFill>
                <a:latin typeface="Times New Roman"/>
                <a:cs typeface="Times New Roman"/>
              </a:rPr>
              <a:t>sources,</a:t>
            </a:r>
            <a:r>
              <a:rPr sz="2400" spc="-10" dirty="0">
                <a:solidFill>
                  <a:srgbClr val="404040"/>
                </a:solidFill>
                <a:latin typeface="Times New Roman"/>
                <a:cs typeface="Times New Roman"/>
              </a:rPr>
              <a:t> </a:t>
            </a:r>
            <a:r>
              <a:rPr sz="2400" spc="-15" dirty="0">
                <a:solidFill>
                  <a:srgbClr val="404040"/>
                </a:solidFill>
                <a:latin typeface="Times New Roman"/>
                <a:cs typeface="Times New Roman"/>
              </a:rPr>
              <a:t>transformation</a:t>
            </a:r>
            <a:r>
              <a:rPr sz="2400"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10" dirty="0">
                <a:solidFill>
                  <a:srgbClr val="404040"/>
                </a:solidFill>
                <a:latin typeface="Times New Roman"/>
                <a:cs typeface="Times New Roman"/>
              </a:rPr>
              <a:t> </a:t>
            </a:r>
            <a:r>
              <a:rPr sz="2400" spc="-90" dirty="0">
                <a:solidFill>
                  <a:srgbClr val="404040"/>
                </a:solidFill>
                <a:latin typeface="Times New Roman"/>
                <a:cs typeface="Times New Roman"/>
              </a:rPr>
              <a:t>XML,</a:t>
            </a:r>
            <a:r>
              <a:rPr sz="2400" spc="-10" dirty="0">
                <a:solidFill>
                  <a:srgbClr val="404040"/>
                </a:solidFill>
                <a:latin typeface="Times New Roman"/>
                <a:cs typeface="Times New Roman"/>
              </a:rPr>
              <a:t> </a:t>
            </a:r>
            <a:r>
              <a:rPr sz="2400" dirty="0">
                <a:solidFill>
                  <a:srgbClr val="404040"/>
                </a:solidFill>
                <a:latin typeface="Times New Roman"/>
                <a:cs typeface="Times New Roman"/>
              </a:rPr>
              <a:t>…</a:t>
            </a:r>
            <a:r>
              <a:rPr sz="2400" spc="-5" dirty="0">
                <a:solidFill>
                  <a:srgbClr val="404040"/>
                </a:solidFill>
                <a:latin typeface="Times New Roman"/>
                <a:cs typeface="Times New Roman"/>
              </a:rPr>
              <a:t> </a:t>
            </a:r>
            <a:r>
              <a:rPr sz="2400" spc="-100" dirty="0">
                <a:solidFill>
                  <a:srgbClr val="404040"/>
                </a:solidFill>
                <a:latin typeface="Times New Roman"/>
                <a:cs typeface="Times New Roman"/>
              </a:rPr>
              <a:t>)</a:t>
            </a:r>
            <a:r>
              <a:rPr sz="2400" dirty="0">
                <a:solidFill>
                  <a:srgbClr val="404040"/>
                </a:solidFill>
                <a:latin typeface="Times New Roman"/>
                <a:cs typeface="Times New Roman"/>
              </a:rPr>
              <a:t> </a:t>
            </a:r>
            <a:r>
              <a:rPr sz="2400" spc="-145" dirty="0">
                <a:solidFill>
                  <a:srgbClr val="404040"/>
                </a:solidFill>
                <a:latin typeface="Times New Roman"/>
                <a:cs typeface="Times New Roman"/>
              </a:rPr>
              <a:t>:</a:t>
            </a:r>
            <a:r>
              <a:rPr sz="2400" dirty="0">
                <a:solidFill>
                  <a:srgbClr val="404040"/>
                </a:solidFill>
                <a:latin typeface="Times New Roman"/>
                <a:cs typeface="Times New Roman"/>
              </a:rPr>
              <a:t> </a:t>
            </a:r>
            <a:r>
              <a:rPr sz="2400" spc="-95" dirty="0">
                <a:solidFill>
                  <a:srgbClr val="404040"/>
                </a:solidFill>
                <a:latin typeface="Times New Roman"/>
                <a:cs typeface="Times New Roman"/>
              </a:rPr>
              <a:t>C’est</a:t>
            </a:r>
            <a:r>
              <a:rPr sz="2400" dirty="0">
                <a:solidFill>
                  <a:srgbClr val="404040"/>
                </a:solidFill>
                <a:latin typeface="Times New Roman"/>
                <a:cs typeface="Times New Roman"/>
              </a:rPr>
              <a:t> </a:t>
            </a:r>
            <a:r>
              <a:rPr sz="2400" spc="-45" dirty="0">
                <a:solidFill>
                  <a:srgbClr val="404040"/>
                </a:solidFill>
                <a:latin typeface="Times New Roman"/>
                <a:cs typeface="Times New Roman"/>
              </a:rPr>
              <a:t>automatique.</a:t>
            </a:r>
            <a:endParaRPr sz="2400" dirty="0">
              <a:latin typeface="Times New Roman"/>
              <a:cs typeface="Times New Roman"/>
            </a:endParaRPr>
          </a:p>
          <a:p>
            <a:pPr marL="12700" marR="6350">
              <a:lnSpc>
                <a:spcPts val="2590"/>
              </a:lnSpc>
              <a:spcBef>
                <a:spcPts val="1415"/>
              </a:spcBef>
            </a:pPr>
            <a:r>
              <a:rPr sz="2400" spc="-5" dirty="0">
                <a:solidFill>
                  <a:srgbClr val="404040"/>
                </a:solidFill>
                <a:latin typeface="Times New Roman"/>
                <a:cs typeface="Times New Roman"/>
              </a:rPr>
              <a:t>Dans</a:t>
            </a:r>
            <a:r>
              <a:rPr sz="2400" spc="270"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285" dirty="0">
                <a:solidFill>
                  <a:srgbClr val="404040"/>
                </a:solidFill>
                <a:latin typeface="Times New Roman"/>
                <a:cs typeface="Times New Roman"/>
              </a:rPr>
              <a:t> </a:t>
            </a:r>
            <a:r>
              <a:rPr sz="2400" spc="-45" dirty="0">
                <a:solidFill>
                  <a:srgbClr val="404040"/>
                </a:solidFill>
                <a:latin typeface="Times New Roman"/>
                <a:cs typeface="Times New Roman"/>
              </a:rPr>
              <a:t>rares</a:t>
            </a:r>
            <a:r>
              <a:rPr sz="2400" spc="275" dirty="0">
                <a:solidFill>
                  <a:srgbClr val="404040"/>
                </a:solidFill>
                <a:latin typeface="Times New Roman"/>
                <a:cs typeface="Times New Roman"/>
              </a:rPr>
              <a:t> </a:t>
            </a:r>
            <a:r>
              <a:rPr sz="2400" spc="-50" dirty="0">
                <a:solidFill>
                  <a:srgbClr val="404040"/>
                </a:solidFill>
                <a:latin typeface="Times New Roman"/>
                <a:cs typeface="Times New Roman"/>
              </a:rPr>
              <a:t>circonstances,</a:t>
            </a:r>
            <a:r>
              <a:rPr sz="2400" spc="280" dirty="0">
                <a:solidFill>
                  <a:srgbClr val="404040"/>
                </a:solidFill>
                <a:latin typeface="Times New Roman"/>
                <a:cs typeface="Times New Roman"/>
              </a:rPr>
              <a:t> </a:t>
            </a:r>
            <a:r>
              <a:rPr sz="2400" spc="-75" dirty="0">
                <a:solidFill>
                  <a:srgbClr val="404040"/>
                </a:solidFill>
                <a:latin typeface="Times New Roman"/>
                <a:cs typeface="Times New Roman"/>
              </a:rPr>
              <a:t>mauvaise</a:t>
            </a:r>
            <a:r>
              <a:rPr sz="2400" spc="280" dirty="0">
                <a:solidFill>
                  <a:srgbClr val="404040"/>
                </a:solidFill>
                <a:latin typeface="Times New Roman"/>
                <a:cs typeface="Times New Roman"/>
              </a:rPr>
              <a:t> </a:t>
            </a:r>
            <a:r>
              <a:rPr sz="2400" spc="-65" dirty="0">
                <a:solidFill>
                  <a:srgbClr val="404040"/>
                </a:solidFill>
                <a:latin typeface="Times New Roman"/>
                <a:cs typeface="Times New Roman"/>
              </a:rPr>
              <a:t>mise</a:t>
            </a:r>
            <a:r>
              <a:rPr sz="2400" spc="290" dirty="0">
                <a:solidFill>
                  <a:srgbClr val="404040"/>
                </a:solidFill>
                <a:latin typeface="Times New Roman"/>
                <a:cs typeface="Times New Roman"/>
              </a:rPr>
              <a:t> </a:t>
            </a:r>
            <a:r>
              <a:rPr sz="2400" spc="-95" dirty="0">
                <a:solidFill>
                  <a:srgbClr val="404040"/>
                </a:solidFill>
                <a:latin typeface="Times New Roman"/>
                <a:cs typeface="Times New Roman"/>
              </a:rPr>
              <a:t>à</a:t>
            </a:r>
            <a:r>
              <a:rPr sz="2400" spc="275" dirty="0">
                <a:solidFill>
                  <a:srgbClr val="404040"/>
                </a:solidFill>
                <a:latin typeface="Times New Roman"/>
                <a:cs typeface="Times New Roman"/>
              </a:rPr>
              <a:t> </a:t>
            </a:r>
            <a:r>
              <a:rPr sz="2400" spc="-30" dirty="0">
                <a:solidFill>
                  <a:srgbClr val="404040"/>
                </a:solidFill>
                <a:latin typeface="Times New Roman"/>
                <a:cs typeface="Times New Roman"/>
              </a:rPr>
              <a:t>jour</a:t>
            </a:r>
            <a:r>
              <a:rPr sz="2400" spc="280"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275" dirty="0">
                <a:solidFill>
                  <a:srgbClr val="404040"/>
                </a:solidFill>
                <a:latin typeface="Times New Roman"/>
                <a:cs typeface="Times New Roman"/>
              </a:rPr>
              <a:t> </a:t>
            </a:r>
            <a:r>
              <a:rPr sz="2400" spc="-35" dirty="0">
                <a:solidFill>
                  <a:srgbClr val="404040"/>
                </a:solidFill>
                <a:latin typeface="Times New Roman"/>
                <a:cs typeface="Times New Roman"/>
              </a:rPr>
              <a:t>sources</a:t>
            </a:r>
            <a:r>
              <a:rPr sz="2400" spc="275" dirty="0">
                <a:solidFill>
                  <a:srgbClr val="404040"/>
                </a:solidFill>
                <a:latin typeface="Times New Roman"/>
                <a:cs typeface="Times New Roman"/>
              </a:rPr>
              <a:t> </a:t>
            </a:r>
            <a:r>
              <a:rPr sz="2400" spc="-45" dirty="0">
                <a:solidFill>
                  <a:srgbClr val="404040"/>
                </a:solidFill>
                <a:latin typeface="Times New Roman"/>
                <a:cs typeface="Times New Roman"/>
              </a:rPr>
              <a:t>(partages</a:t>
            </a:r>
            <a:r>
              <a:rPr sz="2400" spc="290" dirty="0">
                <a:solidFill>
                  <a:srgbClr val="404040"/>
                </a:solidFill>
                <a:latin typeface="Times New Roman"/>
                <a:cs typeface="Times New Roman"/>
              </a:rPr>
              <a:t> </a:t>
            </a:r>
            <a:r>
              <a:rPr sz="2400" spc="-60" dirty="0">
                <a:solidFill>
                  <a:srgbClr val="404040"/>
                </a:solidFill>
                <a:latin typeface="Times New Roman"/>
                <a:cs typeface="Times New Roman"/>
              </a:rPr>
              <a:t>réseau</a:t>
            </a:r>
            <a:r>
              <a:rPr sz="2400" spc="300" dirty="0">
                <a:solidFill>
                  <a:srgbClr val="404040"/>
                </a:solidFill>
                <a:latin typeface="Times New Roman"/>
                <a:cs typeface="Times New Roman"/>
              </a:rPr>
              <a:t> </a:t>
            </a:r>
            <a:r>
              <a:rPr sz="2400" dirty="0">
                <a:solidFill>
                  <a:srgbClr val="404040"/>
                </a:solidFill>
                <a:latin typeface="Times New Roman"/>
                <a:cs typeface="Times New Roman"/>
              </a:rPr>
              <a:t>ou </a:t>
            </a:r>
            <a:r>
              <a:rPr sz="2400" spc="-585" dirty="0">
                <a:solidFill>
                  <a:srgbClr val="404040"/>
                </a:solidFill>
                <a:latin typeface="Times New Roman"/>
                <a:cs typeface="Times New Roman"/>
              </a:rPr>
              <a:t> </a:t>
            </a:r>
            <a:r>
              <a:rPr sz="2400" spc="-45" dirty="0">
                <a:solidFill>
                  <a:srgbClr val="404040"/>
                </a:solidFill>
                <a:latin typeface="Times New Roman"/>
                <a:cs typeface="Times New Roman"/>
              </a:rPr>
              <a:t>gestionnaire</a:t>
            </a:r>
            <a:r>
              <a:rPr sz="2400" spc="-10"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5" dirty="0">
                <a:solidFill>
                  <a:srgbClr val="404040"/>
                </a:solidFill>
                <a:latin typeface="Times New Roman"/>
                <a:cs typeface="Times New Roman"/>
              </a:rPr>
              <a:t> </a:t>
            </a:r>
            <a:r>
              <a:rPr sz="2400" spc="-55" dirty="0">
                <a:solidFill>
                  <a:srgbClr val="404040"/>
                </a:solidFill>
                <a:latin typeface="Times New Roman"/>
                <a:cs typeface="Times New Roman"/>
              </a:rPr>
              <a:t>version)</a:t>
            </a:r>
            <a:r>
              <a:rPr sz="2400" spc="-10"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dirty="0">
              <a:latin typeface="Times New Roman"/>
              <a:cs typeface="Times New Roman"/>
            </a:endParaRPr>
          </a:p>
          <a:p>
            <a:pPr marL="330835" indent="-318770">
              <a:lnSpc>
                <a:spcPct val="100000"/>
              </a:lnSpc>
              <a:spcBef>
                <a:spcPts val="1065"/>
              </a:spcBef>
              <a:buClr>
                <a:srgbClr val="1CACE3"/>
              </a:buClr>
              <a:buFont typeface="Wingdings"/>
              <a:buChar char=""/>
              <a:tabLst>
                <a:tab pos="331470" algn="l"/>
              </a:tabLst>
            </a:pPr>
            <a:r>
              <a:rPr sz="2400" spc="-40" dirty="0">
                <a:solidFill>
                  <a:srgbClr val="404040"/>
                </a:solidFill>
                <a:latin typeface="Times New Roman"/>
                <a:cs typeface="Times New Roman"/>
              </a:rPr>
              <a:t>Reconstruire</a:t>
            </a:r>
            <a:r>
              <a:rPr sz="2400" spc="20" dirty="0">
                <a:solidFill>
                  <a:srgbClr val="404040"/>
                </a:solidFill>
                <a:latin typeface="Times New Roman"/>
                <a:cs typeface="Times New Roman"/>
              </a:rPr>
              <a:t> </a:t>
            </a:r>
            <a:r>
              <a:rPr sz="2400" spc="-50" dirty="0">
                <a:solidFill>
                  <a:srgbClr val="404040"/>
                </a:solidFill>
                <a:latin typeface="Times New Roman"/>
                <a:cs typeface="Times New Roman"/>
              </a:rPr>
              <a:t>manuellement</a:t>
            </a:r>
            <a:r>
              <a:rPr sz="2400" spc="20"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dirty="0">
                <a:solidFill>
                  <a:srgbClr val="404040"/>
                </a:solidFill>
                <a:latin typeface="Times New Roman"/>
                <a:cs typeface="Times New Roman"/>
              </a:rPr>
              <a:t> </a:t>
            </a:r>
            <a:r>
              <a:rPr sz="2400" spc="-20" dirty="0">
                <a:solidFill>
                  <a:srgbClr val="404040"/>
                </a:solidFill>
                <a:latin typeface="Times New Roman"/>
                <a:cs typeface="Times New Roman"/>
              </a:rPr>
              <a:t>projet</a:t>
            </a:r>
            <a:r>
              <a:rPr sz="2400" spc="15" dirty="0">
                <a:solidFill>
                  <a:srgbClr val="404040"/>
                </a:solidFill>
                <a:latin typeface="Times New Roman"/>
                <a:cs typeface="Times New Roman"/>
              </a:rPr>
              <a:t> </a:t>
            </a:r>
            <a:r>
              <a:rPr sz="2400" spc="-145" dirty="0">
                <a:solidFill>
                  <a:srgbClr val="404040"/>
                </a:solidFill>
                <a:latin typeface="Times New Roman"/>
                <a:cs typeface="Times New Roman"/>
              </a:rPr>
              <a:t>:</a:t>
            </a:r>
            <a:r>
              <a:rPr sz="2400" spc="-5" dirty="0">
                <a:solidFill>
                  <a:srgbClr val="404040"/>
                </a:solidFill>
                <a:latin typeface="Times New Roman"/>
                <a:cs typeface="Times New Roman"/>
              </a:rPr>
              <a:t> </a:t>
            </a:r>
            <a:r>
              <a:rPr sz="2400" spc="-40" dirty="0">
                <a:solidFill>
                  <a:srgbClr val="404040"/>
                </a:solidFill>
                <a:latin typeface="Times New Roman"/>
                <a:cs typeface="Times New Roman"/>
              </a:rPr>
              <a:t>sélectionner</a:t>
            </a:r>
            <a:r>
              <a:rPr sz="2400"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spc="15" dirty="0">
                <a:solidFill>
                  <a:srgbClr val="404040"/>
                </a:solidFill>
                <a:latin typeface="Times New Roman"/>
                <a:cs typeface="Times New Roman"/>
              </a:rPr>
              <a:t> </a:t>
            </a:r>
            <a:r>
              <a:rPr sz="2400" spc="-35" dirty="0">
                <a:solidFill>
                  <a:srgbClr val="404040"/>
                </a:solidFill>
                <a:latin typeface="Times New Roman"/>
                <a:cs typeface="Times New Roman"/>
              </a:rPr>
              <a:t>menu</a:t>
            </a:r>
            <a:r>
              <a:rPr sz="2400" dirty="0">
                <a:solidFill>
                  <a:srgbClr val="404040"/>
                </a:solidFill>
                <a:latin typeface="Times New Roman"/>
                <a:cs typeface="Times New Roman"/>
              </a:rPr>
              <a:t> </a:t>
            </a:r>
            <a:r>
              <a:rPr sz="2400" spc="-25" dirty="0">
                <a:solidFill>
                  <a:srgbClr val="404040"/>
                </a:solidFill>
                <a:latin typeface="Times New Roman"/>
                <a:cs typeface="Times New Roman"/>
              </a:rPr>
              <a:t>Build/Rebuild</a:t>
            </a:r>
            <a:r>
              <a:rPr sz="2400" spc="5" dirty="0">
                <a:solidFill>
                  <a:srgbClr val="404040"/>
                </a:solidFill>
                <a:latin typeface="Times New Roman"/>
                <a:cs typeface="Times New Roman"/>
              </a:rPr>
              <a:t> </a:t>
            </a:r>
            <a:r>
              <a:rPr sz="2400" spc="-30" dirty="0">
                <a:solidFill>
                  <a:srgbClr val="404040"/>
                </a:solidFill>
                <a:latin typeface="Times New Roman"/>
                <a:cs typeface="Times New Roman"/>
              </a:rPr>
              <a:t>Project</a:t>
            </a:r>
            <a:endParaRPr sz="2400" dirty="0">
              <a:latin typeface="Times New Roman"/>
              <a:cs typeface="Times New Roman"/>
            </a:endParaRPr>
          </a:p>
          <a:p>
            <a:pPr marL="12700" marR="2460625">
              <a:lnSpc>
                <a:spcPct val="138700"/>
              </a:lnSpc>
              <a:spcBef>
                <a:spcPts val="5"/>
              </a:spcBef>
              <a:buClr>
                <a:srgbClr val="1CACE3"/>
              </a:buClr>
              <a:buFont typeface="Wingdings"/>
              <a:buChar char=""/>
              <a:tabLst>
                <a:tab pos="331470" algn="l"/>
              </a:tabLst>
            </a:pPr>
            <a:r>
              <a:rPr sz="2400" spc="-30" dirty="0">
                <a:solidFill>
                  <a:srgbClr val="404040"/>
                </a:solidFill>
                <a:latin typeface="Times New Roman"/>
                <a:cs typeface="Times New Roman"/>
              </a:rPr>
              <a:t>Nettoyer</a:t>
            </a:r>
            <a:r>
              <a:rPr sz="2400" spc="25"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dirty="0">
                <a:solidFill>
                  <a:srgbClr val="404040"/>
                </a:solidFill>
                <a:latin typeface="Times New Roman"/>
                <a:cs typeface="Times New Roman"/>
              </a:rPr>
              <a:t> </a:t>
            </a:r>
            <a:r>
              <a:rPr sz="2400" spc="-20" dirty="0">
                <a:solidFill>
                  <a:srgbClr val="404040"/>
                </a:solidFill>
                <a:latin typeface="Times New Roman"/>
                <a:cs typeface="Times New Roman"/>
              </a:rPr>
              <a:t>projet</a:t>
            </a:r>
            <a:r>
              <a:rPr sz="2400" dirty="0">
                <a:solidFill>
                  <a:srgbClr val="404040"/>
                </a:solidFill>
                <a:latin typeface="Times New Roman"/>
                <a:cs typeface="Times New Roman"/>
              </a:rPr>
              <a:t> </a:t>
            </a:r>
            <a:r>
              <a:rPr sz="2400" spc="-145" dirty="0">
                <a:solidFill>
                  <a:srgbClr val="404040"/>
                </a:solidFill>
                <a:latin typeface="Times New Roman"/>
                <a:cs typeface="Times New Roman"/>
              </a:rPr>
              <a:t>:</a:t>
            </a:r>
            <a:r>
              <a:rPr sz="2400" dirty="0">
                <a:solidFill>
                  <a:srgbClr val="404040"/>
                </a:solidFill>
                <a:latin typeface="Times New Roman"/>
                <a:cs typeface="Times New Roman"/>
              </a:rPr>
              <a:t> </a:t>
            </a:r>
            <a:r>
              <a:rPr sz="2400" spc="-50" dirty="0">
                <a:solidFill>
                  <a:srgbClr val="404040"/>
                </a:solidFill>
                <a:latin typeface="Times New Roman"/>
                <a:cs typeface="Times New Roman"/>
              </a:rPr>
              <a:t>Sélectionner</a:t>
            </a:r>
            <a:r>
              <a:rPr sz="2400" spc="15"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dirty="0">
                <a:solidFill>
                  <a:srgbClr val="404040"/>
                </a:solidFill>
                <a:latin typeface="Times New Roman"/>
                <a:cs typeface="Times New Roman"/>
              </a:rPr>
              <a:t> </a:t>
            </a:r>
            <a:r>
              <a:rPr sz="2400" spc="-35" dirty="0">
                <a:solidFill>
                  <a:srgbClr val="404040"/>
                </a:solidFill>
                <a:latin typeface="Times New Roman"/>
                <a:cs typeface="Times New Roman"/>
              </a:rPr>
              <a:t>menu</a:t>
            </a:r>
            <a:r>
              <a:rPr sz="2400" spc="15" dirty="0">
                <a:solidFill>
                  <a:srgbClr val="404040"/>
                </a:solidFill>
                <a:latin typeface="Times New Roman"/>
                <a:cs typeface="Times New Roman"/>
              </a:rPr>
              <a:t> </a:t>
            </a:r>
            <a:r>
              <a:rPr sz="2400" spc="-20" dirty="0">
                <a:solidFill>
                  <a:srgbClr val="404040"/>
                </a:solidFill>
                <a:latin typeface="Times New Roman"/>
                <a:cs typeface="Times New Roman"/>
              </a:rPr>
              <a:t>Build/Clean</a:t>
            </a:r>
            <a:r>
              <a:rPr sz="2400" spc="-5" dirty="0">
                <a:solidFill>
                  <a:srgbClr val="404040"/>
                </a:solidFill>
                <a:latin typeface="Times New Roman"/>
                <a:cs typeface="Times New Roman"/>
              </a:rPr>
              <a:t> </a:t>
            </a:r>
            <a:r>
              <a:rPr sz="2400" spc="-35" dirty="0">
                <a:solidFill>
                  <a:srgbClr val="404040"/>
                </a:solidFill>
                <a:latin typeface="Times New Roman"/>
                <a:cs typeface="Times New Roman"/>
              </a:rPr>
              <a:t>Project. </a:t>
            </a:r>
            <a:r>
              <a:rPr sz="2400" spc="-585" dirty="0">
                <a:solidFill>
                  <a:srgbClr val="404040"/>
                </a:solidFill>
                <a:latin typeface="Times New Roman"/>
                <a:cs typeface="Times New Roman"/>
              </a:rPr>
              <a:t> </a:t>
            </a:r>
            <a:r>
              <a:rPr sz="2400" spc="-75" dirty="0">
                <a:solidFill>
                  <a:srgbClr val="404040"/>
                </a:solidFill>
                <a:latin typeface="Times New Roman"/>
                <a:cs typeface="Times New Roman"/>
              </a:rPr>
              <a:t>Ces</a:t>
            </a:r>
            <a:r>
              <a:rPr sz="2400" spc="-10" dirty="0">
                <a:solidFill>
                  <a:srgbClr val="404040"/>
                </a:solidFill>
                <a:latin typeface="Times New Roman"/>
                <a:cs typeface="Times New Roman"/>
              </a:rPr>
              <a:t> </a:t>
            </a:r>
            <a:r>
              <a:rPr sz="2400" spc="-40" dirty="0">
                <a:solidFill>
                  <a:srgbClr val="404040"/>
                </a:solidFill>
                <a:latin typeface="Times New Roman"/>
                <a:cs typeface="Times New Roman"/>
              </a:rPr>
              <a:t>actions</a:t>
            </a:r>
            <a:r>
              <a:rPr sz="2400" spc="15" dirty="0">
                <a:solidFill>
                  <a:srgbClr val="404040"/>
                </a:solidFill>
                <a:latin typeface="Times New Roman"/>
                <a:cs typeface="Times New Roman"/>
              </a:rPr>
              <a:t> </a:t>
            </a:r>
            <a:r>
              <a:rPr sz="2400" spc="-40" dirty="0">
                <a:solidFill>
                  <a:srgbClr val="404040"/>
                </a:solidFill>
                <a:latin typeface="Times New Roman"/>
                <a:cs typeface="Times New Roman"/>
              </a:rPr>
              <a:t>lancent</a:t>
            </a:r>
            <a:r>
              <a:rPr sz="2400" spc="5" dirty="0">
                <a:solidFill>
                  <a:srgbClr val="404040"/>
                </a:solidFill>
                <a:latin typeface="Times New Roman"/>
                <a:cs typeface="Times New Roman"/>
              </a:rPr>
              <a:t> </a:t>
            </a:r>
            <a:r>
              <a:rPr sz="2400" spc="-70" dirty="0">
                <a:solidFill>
                  <a:srgbClr val="404040"/>
                </a:solidFill>
                <a:latin typeface="Times New Roman"/>
                <a:cs typeface="Times New Roman"/>
              </a:rPr>
              <a:t>l’exécution</a:t>
            </a:r>
            <a:r>
              <a:rPr sz="2400" spc="-5"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5" dirty="0">
                <a:solidFill>
                  <a:srgbClr val="404040"/>
                </a:solidFill>
                <a:latin typeface="Times New Roman"/>
                <a:cs typeface="Times New Roman"/>
              </a:rPr>
              <a:t> </a:t>
            </a:r>
            <a:r>
              <a:rPr sz="2400" spc="-40" dirty="0">
                <a:solidFill>
                  <a:srgbClr val="404040"/>
                </a:solidFill>
                <a:latin typeface="Times New Roman"/>
                <a:cs typeface="Times New Roman"/>
              </a:rPr>
              <a:t>Gradle.</a:t>
            </a:r>
            <a:endParaRPr sz="2400" dirty="0">
              <a:latin typeface="Times New Roman"/>
              <a:cs typeface="Times New Roman"/>
            </a:endParaRPr>
          </a:p>
          <a:p>
            <a:pPr marL="12700" marR="5080">
              <a:lnSpc>
                <a:spcPts val="2590"/>
              </a:lnSpc>
              <a:spcBef>
                <a:spcPts val="1435"/>
              </a:spcBef>
            </a:pPr>
            <a:r>
              <a:rPr sz="2400" spc="-30" dirty="0">
                <a:solidFill>
                  <a:srgbClr val="FF0000"/>
                </a:solidFill>
                <a:latin typeface="Times New Roman"/>
                <a:cs typeface="Times New Roman"/>
              </a:rPr>
              <a:t>Gradle</a:t>
            </a:r>
            <a:r>
              <a:rPr sz="2400" spc="370" dirty="0">
                <a:solidFill>
                  <a:srgbClr val="FF0000"/>
                </a:solidFill>
                <a:latin typeface="Times New Roman"/>
                <a:cs typeface="Times New Roman"/>
              </a:rPr>
              <a:t> </a:t>
            </a:r>
            <a:r>
              <a:rPr sz="2400" spc="-35" dirty="0">
                <a:solidFill>
                  <a:srgbClr val="FF0000"/>
                </a:solidFill>
                <a:latin typeface="Times New Roman"/>
                <a:cs typeface="Times New Roman"/>
              </a:rPr>
              <a:t>est</a:t>
            </a:r>
            <a:r>
              <a:rPr sz="2400" spc="380" dirty="0">
                <a:solidFill>
                  <a:srgbClr val="FF0000"/>
                </a:solidFill>
                <a:latin typeface="Times New Roman"/>
                <a:cs typeface="Times New Roman"/>
              </a:rPr>
              <a:t> </a:t>
            </a:r>
            <a:r>
              <a:rPr sz="2400" spc="5" dirty="0">
                <a:solidFill>
                  <a:srgbClr val="404040"/>
                </a:solidFill>
                <a:latin typeface="Times New Roman"/>
                <a:cs typeface="Times New Roman"/>
              </a:rPr>
              <a:t>un</a:t>
            </a:r>
            <a:r>
              <a:rPr sz="2400" spc="375" dirty="0">
                <a:solidFill>
                  <a:srgbClr val="404040"/>
                </a:solidFill>
                <a:latin typeface="Times New Roman"/>
                <a:cs typeface="Times New Roman"/>
              </a:rPr>
              <a:t> </a:t>
            </a:r>
            <a:r>
              <a:rPr sz="2400" spc="-45" dirty="0">
                <a:solidFill>
                  <a:srgbClr val="404040"/>
                </a:solidFill>
                <a:latin typeface="Times New Roman"/>
                <a:cs typeface="Times New Roman"/>
              </a:rPr>
              <a:t>outil</a:t>
            </a:r>
            <a:r>
              <a:rPr sz="2400" spc="380"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385" dirty="0">
                <a:solidFill>
                  <a:srgbClr val="404040"/>
                </a:solidFill>
                <a:latin typeface="Times New Roman"/>
                <a:cs typeface="Times New Roman"/>
              </a:rPr>
              <a:t> </a:t>
            </a:r>
            <a:r>
              <a:rPr sz="2400" spc="-10" dirty="0">
                <a:solidFill>
                  <a:srgbClr val="404040"/>
                </a:solidFill>
                <a:latin typeface="Times New Roman"/>
                <a:cs typeface="Times New Roman"/>
              </a:rPr>
              <a:t>construction</a:t>
            </a:r>
            <a:r>
              <a:rPr sz="2400" spc="395"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375" dirty="0">
                <a:solidFill>
                  <a:srgbClr val="404040"/>
                </a:solidFill>
                <a:latin typeface="Times New Roman"/>
                <a:cs typeface="Times New Roman"/>
              </a:rPr>
              <a:t> </a:t>
            </a:r>
            <a:r>
              <a:rPr sz="2400" spc="-30" dirty="0">
                <a:solidFill>
                  <a:srgbClr val="404040"/>
                </a:solidFill>
                <a:latin typeface="Times New Roman"/>
                <a:cs typeface="Times New Roman"/>
              </a:rPr>
              <a:t>projets</a:t>
            </a:r>
            <a:r>
              <a:rPr sz="2400" spc="390" dirty="0">
                <a:solidFill>
                  <a:srgbClr val="404040"/>
                </a:solidFill>
                <a:latin typeface="Times New Roman"/>
                <a:cs typeface="Times New Roman"/>
              </a:rPr>
              <a:t> </a:t>
            </a:r>
            <a:r>
              <a:rPr sz="2400" spc="-30" dirty="0">
                <a:solidFill>
                  <a:srgbClr val="404040"/>
                </a:solidFill>
                <a:latin typeface="Times New Roman"/>
                <a:cs typeface="Times New Roman"/>
              </a:rPr>
              <a:t>comme</a:t>
            </a:r>
            <a:r>
              <a:rPr sz="2400" spc="370" dirty="0">
                <a:solidFill>
                  <a:srgbClr val="404040"/>
                </a:solidFill>
                <a:latin typeface="Times New Roman"/>
                <a:cs typeface="Times New Roman"/>
              </a:rPr>
              <a:t> </a:t>
            </a:r>
            <a:r>
              <a:rPr sz="2400" spc="-100" dirty="0">
                <a:solidFill>
                  <a:srgbClr val="404040"/>
                </a:solidFill>
                <a:latin typeface="Times New Roman"/>
                <a:cs typeface="Times New Roman"/>
              </a:rPr>
              <a:t>Make</a:t>
            </a:r>
            <a:r>
              <a:rPr sz="2400" spc="385" dirty="0">
                <a:solidFill>
                  <a:srgbClr val="404040"/>
                </a:solidFill>
                <a:latin typeface="Times New Roman"/>
                <a:cs typeface="Times New Roman"/>
              </a:rPr>
              <a:t> </a:t>
            </a:r>
            <a:r>
              <a:rPr sz="2400" spc="-40" dirty="0">
                <a:solidFill>
                  <a:srgbClr val="404040"/>
                </a:solidFill>
                <a:latin typeface="Times New Roman"/>
                <a:cs typeface="Times New Roman"/>
              </a:rPr>
              <a:t>(projets</a:t>
            </a:r>
            <a:r>
              <a:rPr sz="2400" spc="390" dirty="0">
                <a:solidFill>
                  <a:srgbClr val="404040"/>
                </a:solidFill>
                <a:latin typeface="Times New Roman"/>
                <a:cs typeface="Times New Roman"/>
              </a:rPr>
              <a:t> </a:t>
            </a:r>
            <a:r>
              <a:rPr sz="2400" spc="170" dirty="0">
                <a:solidFill>
                  <a:srgbClr val="404040"/>
                </a:solidFill>
                <a:latin typeface="Times New Roman"/>
                <a:cs typeface="Times New Roman"/>
              </a:rPr>
              <a:t>C/C++</a:t>
            </a:r>
            <a:r>
              <a:rPr sz="2400" spc="370" dirty="0">
                <a:solidFill>
                  <a:srgbClr val="404040"/>
                </a:solidFill>
                <a:latin typeface="Times New Roman"/>
                <a:cs typeface="Times New Roman"/>
              </a:rPr>
              <a:t> </a:t>
            </a:r>
            <a:r>
              <a:rPr sz="2400" spc="-30" dirty="0">
                <a:solidFill>
                  <a:srgbClr val="404040"/>
                </a:solidFill>
                <a:latin typeface="Times New Roman"/>
                <a:cs typeface="Times New Roman"/>
              </a:rPr>
              <a:t>sur </a:t>
            </a:r>
            <a:r>
              <a:rPr sz="2400" spc="-585" dirty="0">
                <a:solidFill>
                  <a:srgbClr val="404040"/>
                </a:solidFill>
                <a:latin typeface="Times New Roman"/>
                <a:cs typeface="Times New Roman"/>
              </a:rPr>
              <a:t> </a:t>
            </a:r>
            <a:r>
              <a:rPr sz="2400" spc="-60" dirty="0">
                <a:solidFill>
                  <a:srgbClr val="404040"/>
                </a:solidFill>
                <a:latin typeface="Times New Roman"/>
                <a:cs typeface="Times New Roman"/>
              </a:rPr>
              <a:t>Un</a:t>
            </a:r>
            <a:r>
              <a:rPr sz="2400" spc="-25" dirty="0">
                <a:solidFill>
                  <a:srgbClr val="404040"/>
                </a:solidFill>
                <a:latin typeface="Times New Roman"/>
                <a:cs typeface="Times New Roman"/>
              </a:rPr>
              <a:t>i</a:t>
            </a:r>
            <a:r>
              <a:rPr sz="2400" spc="-114" dirty="0">
                <a:solidFill>
                  <a:srgbClr val="404040"/>
                </a:solidFill>
                <a:latin typeface="Times New Roman"/>
                <a:cs typeface="Times New Roman"/>
              </a:rPr>
              <a:t>x)</a:t>
            </a:r>
            <a:r>
              <a:rPr sz="2400" spc="-65" dirty="0">
                <a:solidFill>
                  <a:srgbClr val="404040"/>
                </a:solidFill>
                <a:latin typeface="Times New Roman"/>
                <a:cs typeface="Times New Roman"/>
              </a:rPr>
              <a:t>,</a:t>
            </a:r>
            <a:r>
              <a:rPr sz="2400" spc="-5" dirty="0">
                <a:solidFill>
                  <a:srgbClr val="404040"/>
                </a:solidFill>
                <a:latin typeface="Times New Roman"/>
                <a:cs typeface="Times New Roman"/>
              </a:rPr>
              <a:t> </a:t>
            </a:r>
            <a:r>
              <a:rPr sz="2400" spc="-30" dirty="0">
                <a:solidFill>
                  <a:srgbClr val="404040"/>
                </a:solidFill>
                <a:latin typeface="Times New Roman"/>
                <a:cs typeface="Times New Roman"/>
              </a:rPr>
              <a:t>An</a:t>
            </a:r>
            <a:r>
              <a:rPr sz="2400" spc="-10" dirty="0">
                <a:solidFill>
                  <a:srgbClr val="404040"/>
                </a:solidFill>
                <a:latin typeface="Times New Roman"/>
                <a:cs typeface="Times New Roman"/>
              </a:rPr>
              <a:t>t</a:t>
            </a:r>
            <a:r>
              <a:rPr sz="2400" dirty="0">
                <a:solidFill>
                  <a:srgbClr val="404040"/>
                </a:solidFill>
                <a:latin typeface="Times New Roman"/>
                <a:cs typeface="Times New Roman"/>
              </a:rPr>
              <a:t> </a:t>
            </a:r>
            <a:r>
              <a:rPr sz="2400" spc="-30" dirty="0">
                <a:solidFill>
                  <a:srgbClr val="404040"/>
                </a:solidFill>
                <a:latin typeface="Times New Roman"/>
                <a:cs typeface="Times New Roman"/>
              </a:rPr>
              <a:t>(proje</a:t>
            </a:r>
            <a:r>
              <a:rPr sz="2400" spc="-35" dirty="0">
                <a:solidFill>
                  <a:srgbClr val="404040"/>
                </a:solidFill>
                <a:latin typeface="Times New Roman"/>
                <a:cs typeface="Times New Roman"/>
              </a:rPr>
              <a:t>t</a:t>
            </a:r>
            <a:r>
              <a:rPr sz="2400" spc="-60" dirty="0">
                <a:solidFill>
                  <a:srgbClr val="404040"/>
                </a:solidFill>
                <a:latin typeface="Times New Roman"/>
                <a:cs typeface="Times New Roman"/>
              </a:rPr>
              <a:t>s</a:t>
            </a:r>
            <a:r>
              <a:rPr sz="2400" spc="5" dirty="0">
                <a:solidFill>
                  <a:srgbClr val="404040"/>
                </a:solidFill>
                <a:latin typeface="Times New Roman"/>
                <a:cs typeface="Times New Roman"/>
              </a:rPr>
              <a:t> </a:t>
            </a:r>
            <a:r>
              <a:rPr sz="2400" spc="-204" dirty="0">
                <a:solidFill>
                  <a:srgbClr val="404040"/>
                </a:solidFill>
                <a:latin typeface="Times New Roman"/>
                <a:cs typeface="Times New Roman"/>
              </a:rPr>
              <a:t>J</a:t>
            </a:r>
            <a:r>
              <a:rPr sz="2400" spc="-135" dirty="0">
                <a:solidFill>
                  <a:srgbClr val="404040"/>
                </a:solidFill>
                <a:latin typeface="Times New Roman"/>
                <a:cs typeface="Times New Roman"/>
              </a:rPr>
              <a:t>a</a:t>
            </a:r>
            <a:r>
              <a:rPr sz="2400" spc="-120" dirty="0">
                <a:solidFill>
                  <a:srgbClr val="404040"/>
                </a:solidFill>
                <a:latin typeface="Times New Roman"/>
                <a:cs typeface="Times New Roman"/>
              </a:rPr>
              <a:t>v</a:t>
            </a:r>
            <a:r>
              <a:rPr sz="2400" spc="-95" dirty="0">
                <a:solidFill>
                  <a:srgbClr val="404040"/>
                </a:solidFill>
                <a:latin typeface="Times New Roman"/>
                <a:cs typeface="Times New Roman"/>
              </a:rPr>
              <a:t>a</a:t>
            </a:r>
            <a:r>
              <a:rPr sz="2400" spc="-10" dirty="0">
                <a:solidFill>
                  <a:srgbClr val="404040"/>
                </a:solidFill>
                <a:latin typeface="Times New Roman"/>
                <a:cs typeface="Times New Roman"/>
              </a:rPr>
              <a:t> </a:t>
            </a:r>
            <a:r>
              <a:rPr sz="2400" spc="-35" dirty="0">
                <a:solidFill>
                  <a:srgbClr val="404040"/>
                </a:solidFill>
                <a:latin typeface="Times New Roman"/>
                <a:cs typeface="Times New Roman"/>
              </a:rPr>
              <a:t>dans</a:t>
            </a:r>
            <a:r>
              <a:rPr sz="2400" spc="-5" dirty="0">
                <a:solidFill>
                  <a:srgbClr val="404040"/>
                </a:solidFill>
                <a:latin typeface="Times New Roman"/>
                <a:cs typeface="Times New Roman"/>
              </a:rPr>
              <a:t> </a:t>
            </a:r>
            <a:r>
              <a:rPr sz="2400" spc="-50" dirty="0">
                <a:solidFill>
                  <a:srgbClr val="404040"/>
                </a:solidFill>
                <a:latin typeface="Times New Roman"/>
                <a:cs typeface="Times New Roman"/>
              </a:rPr>
              <a:t>Eclips</a:t>
            </a:r>
            <a:r>
              <a:rPr sz="2400" spc="-55" dirty="0">
                <a:solidFill>
                  <a:srgbClr val="404040"/>
                </a:solidFill>
                <a:latin typeface="Times New Roman"/>
                <a:cs typeface="Times New Roman"/>
              </a:rPr>
              <a:t>e</a:t>
            </a:r>
            <a:r>
              <a:rPr sz="2400" spc="-100" dirty="0">
                <a:solidFill>
                  <a:srgbClr val="404040"/>
                </a:solidFill>
                <a:latin typeface="Times New Roman"/>
                <a:cs typeface="Times New Roman"/>
              </a:rPr>
              <a:t>)</a:t>
            </a:r>
            <a:r>
              <a:rPr sz="2400" spc="10" dirty="0">
                <a:solidFill>
                  <a:srgbClr val="404040"/>
                </a:solidFill>
                <a:latin typeface="Times New Roman"/>
                <a:cs typeface="Times New Roman"/>
              </a:rPr>
              <a:t> </a:t>
            </a:r>
            <a:r>
              <a:rPr sz="2400" spc="-30" dirty="0">
                <a:solidFill>
                  <a:srgbClr val="404040"/>
                </a:solidFill>
                <a:latin typeface="Times New Roman"/>
                <a:cs typeface="Times New Roman"/>
              </a:rPr>
              <a:t>e</a:t>
            </a:r>
            <a:r>
              <a:rPr sz="2400" spc="-15" dirty="0">
                <a:solidFill>
                  <a:srgbClr val="404040"/>
                </a:solidFill>
                <a:latin typeface="Times New Roman"/>
                <a:cs typeface="Times New Roman"/>
              </a:rPr>
              <a:t>t</a:t>
            </a:r>
            <a:r>
              <a:rPr sz="2400" spc="5" dirty="0">
                <a:solidFill>
                  <a:srgbClr val="404040"/>
                </a:solidFill>
                <a:latin typeface="Times New Roman"/>
                <a:cs typeface="Times New Roman"/>
              </a:rPr>
              <a:t> </a:t>
            </a:r>
            <a:r>
              <a:rPr sz="2400" spc="-135" dirty="0">
                <a:solidFill>
                  <a:srgbClr val="404040"/>
                </a:solidFill>
                <a:latin typeface="Times New Roman"/>
                <a:cs typeface="Times New Roman"/>
              </a:rPr>
              <a:t>Ma</a:t>
            </a:r>
            <a:r>
              <a:rPr sz="2400" spc="-120" dirty="0">
                <a:solidFill>
                  <a:srgbClr val="404040"/>
                </a:solidFill>
                <a:latin typeface="Times New Roman"/>
                <a:cs typeface="Times New Roman"/>
              </a:rPr>
              <a:t>v</a:t>
            </a:r>
            <a:r>
              <a:rPr sz="2400" spc="-20" dirty="0">
                <a:solidFill>
                  <a:srgbClr val="404040"/>
                </a:solidFill>
                <a:latin typeface="Times New Roman"/>
                <a:cs typeface="Times New Roman"/>
              </a:rPr>
              <a:t>e</a:t>
            </a:r>
            <a:r>
              <a:rPr sz="2400" spc="-35" dirty="0">
                <a:solidFill>
                  <a:srgbClr val="404040"/>
                </a:solidFill>
                <a:latin typeface="Times New Roman"/>
                <a:cs typeface="Times New Roman"/>
              </a:rPr>
              <a:t>n</a:t>
            </a:r>
            <a:r>
              <a:rPr sz="2400" spc="-75" dirty="0">
                <a:solidFill>
                  <a:srgbClr val="404040"/>
                </a:solidFill>
                <a:latin typeface="Times New Roman"/>
                <a:cs typeface="Times New Roman"/>
              </a:rPr>
              <a:t>.</a:t>
            </a:r>
            <a:endParaRPr sz="2400" dirty="0">
              <a:latin typeface="Times New Roman"/>
              <a:cs typeface="Times New Roman"/>
            </a:endParaRPr>
          </a:p>
          <a:p>
            <a:pPr marL="12700" marR="6985">
              <a:lnSpc>
                <a:spcPts val="2590"/>
              </a:lnSpc>
              <a:spcBef>
                <a:spcPts val="1405"/>
              </a:spcBef>
            </a:pPr>
            <a:r>
              <a:rPr sz="2400" spc="20" dirty="0">
                <a:solidFill>
                  <a:srgbClr val="404040"/>
                </a:solidFill>
                <a:latin typeface="Times New Roman"/>
                <a:cs typeface="Times New Roman"/>
              </a:rPr>
              <a:t>De</a:t>
            </a:r>
            <a:r>
              <a:rPr sz="2400" spc="114" dirty="0">
                <a:solidFill>
                  <a:srgbClr val="404040"/>
                </a:solidFill>
                <a:latin typeface="Times New Roman"/>
                <a:cs typeface="Times New Roman"/>
              </a:rPr>
              <a:t> </a:t>
            </a:r>
            <a:r>
              <a:rPr sz="2400" spc="-45" dirty="0">
                <a:solidFill>
                  <a:srgbClr val="404040"/>
                </a:solidFill>
                <a:latin typeface="Times New Roman"/>
                <a:cs typeface="Times New Roman"/>
              </a:rPr>
              <a:t>même</a:t>
            </a:r>
            <a:r>
              <a:rPr sz="2400" spc="114" dirty="0">
                <a:solidFill>
                  <a:srgbClr val="404040"/>
                </a:solidFill>
                <a:latin typeface="Times New Roman"/>
                <a:cs typeface="Times New Roman"/>
              </a:rPr>
              <a:t> </a:t>
            </a:r>
            <a:r>
              <a:rPr sz="2400" spc="-35" dirty="0">
                <a:solidFill>
                  <a:srgbClr val="404040"/>
                </a:solidFill>
                <a:latin typeface="Times New Roman"/>
                <a:cs typeface="Times New Roman"/>
              </a:rPr>
              <a:t>que</a:t>
            </a:r>
            <a:r>
              <a:rPr sz="2400" spc="120" dirty="0">
                <a:solidFill>
                  <a:srgbClr val="404040"/>
                </a:solidFill>
                <a:latin typeface="Times New Roman"/>
                <a:cs typeface="Times New Roman"/>
              </a:rPr>
              <a:t> </a:t>
            </a:r>
            <a:r>
              <a:rPr sz="2400" spc="-75" dirty="0">
                <a:solidFill>
                  <a:srgbClr val="404040"/>
                </a:solidFill>
                <a:latin typeface="Times New Roman"/>
                <a:cs typeface="Times New Roman"/>
              </a:rPr>
              <a:t>make</a:t>
            </a:r>
            <a:r>
              <a:rPr sz="2400" spc="114" dirty="0">
                <a:solidFill>
                  <a:srgbClr val="404040"/>
                </a:solidFill>
                <a:latin typeface="Times New Roman"/>
                <a:cs typeface="Times New Roman"/>
              </a:rPr>
              <a:t> </a:t>
            </a:r>
            <a:r>
              <a:rPr sz="2400" spc="-65" dirty="0">
                <a:solidFill>
                  <a:srgbClr val="404040"/>
                </a:solidFill>
                <a:latin typeface="Times New Roman"/>
                <a:cs typeface="Times New Roman"/>
              </a:rPr>
              <a:t>se</a:t>
            </a:r>
            <a:r>
              <a:rPr sz="2400" spc="114" dirty="0">
                <a:solidFill>
                  <a:srgbClr val="404040"/>
                </a:solidFill>
                <a:latin typeface="Times New Roman"/>
                <a:cs typeface="Times New Roman"/>
              </a:rPr>
              <a:t> </a:t>
            </a:r>
            <a:r>
              <a:rPr sz="2400" spc="-15" dirty="0">
                <a:solidFill>
                  <a:srgbClr val="404040"/>
                </a:solidFill>
                <a:latin typeface="Times New Roman"/>
                <a:cs typeface="Times New Roman"/>
              </a:rPr>
              <a:t>sert</a:t>
            </a:r>
            <a:r>
              <a:rPr sz="2400" spc="120" dirty="0">
                <a:solidFill>
                  <a:srgbClr val="404040"/>
                </a:solidFill>
                <a:latin typeface="Times New Roman"/>
                <a:cs typeface="Times New Roman"/>
              </a:rPr>
              <a:t> </a:t>
            </a:r>
            <a:r>
              <a:rPr sz="2400" spc="-70" dirty="0">
                <a:solidFill>
                  <a:srgbClr val="404040"/>
                </a:solidFill>
                <a:latin typeface="Times New Roman"/>
                <a:cs typeface="Times New Roman"/>
              </a:rPr>
              <a:t>d’un</a:t>
            </a:r>
            <a:r>
              <a:rPr sz="2400" spc="120" dirty="0">
                <a:solidFill>
                  <a:srgbClr val="404040"/>
                </a:solidFill>
                <a:latin typeface="Times New Roman"/>
                <a:cs typeface="Times New Roman"/>
              </a:rPr>
              <a:t> </a:t>
            </a:r>
            <a:r>
              <a:rPr sz="2400" spc="-60" dirty="0">
                <a:solidFill>
                  <a:srgbClr val="404040"/>
                </a:solidFill>
                <a:latin typeface="Times New Roman"/>
                <a:cs typeface="Times New Roman"/>
              </a:rPr>
              <a:t>fichier</a:t>
            </a:r>
            <a:r>
              <a:rPr sz="2400" spc="120" dirty="0">
                <a:solidFill>
                  <a:srgbClr val="404040"/>
                </a:solidFill>
                <a:latin typeface="Times New Roman"/>
                <a:cs typeface="Times New Roman"/>
              </a:rPr>
              <a:t> </a:t>
            </a:r>
            <a:r>
              <a:rPr sz="2400" spc="-95" dirty="0">
                <a:solidFill>
                  <a:srgbClr val="404040"/>
                </a:solidFill>
                <a:latin typeface="Times New Roman"/>
                <a:cs typeface="Times New Roman"/>
              </a:rPr>
              <a:t>Makefile,</a:t>
            </a:r>
            <a:r>
              <a:rPr sz="2400" spc="110" dirty="0">
                <a:solidFill>
                  <a:srgbClr val="404040"/>
                </a:solidFill>
                <a:latin typeface="Times New Roman"/>
                <a:cs typeface="Times New Roman"/>
              </a:rPr>
              <a:t> </a:t>
            </a:r>
            <a:r>
              <a:rPr sz="2400" spc="-30" dirty="0">
                <a:solidFill>
                  <a:srgbClr val="404040"/>
                </a:solidFill>
                <a:latin typeface="Times New Roman"/>
                <a:cs typeface="Times New Roman"/>
              </a:rPr>
              <a:t>Gradle</a:t>
            </a:r>
            <a:r>
              <a:rPr sz="2400" spc="114" dirty="0">
                <a:solidFill>
                  <a:srgbClr val="404040"/>
                </a:solidFill>
                <a:latin typeface="Times New Roman"/>
                <a:cs typeface="Times New Roman"/>
              </a:rPr>
              <a:t> </a:t>
            </a:r>
            <a:r>
              <a:rPr sz="2400" spc="-65" dirty="0">
                <a:solidFill>
                  <a:srgbClr val="404040"/>
                </a:solidFill>
                <a:latin typeface="Times New Roman"/>
                <a:cs typeface="Times New Roman"/>
              </a:rPr>
              <a:t>se</a:t>
            </a:r>
            <a:r>
              <a:rPr sz="2400" spc="120" dirty="0">
                <a:solidFill>
                  <a:srgbClr val="404040"/>
                </a:solidFill>
                <a:latin typeface="Times New Roman"/>
                <a:cs typeface="Times New Roman"/>
              </a:rPr>
              <a:t> </a:t>
            </a:r>
            <a:r>
              <a:rPr sz="2400" spc="-15" dirty="0">
                <a:solidFill>
                  <a:srgbClr val="404040"/>
                </a:solidFill>
                <a:latin typeface="Times New Roman"/>
                <a:cs typeface="Times New Roman"/>
              </a:rPr>
              <a:t>sert</a:t>
            </a:r>
            <a:r>
              <a:rPr sz="2400" spc="110"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120" dirty="0">
                <a:solidFill>
                  <a:srgbClr val="404040"/>
                </a:solidFill>
                <a:latin typeface="Times New Roman"/>
                <a:cs typeface="Times New Roman"/>
              </a:rPr>
              <a:t> </a:t>
            </a:r>
            <a:r>
              <a:rPr sz="2400" spc="-60" dirty="0">
                <a:solidFill>
                  <a:srgbClr val="404040"/>
                </a:solidFill>
                <a:latin typeface="Times New Roman"/>
                <a:cs typeface="Times New Roman"/>
              </a:rPr>
              <a:t>fichiers</a:t>
            </a:r>
            <a:r>
              <a:rPr sz="2400" spc="120" dirty="0">
                <a:solidFill>
                  <a:srgbClr val="404040"/>
                </a:solidFill>
                <a:latin typeface="Times New Roman"/>
                <a:cs typeface="Times New Roman"/>
              </a:rPr>
              <a:t> </a:t>
            </a:r>
            <a:r>
              <a:rPr sz="2400" spc="-25" dirty="0">
                <a:solidFill>
                  <a:srgbClr val="404040"/>
                </a:solidFill>
                <a:latin typeface="Times New Roman"/>
                <a:cs typeface="Times New Roman"/>
              </a:rPr>
              <a:t>nommés </a:t>
            </a:r>
            <a:r>
              <a:rPr sz="2400" spc="-585" dirty="0">
                <a:solidFill>
                  <a:srgbClr val="404040"/>
                </a:solidFill>
                <a:latin typeface="Times New Roman"/>
                <a:cs typeface="Times New Roman"/>
              </a:rPr>
              <a:t> </a:t>
            </a:r>
            <a:r>
              <a:rPr sz="2400" spc="-60" dirty="0">
                <a:solidFill>
                  <a:srgbClr val="404040"/>
                </a:solidFill>
                <a:latin typeface="Times New Roman"/>
                <a:cs typeface="Times New Roman"/>
              </a:rPr>
              <a:t>build.gradle</a:t>
            </a:r>
            <a:r>
              <a:rPr sz="2400" spc="-15" dirty="0">
                <a:solidFill>
                  <a:srgbClr val="404040"/>
                </a:solidFill>
                <a:latin typeface="Times New Roman"/>
                <a:cs typeface="Times New Roman"/>
              </a:rPr>
              <a:t> </a:t>
            </a:r>
            <a:r>
              <a:rPr sz="2400" dirty="0">
                <a:solidFill>
                  <a:srgbClr val="404040"/>
                </a:solidFill>
                <a:latin typeface="Times New Roman"/>
                <a:cs typeface="Times New Roman"/>
              </a:rPr>
              <a:t>pour</a:t>
            </a:r>
            <a:r>
              <a:rPr sz="2400" spc="-5" dirty="0">
                <a:solidFill>
                  <a:srgbClr val="404040"/>
                </a:solidFill>
                <a:latin typeface="Times New Roman"/>
                <a:cs typeface="Times New Roman"/>
              </a:rPr>
              <a:t> </a:t>
            </a:r>
            <a:r>
              <a:rPr sz="2400" spc="-20" dirty="0">
                <a:solidFill>
                  <a:srgbClr val="404040"/>
                </a:solidFill>
                <a:latin typeface="Times New Roman"/>
                <a:cs typeface="Times New Roman"/>
              </a:rPr>
              <a:t>construire</a:t>
            </a:r>
            <a:r>
              <a:rPr sz="2400" spc="-5"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spc="5" dirty="0">
                <a:solidFill>
                  <a:srgbClr val="404040"/>
                </a:solidFill>
                <a:latin typeface="Times New Roman"/>
                <a:cs typeface="Times New Roman"/>
              </a:rPr>
              <a:t> </a:t>
            </a:r>
            <a:r>
              <a:rPr sz="2400" spc="-30" dirty="0">
                <a:solidFill>
                  <a:srgbClr val="404040"/>
                </a:solidFill>
                <a:latin typeface="Times New Roman"/>
                <a:cs typeface="Times New Roman"/>
              </a:rPr>
              <a:t>projet.</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4178935"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10" dirty="0"/>
              <a:t> </a:t>
            </a:r>
            <a:r>
              <a:rPr spc="120" dirty="0"/>
              <a:t>G</a:t>
            </a:r>
            <a:r>
              <a:rPr spc="-50" dirty="0"/>
              <a:t>r</a:t>
            </a:r>
            <a:r>
              <a:rPr spc="-190" dirty="0"/>
              <a:t>a</a:t>
            </a:r>
            <a:r>
              <a:rPr spc="-50" dirty="0"/>
              <a:t>d</a:t>
            </a:r>
            <a:r>
              <a:rPr spc="-225" dirty="0"/>
              <a:t>l</a:t>
            </a:r>
            <a:r>
              <a:rPr spc="-100" dirty="0"/>
              <a:t>e</a:t>
            </a:r>
          </a:p>
        </p:txBody>
      </p:sp>
      <p:pic>
        <p:nvPicPr>
          <p:cNvPr id="3" name="object 3"/>
          <p:cNvPicPr/>
          <p:nvPr/>
        </p:nvPicPr>
        <p:blipFill>
          <a:blip r:embed="rId2" cstate="print"/>
          <a:stretch>
            <a:fillRect/>
          </a:stretch>
        </p:blipFill>
        <p:spPr>
          <a:xfrm>
            <a:off x="7167371" y="2139695"/>
            <a:ext cx="4988052" cy="2924555"/>
          </a:xfrm>
          <a:prstGeom prst="rect">
            <a:avLst/>
          </a:prstGeom>
        </p:spPr>
      </p:pic>
      <p:sp>
        <p:nvSpPr>
          <p:cNvPr id="4" name="object 4"/>
          <p:cNvSpPr txBox="1"/>
          <p:nvPr/>
        </p:nvSpPr>
        <p:spPr>
          <a:xfrm>
            <a:off x="1117193" y="1163192"/>
            <a:ext cx="10083800" cy="3861435"/>
          </a:xfrm>
          <a:prstGeom prst="rect">
            <a:avLst/>
          </a:prstGeom>
        </p:spPr>
        <p:txBody>
          <a:bodyPr vert="horz" wrap="square" lIns="0" tIns="53975" rIns="0" bIns="0" rtlCol="0">
            <a:spAutoFit/>
          </a:bodyPr>
          <a:lstStyle/>
          <a:p>
            <a:pPr marL="12700" marR="5080" algn="just">
              <a:lnSpc>
                <a:spcPts val="2590"/>
              </a:lnSpc>
              <a:spcBef>
                <a:spcPts val="425"/>
              </a:spcBef>
            </a:pPr>
            <a:r>
              <a:rPr sz="2400" spc="-40" dirty="0">
                <a:solidFill>
                  <a:srgbClr val="404040"/>
                </a:solidFill>
                <a:latin typeface="Times New Roman"/>
                <a:cs typeface="Times New Roman"/>
              </a:rPr>
              <a:t>AndroidStudio </a:t>
            </a:r>
            <a:r>
              <a:rPr sz="2400" spc="-50" dirty="0">
                <a:solidFill>
                  <a:srgbClr val="404040"/>
                </a:solidFill>
                <a:latin typeface="Times New Roman"/>
                <a:cs typeface="Times New Roman"/>
              </a:rPr>
              <a:t>fait </a:t>
            </a:r>
            <a:r>
              <a:rPr sz="2400" spc="-25" dirty="0">
                <a:solidFill>
                  <a:srgbClr val="404040"/>
                </a:solidFill>
                <a:latin typeface="Times New Roman"/>
                <a:cs typeface="Times New Roman"/>
              </a:rPr>
              <a:t>une </a:t>
            </a:r>
            <a:r>
              <a:rPr sz="2400" spc="-35" dirty="0">
                <a:solidFill>
                  <a:srgbClr val="404040"/>
                </a:solidFill>
                <a:latin typeface="Times New Roman"/>
                <a:cs typeface="Times New Roman"/>
              </a:rPr>
              <a:t>distinction </a:t>
            </a:r>
            <a:r>
              <a:rPr sz="2400" spc="-15" dirty="0">
                <a:solidFill>
                  <a:srgbClr val="404040"/>
                </a:solidFill>
                <a:latin typeface="Times New Roman"/>
                <a:cs typeface="Times New Roman"/>
              </a:rPr>
              <a:t>entre </a:t>
            </a:r>
            <a:r>
              <a:rPr sz="2400" spc="-95" dirty="0">
                <a:solidFill>
                  <a:srgbClr val="404040"/>
                </a:solidFill>
                <a:latin typeface="Times New Roman"/>
                <a:cs typeface="Times New Roman"/>
              </a:rPr>
              <a:t>le </a:t>
            </a:r>
            <a:r>
              <a:rPr sz="2400" spc="-20" dirty="0">
                <a:solidFill>
                  <a:srgbClr val="404040"/>
                </a:solidFill>
                <a:latin typeface="Times New Roman"/>
                <a:cs typeface="Times New Roman"/>
              </a:rPr>
              <a:t>projet </a:t>
            </a:r>
            <a:r>
              <a:rPr sz="2400" spc="-70" dirty="0">
                <a:solidFill>
                  <a:srgbClr val="404040"/>
                </a:solidFill>
                <a:latin typeface="Times New Roman"/>
                <a:cs typeface="Times New Roman"/>
              </a:rPr>
              <a:t>global </a:t>
            </a:r>
            <a:r>
              <a:rPr sz="2400" spc="-20" dirty="0">
                <a:solidFill>
                  <a:srgbClr val="404040"/>
                </a:solidFill>
                <a:latin typeface="Times New Roman"/>
                <a:cs typeface="Times New Roman"/>
              </a:rPr>
              <a:t>et </a:t>
            </a:r>
            <a:r>
              <a:rPr sz="2400" spc="-70" dirty="0">
                <a:solidFill>
                  <a:srgbClr val="404040"/>
                </a:solidFill>
                <a:latin typeface="Times New Roman"/>
                <a:cs typeface="Times New Roman"/>
              </a:rPr>
              <a:t>l’application. </a:t>
            </a:r>
            <a:r>
              <a:rPr sz="2400" spc="-35" dirty="0">
                <a:solidFill>
                  <a:srgbClr val="404040"/>
                </a:solidFill>
                <a:latin typeface="Times New Roman"/>
                <a:cs typeface="Times New Roman"/>
              </a:rPr>
              <a:t>Il </a:t>
            </a:r>
            <a:r>
              <a:rPr sz="2400" spc="-65" dirty="0">
                <a:solidFill>
                  <a:srgbClr val="404040"/>
                </a:solidFill>
                <a:latin typeface="Times New Roman"/>
                <a:cs typeface="Times New Roman"/>
              </a:rPr>
              <a:t>se </a:t>
            </a:r>
            <a:r>
              <a:rPr sz="2400" spc="-40" dirty="0">
                <a:solidFill>
                  <a:srgbClr val="404040"/>
                </a:solidFill>
                <a:latin typeface="Times New Roman"/>
                <a:cs typeface="Times New Roman"/>
              </a:rPr>
              <a:t>dispose </a:t>
            </a:r>
            <a:r>
              <a:rPr sz="2400" spc="-35" dirty="0">
                <a:solidFill>
                  <a:srgbClr val="404040"/>
                </a:solidFill>
                <a:latin typeface="Times New Roman"/>
                <a:cs typeface="Times New Roman"/>
              </a:rPr>
              <a:t> de</a:t>
            </a:r>
            <a:r>
              <a:rPr sz="2400" spc="-10" dirty="0">
                <a:solidFill>
                  <a:srgbClr val="404040"/>
                </a:solidFill>
                <a:latin typeface="Times New Roman"/>
                <a:cs typeface="Times New Roman"/>
              </a:rPr>
              <a:t> </a:t>
            </a:r>
            <a:r>
              <a:rPr sz="2400" spc="-50" dirty="0">
                <a:solidFill>
                  <a:srgbClr val="404040"/>
                </a:solidFill>
                <a:latin typeface="Times New Roman"/>
                <a:cs typeface="Times New Roman"/>
              </a:rPr>
              <a:t>deux</a:t>
            </a:r>
            <a:r>
              <a:rPr sz="2400" dirty="0">
                <a:solidFill>
                  <a:srgbClr val="404040"/>
                </a:solidFill>
                <a:latin typeface="Times New Roman"/>
                <a:cs typeface="Times New Roman"/>
              </a:rPr>
              <a:t> </a:t>
            </a:r>
            <a:r>
              <a:rPr sz="2400" spc="-60" dirty="0">
                <a:solidFill>
                  <a:srgbClr val="404040"/>
                </a:solidFill>
                <a:latin typeface="Times New Roman"/>
                <a:cs typeface="Times New Roman"/>
              </a:rPr>
              <a:t>fichiers</a:t>
            </a:r>
            <a:r>
              <a:rPr sz="2400" dirty="0">
                <a:solidFill>
                  <a:srgbClr val="404040"/>
                </a:solidFill>
                <a:latin typeface="Times New Roman"/>
                <a:cs typeface="Times New Roman"/>
              </a:rPr>
              <a:t> </a:t>
            </a:r>
            <a:r>
              <a:rPr sz="2400" spc="-60" dirty="0">
                <a:solidFill>
                  <a:srgbClr val="404040"/>
                </a:solidFill>
                <a:latin typeface="Times New Roman"/>
                <a:cs typeface="Times New Roman"/>
              </a:rPr>
              <a:t>build.gradle</a:t>
            </a:r>
            <a:r>
              <a:rPr sz="2400" spc="-15"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dirty="0">
              <a:latin typeface="Times New Roman"/>
              <a:cs typeface="Times New Roman"/>
            </a:endParaRPr>
          </a:p>
          <a:p>
            <a:pPr marL="104139" marR="4598035" indent="-91440" algn="just">
              <a:lnSpc>
                <a:spcPct val="90000"/>
              </a:lnSpc>
              <a:spcBef>
                <a:spcPts val="1160"/>
              </a:spcBef>
              <a:buClr>
                <a:srgbClr val="1CACE3"/>
              </a:buClr>
              <a:buSzPct val="95833"/>
              <a:buFont typeface="Wingdings"/>
              <a:buChar char=""/>
              <a:tabLst>
                <a:tab pos="255904" algn="l"/>
              </a:tabLst>
            </a:pPr>
            <a:r>
              <a:rPr sz="2400" dirty="0">
                <a:solidFill>
                  <a:srgbClr val="404040"/>
                </a:solidFill>
                <a:latin typeface="Times New Roman"/>
                <a:cs typeface="Times New Roman"/>
              </a:rPr>
              <a:t>un </a:t>
            </a:r>
            <a:r>
              <a:rPr sz="2400" spc="-35" dirty="0">
                <a:solidFill>
                  <a:srgbClr val="404040"/>
                </a:solidFill>
                <a:latin typeface="Times New Roman"/>
                <a:cs typeface="Times New Roman"/>
              </a:rPr>
              <a:t>script </a:t>
            </a:r>
            <a:r>
              <a:rPr sz="2400" spc="-60" dirty="0">
                <a:solidFill>
                  <a:srgbClr val="404040"/>
                </a:solidFill>
                <a:latin typeface="Times New Roman"/>
                <a:cs typeface="Times New Roman"/>
              </a:rPr>
              <a:t>build.gradle </a:t>
            </a:r>
            <a:r>
              <a:rPr sz="2400" spc="-35" dirty="0">
                <a:solidFill>
                  <a:srgbClr val="404040"/>
                </a:solidFill>
                <a:latin typeface="Times New Roman"/>
                <a:cs typeface="Times New Roman"/>
              </a:rPr>
              <a:t>dans </a:t>
            </a:r>
            <a:r>
              <a:rPr sz="2400" spc="-95" dirty="0">
                <a:solidFill>
                  <a:srgbClr val="404040"/>
                </a:solidFill>
                <a:latin typeface="Times New Roman"/>
                <a:cs typeface="Times New Roman"/>
              </a:rPr>
              <a:t>le </a:t>
            </a:r>
            <a:r>
              <a:rPr sz="2400" spc="-40" dirty="0">
                <a:solidFill>
                  <a:srgbClr val="404040"/>
                </a:solidFill>
                <a:latin typeface="Times New Roman"/>
                <a:cs typeface="Times New Roman"/>
              </a:rPr>
              <a:t>dossier </a:t>
            </a:r>
            <a:r>
              <a:rPr sz="2400" spc="-55" dirty="0">
                <a:solidFill>
                  <a:srgbClr val="404040"/>
                </a:solidFill>
                <a:latin typeface="Times New Roman"/>
                <a:cs typeface="Times New Roman"/>
              </a:rPr>
              <a:t>racine </a:t>
            </a:r>
            <a:r>
              <a:rPr sz="2400" spc="-50" dirty="0">
                <a:solidFill>
                  <a:srgbClr val="404040"/>
                </a:solidFill>
                <a:latin typeface="Times New Roman"/>
                <a:cs typeface="Times New Roman"/>
              </a:rPr>
              <a:t> </a:t>
            </a:r>
            <a:r>
              <a:rPr sz="2400" spc="-15" dirty="0">
                <a:solidFill>
                  <a:srgbClr val="404040"/>
                </a:solidFill>
                <a:latin typeface="Times New Roman"/>
                <a:cs typeface="Times New Roman"/>
              </a:rPr>
              <a:t>du</a:t>
            </a:r>
            <a:r>
              <a:rPr sz="2400" spc="-10" dirty="0">
                <a:solidFill>
                  <a:srgbClr val="404040"/>
                </a:solidFill>
                <a:latin typeface="Times New Roman"/>
                <a:cs typeface="Times New Roman"/>
              </a:rPr>
              <a:t> </a:t>
            </a:r>
            <a:r>
              <a:rPr sz="2400" spc="-20" dirty="0">
                <a:solidFill>
                  <a:srgbClr val="404040"/>
                </a:solidFill>
                <a:latin typeface="Times New Roman"/>
                <a:cs typeface="Times New Roman"/>
              </a:rPr>
              <a:t>projet</a:t>
            </a:r>
            <a:r>
              <a:rPr sz="2400" spc="-15" dirty="0">
                <a:solidFill>
                  <a:srgbClr val="404040"/>
                </a:solidFill>
                <a:latin typeface="Times New Roman"/>
                <a:cs typeface="Times New Roman"/>
              </a:rPr>
              <a:t> </a:t>
            </a:r>
            <a:r>
              <a:rPr sz="2400" spc="-145" dirty="0">
                <a:solidFill>
                  <a:srgbClr val="404040"/>
                </a:solidFill>
                <a:latin typeface="Times New Roman"/>
                <a:cs typeface="Times New Roman"/>
              </a:rPr>
              <a:t>:</a:t>
            </a:r>
            <a:r>
              <a:rPr sz="2400" spc="-140" dirty="0">
                <a:solidFill>
                  <a:srgbClr val="404040"/>
                </a:solidFill>
                <a:latin typeface="Times New Roman"/>
                <a:cs typeface="Times New Roman"/>
              </a:rPr>
              <a:t> </a:t>
            </a:r>
            <a:r>
              <a:rPr sz="2400" spc="-50" dirty="0">
                <a:solidFill>
                  <a:srgbClr val="404040"/>
                </a:solidFill>
                <a:latin typeface="Times New Roman"/>
                <a:cs typeface="Times New Roman"/>
              </a:rPr>
              <a:t>indique</a:t>
            </a:r>
            <a:r>
              <a:rPr sz="2400" spc="-45" dirty="0">
                <a:solidFill>
                  <a:srgbClr val="404040"/>
                </a:solidFill>
                <a:latin typeface="Times New Roman"/>
                <a:cs typeface="Times New Roman"/>
              </a:rPr>
              <a:t> </a:t>
            </a:r>
            <a:r>
              <a:rPr sz="2400" spc="-70" dirty="0">
                <a:solidFill>
                  <a:srgbClr val="404040"/>
                </a:solidFill>
                <a:latin typeface="Times New Roman"/>
                <a:cs typeface="Times New Roman"/>
              </a:rPr>
              <a:t>quelles</a:t>
            </a:r>
            <a:r>
              <a:rPr sz="2400" spc="-65" dirty="0">
                <a:solidFill>
                  <a:srgbClr val="404040"/>
                </a:solidFill>
                <a:latin typeface="Times New Roman"/>
                <a:cs typeface="Times New Roman"/>
              </a:rPr>
              <a:t> </a:t>
            </a:r>
            <a:r>
              <a:rPr sz="2400" spc="5" dirty="0">
                <a:solidFill>
                  <a:srgbClr val="404040"/>
                </a:solidFill>
                <a:latin typeface="Times New Roman"/>
                <a:cs typeface="Times New Roman"/>
              </a:rPr>
              <a:t>sont</a:t>
            </a:r>
            <a:r>
              <a:rPr sz="2400" spc="10" dirty="0">
                <a:solidFill>
                  <a:srgbClr val="404040"/>
                </a:solidFill>
                <a:latin typeface="Times New Roman"/>
                <a:cs typeface="Times New Roman"/>
              </a:rPr>
              <a:t> </a:t>
            </a:r>
            <a:r>
              <a:rPr sz="2400" spc="-85" dirty="0">
                <a:solidFill>
                  <a:srgbClr val="404040"/>
                </a:solidFill>
                <a:latin typeface="Times New Roman"/>
                <a:cs typeface="Times New Roman"/>
              </a:rPr>
              <a:t>les </a:t>
            </a:r>
            <a:r>
              <a:rPr sz="2400" spc="-80" dirty="0">
                <a:solidFill>
                  <a:srgbClr val="404040"/>
                </a:solidFill>
                <a:latin typeface="Times New Roman"/>
                <a:cs typeface="Times New Roman"/>
              </a:rPr>
              <a:t> </a:t>
            </a:r>
            <a:r>
              <a:rPr sz="2400" spc="-35" dirty="0">
                <a:solidFill>
                  <a:srgbClr val="404040"/>
                </a:solidFill>
                <a:latin typeface="Times New Roman"/>
                <a:cs typeface="Times New Roman"/>
              </a:rPr>
              <a:t>dépendances</a:t>
            </a:r>
            <a:r>
              <a:rPr sz="2400" spc="-30" dirty="0">
                <a:solidFill>
                  <a:srgbClr val="404040"/>
                </a:solidFill>
                <a:latin typeface="Times New Roman"/>
                <a:cs typeface="Times New Roman"/>
              </a:rPr>
              <a:t> </a:t>
            </a:r>
            <a:r>
              <a:rPr sz="2400" spc="-65" dirty="0">
                <a:solidFill>
                  <a:srgbClr val="404040"/>
                </a:solidFill>
                <a:latin typeface="Times New Roman"/>
                <a:cs typeface="Times New Roman"/>
              </a:rPr>
              <a:t>générales</a:t>
            </a:r>
            <a:r>
              <a:rPr sz="2400" spc="475" dirty="0">
                <a:solidFill>
                  <a:srgbClr val="404040"/>
                </a:solidFill>
                <a:latin typeface="Times New Roman"/>
                <a:cs typeface="Times New Roman"/>
              </a:rPr>
              <a:t> </a:t>
            </a:r>
            <a:r>
              <a:rPr sz="2400" spc="-30" dirty="0">
                <a:solidFill>
                  <a:srgbClr val="404040"/>
                </a:solidFill>
                <a:latin typeface="Times New Roman"/>
                <a:cs typeface="Times New Roman"/>
              </a:rPr>
              <a:t>(noms</a:t>
            </a:r>
            <a:r>
              <a:rPr sz="2400" spc="-25"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40" dirty="0">
                <a:solidFill>
                  <a:srgbClr val="404040"/>
                </a:solidFill>
                <a:latin typeface="Times New Roman"/>
                <a:cs typeface="Times New Roman"/>
              </a:rPr>
              <a:t> </a:t>
            </a:r>
            <a:r>
              <a:rPr sz="2400" spc="-15" dirty="0">
                <a:solidFill>
                  <a:srgbClr val="404040"/>
                </a:solidFill>
                <a:latin typeface="Times New Roman"/>
                <a:cs typeface="Times New Roman"/>
              </a:rPr>
              <a:t>dépôts </a:t>
            </a:r>
            <a:r>
              <a:rPr sz="2400" spc="-10" dirty="0">
                <a:solidFill>
                  <a:srgbClr val="404040"/>
                </a:solidFill>
                <a:latin typeface="Times New Roman"/>
                <a:cs typeface="Times New Roman"/>
              </a:rPr>
              <a:t> </a:t>
            </a:r>
            <a:r>
              <a:rPr sz="2400" spc="-85" dirty="0">
                <a:solidFill>
                  <a:srgbClr val="404040"/>
                </a:solidFill>
                <a:latin typeface="Times New Roman"/>
                <a:cs typeface="Times New Roman"/>
              </a:rPr>
              <a:t>Maven</a:t>
            </a:r>
            <a:r>
              <a:rPr sz="2400" dirty="0">
                <a:solidFill>
                  <a:srgbClr val="404040"/>
                </a:solidFill>
                <a:latin typeface="Times New Roman"/>
                <a:cs typeface="Times New Roman"/>
              </a:rPr>
              <a:t> </a:t>
            </a:r>
            <a:r>
              <a:rPr sz="2400" spc="-10" dirty="0">
                <a:solidFill>
                  <a:srgbClr val="404040"/>
                </a:solidFill>
                <a:latin typeface="Times New Roman"/>
                <a:cs typeface="Times New Roman"/>
              </a:rPr>
              <a:t>contenant</a:t>
            </a:r>
            <a:r>
              <a:rPr sz="2400" spc="10" dirty="0">
                <a:solidFill>
                  <a:srgbClr val="404040"/>
                </a:solidFill>
                <a:latin typeface="Times New Roman"/>
                <a:cs typeface="Times New Roman"/>
              </a:rPr>
              <a:t> </a:t>
            </a:r>
            <a:r>
              <a:rPr sz="2400" spc="-85" dirty="0">
                <a:solidFill>
                  <a:srgbClr val="404040"/>
                </a:solidFill>
                <a:latin typeface="Times New Roman"/>
                <a:cs typeface="Times New Roman"/>
              </a:rPr>
              <a:t>les</a:t>
            </a:r>
            <a:r>
              <a:rPr sz="2400" dirty="0">
                <a:solidFill>
                  <a:srgbClr val="404040"/>
                </a:solidFill>
                <a:latin typeface="Times New Roman"/>
                <a:cs typeface="Times New Roman"/>
              </a:rPr>
              <a:t> </a:t>
            </a:r>
            <a:r>
              <a:rPr sz="2400" spc="-70" dirty="0">
                <a:solidFill>
                  <a:srgbClr val="404040"/>
                </a:solidFill>
                <a:latin typeface="Times New Roman"/>
                <a:cs typeface="Times New Roman"/>
              </a:rPr>
              <a:t>librairies</a:t>
            </a:r>
            <a:r>
              <a:rPr sz="2400" spc="-15" dirty="0">
                <a:solidFill>
                  <a:srgbClr val="404040"/>
                </a:solidFill>
                <a:latin typeface="Times New Roman"/>
                <a:cs typeface="Times New Roman"/>
              </a:rPr>
              <a:t> </a:t>
            </a:r>
            <a:r>
              <a:rPr sz="2400" spc="-75" dirty="0">
                <a:solidFill>
                  <a:srgbClr val="404040"/>
                </a:solidFill>
                <a:latin typeface="Times New Roman"/>
                <a:cs typeface="Times New Roman"/>
              </a:rPr>
              <a:t>utilisées).</a:t>
            </a:r>
            <a:endParaRPr sz="2400" dirty="0">
              <a:latin typeface="Times New Roman"/>
              <a:cs typeface="Times New Roman"/>
            </a:endParaRPr>
          </a:p>
          <a:p>
            <a:pPr marL="104139" marR="4598670" indent="-91440">
              <a:lnSpc>
                <a:spcPts val="2590"/>
              </a:lnSpc>
              <a:spcBef>
                <a:spcPts val="1440"/>
              </a:spcBef>
              <a:buClr>
                <a:srgbClr val="1CACE3"/>
              </a:buClr>
              <a:buSzPct val="95833"/>
              <a:buFont typeface="Wingdings"/>
              <a:buChar char=""/>
              <a:tabLst>
                <a:tab pos="255904" algn="l"/>
                <a:tab pos="707390" algn="l"/>
                <a:tab pos="1684020" algn="l"/>
                <a:tab pos="2267585" algn="l"/>
                <a:tab pos="3594100" algn="l"/>
                <a:tab pos="5174615" algn="l"/>
              </a:tabLst>
            </a:pPr>
            <a:r>
              <a:rPr sz="2400" dirty="0">
                <a:solidFill>
                  <a:srgbClr val="404040"/>
                </a:solidFill>
                <a:latin typeface="Times New Roman"/>
                <a:cs typeface="Times New Roman"/>
              </a:rPr>
              <a:t>un	</a:t>
            </a:r>
            <a:r>
              <a:rPr sz="2400" spc="-40" dirty="0">
                <a:solidFill>
                  <a:srgbClr val="404040"/>
                </a:solidFill>
                <a:latin typeface="Times New Roman"/>
                <a:cs typeface="Times New Roman"/>
              </a:rPr>
              <a:t>dossier	</a:t>
            </a:r>
            <a:r>
              <a:rPr sz="2400" spc="-90" dirty="0">
                <a:solidFill>
                  <a:srgbClr val="404040"/>
                </a:solidFill>
                <a:latin typeface="Times New Roman"/>
                <a:cs typeface="Times New Roman"/>
              </a:rPr>
              <a:t>a</a:t>
            </a:r>
            <a:r>
              <a:rPr sz="2400" spc="15" dirty="0">
                <a:solidFill>
                  <a:srgbClr val="404040"/>
                </a:solidFill>
                <a:latin typeface="Times New Roman"/>
                <a:cs typeface="Times New Roman"/>
              </a:rPr>
              <a:t>p</a:t>
            </a:r>
            <a:r>
              <a:rPr sz="2400" spc="20" dirty="0">
                <a:solidFill>
                  <a:srgbClr val="404040"/>
                </a:solidFill>
                <a:latin typeface="Times New Roman"/>
                <a:cs typeface="Times New Roman"/>
              </a:rPr>
              <a:t>p</a:t>
            </a:r>
            <a:r>
              <a:rPr sz="2400" dirty="0">
                <a:solidFill>
                  <a:srgbClr val="404040"/>
                </a:solidFill>
                <a:latin typeface="Times New Roman"/>
                <a:cs typeface="Times New Roman"/>
              </a:rPr>
              <a:t>	con</a:t>
            </a:r>
            <a:r>
              <a:rPr sz="2400" spc="10" dirty="0">
                <a:solidFill>
                  <a:srgbClr val="404040"/>
                </a:solidFill>
                <a:latin typeface="Times New Roman"/>
                <a:cs typeface="Times New Roman"/>
              </a:rPr>
              <a:t>t</a:t>
            </a:r>
            <a:r>
              <a:rPr sz="2400" spc="-30" dirty="0">
                <a:solidFill>
                  <a:srgbClr val="404040"/>
                </a:solidFill>
                <a:latin typeface="Times New Roman"/>
                <a:cs typeface="Times New Roman"/>
              </a:rPr>
              <a:t>ena</a:t>
            </a:r>
            <a:r>
              <a:rPr sz="2400" spc="-20" dirty="0">
                <a:solidFill>
                  <a:srgbClr val="404040"/>
                </a:solidFill>
                <a:latin typeface="Times New Roman"/>
                <a:cs typeface="Times New Roman"/>
              </a:rPr>
              <a:t>n</a:t>
            </a:r>
            <a:r>
              <a:rPr sz="2400" spc="30" dirty="0">
                <a:solidFill>
                  <a:srgbClr val="404040"/>
                </a:solidFill>
                <a:latin typeface="Times New Roman"/>
                <a:cs typeface="Times New Roman"/>
              </a:rPr>
              <a:t>t</a:t>
            </a:r>
            <a:r>
              <a:rPr sz="2400" dirty="0">
                <a:solidFill>
                  <a:srgbClr val="404040"/>
                </a:solidFill>
                <a:latin typeface="Times New Roman"/>
                <a:cs typeface="Times New Roman"/>
              </a:rPr>
              <a:t>	</a:t>
            </a:r>
            <a:r>
              <a:rPr sz="2400" spc="-100" dirty="0">
                <a:solidFill>
                  <a:srgbClr val="404040"/>
                </a:solidFill>
                <a:latin typeface="Times New Roman"/>
                <a:cs typeface="Times New Roman"/>
              </a:rPr>
              <a:t>l’appli</a:t>
            </a:r>
            <a:r>
              <a:rPr sz="2400" spc="-50" dirty="0">
                <a:solidFill>
                  <a:srgbClr val="404040"/>
                </a:solidFill>
                <a:latin typeface="Times New Roman"/>
                <a:cs typeface="Times New Roman"/>
              </a:rPr>
              <a:t>ca</a:t>
            </a:r>
            <a:r>
              <a:rPr sz="2400" spc="-45" dirty="0">
                <a:solidFill>
                  <a:srgbClr val="404040"/>
                </a:solidFill>
                <a:latin typeface="Times New Roman"/>
                <a:cs typeface="Times New Roman"/>
              </a:rPr>
              <a:t>t</a:t>
            </a:r>
            <a:r>
              <a:rPr sz="2400" spc="-35" dirty="0">
                <a:solidFill>
                  <a:srgbClr val="404040"/>
                </a:solidFill>
                <a:latin typeface="Times New Roman"/>
                <a:cs typeface="Times New Roman"/>
              </a:rPr>
              <a:t>i</a:t>
            </a:r>
            <a:r>
              <a:rPr sz="2400" spc="-50" dirty="0">
                <a:solidFill>
                  <a:srgbClr val="404040"/>
                </a:solidFill>
                <a:latin typeface="Times New Roman"/>
                <a:cs typeface="Times New Roman"/>
              </a:rPr>
              <a:t>o</a:t>
            </a:r>
            <a:r>
              <a:rPr sz="2400" spc="20" dirty="0">
                <a:solidFill>
                  <a:srgbClr val="404040"/>
                </a:solidFill>
                <a:latin typeface="Times New Roman"/>
                <a:cs typeface="Times New Roman"/>
              </a:rPr>
              <a:t>n</a:t>
            </a:r>
            <a:r>
              <a:rPr sz="2400" dirty="0">
                <a:solidFill>
                  <a:srgbClr val="404040"/>
                </a:solidFill>
                <a:latin typeface="Times New Roman"/>
                <a:cs typeface="Times New Roman"/>
              </a:rPr>
              <a:t>	</a:t>
            </a:r>
            <a:r>
              <a:rPr sz="2400" spc="-10" dirty="0">
                <a:solidFill>
                  <a:srgbClr val="404040"/>
                </a:solidFill>
                <a:latin typeface="Times New Roman"/>
                <a:cs typeface="Times New Roman"/>
              </a:rPr>
              <a:t>du  </a:t>
            </a:r>
            <a:r>
              <a:rPr sz="2400" spc="-30" dirty="0">
                <a:solidFill>
                  <a:srgbClr val="404040"/>
                </a:solidFill>
                <a:latin typeface="Times New Roman"/>
                <a:cs typeface="Times New Roman"/>
              </a:rPr>
              <a:t>projet.</a:t>
            </a:r>
            <a:endParaRPr sz="2400" dirty="0">
              <a:latin typeface="Times New Roman"/>
              <a:cs typeface="Times New Roman"/>
            </a:endParaRPr>
          </a:p>
          <a:p>
            <a:pPr marL="255270" indent="-243204">
              <a:lnSpc>
                <a:spcPts val="2735"/>
              </a:lnSpc>
              <a:spcBef>
                <a:spcPts val="1070"/>
              </a:spcBef>
              <a:buClr>
                <a:srgbClr val="1CACE3"/>
              </a:buClr>
              <a:buSzPct val="95833"/>
              <a:buFont typeface="Wingdings"/>
              <a:buChar char=""/>
              <a:tabLst>
                <a:tab pos="255904" algn="l"/>
                <a:tab pos="705485" algn="l"/>
                <a:tab pos="1505585" algn="l"/>
                <a:tab pos="3035935" algn="l"/>
                <a:tab pos="3723640" algn="l"/>
                <a:tab pos="4066540" algn="l"/>
                <a:tab pos="5041900" algn="l"/>
              </a:tabLst>
            </a:pPr>
            <a:r>
              <a:rPr sz="2400" spc="-5" dirty="0">
                <a:solidFill>
                  <a:srgbClr val="404040"/>
                </a:solidFill>
                <a:latin typeface="Times New Roman"/>
                <a:cs typeface="Times New Roman"/>
              </a:rPr>
              <a:t>un	</a:t>
            </a:r>
            <a:r>
              <a:rPr sz="2400" spc="-30" dirty="0">
                <a:solidFill>
                  <a:srgbClr val="404040"/>
                </a:solidFill>
                <a:latin typeface="Times New Roman"/>
                <a:cs typeface="Times New Roman"/>
              </a:rPr>
              <a:t>script	</a:t>
            </a:r>
            <a:r>
              <a:rPr sz="2400" spc="-60" dirty="0">
                <a:solidFill>
                  <a:srgbClr val="404040"/>
                </a:solidFill>
                <a:latin typeface="Times New Roman"/>
                <a:cs typeface="Times New Roman"/>
              </a:rPr>
              <a:t>build.gradle	</a:t>
            </a:r>
            <a:r>
              <a:rPr sz="2400" spc="-40" dirty="0">
                <a:solidFill>
                  <a:srgbClr val="404040"/>
                </a:solidFill>
                <a:latin typeface="Times New Roman"/>
                <a:cs typeface="Times New Roman"/>
              </a:rPr>
              <a:t>dans	</a:t>
            </a:r>
            <a:r>
              <a:rPr sz="2400" spc="-95" dirty="0">
                <a:solidFill>
                  <a:srgbClr val="404040"/>
                </a:solidFill>
                <a:latin typeface="Times New Roman"/>
                <a:cs typeface="Times New Roman"/>
              </a:rPr>
              <a:t>le	</a:t>
            </a:r>
            <a:r>
              <a:rPr sz="2400" spc="-40" dirty="0">
                <a:solidFill>
                  <a:srgbClr val="404040"/>
                </a:solidFill>
                <a:latin typeface="Times New Roman"/>
                <a:cs typeface="Times New Roman"/>
              </a:rPr>
              <a:t>dossier	</a:t>
            </a:r>
            <a:r>
              <a:rPr sz="2400" spc="-20" dirty="0">
                <a:solidFill>
                  <a:srgbClr val="404040"/>
                </a:solidFill>
                <a:latin typeface="Times New Roman"/>
                <a:cs typeface="Times New Roman"/>
              </a:rPr>
              <a:t>app</a:t>
            </a:r>
            <a:endParaRPr sz="2400" dirty="0">
              <a:latin typeface="Times New Roman"/>
              <a:cs typeface="Times New Roman"/>
            </a:endParaRPr>
          </a:p>
          <a:p>
            <a:pPr marL="104139">
              <a:lnSpc>
                <a:spcPts val="2735"/>
              </a:lnSpc>
            </a:pPr>
            <a:r>
              <a:rPr sz="2400" dirty="0">
                <a:solidFill>
                  <a:srgbClr val="404040"/>
                </a:solidFill>
                <a:latin typeface="Times New Roman"/>
                <a:cs typeface="Times New Roman"/>
              </a:rPr>
              <a:t>pour</a:t>
            </a:r>
            <a:r>
              <a:rPr sz="2400" spc="-5" dirty="0">
                <a:solidFill>
                  <a:srgbClr val="404040"/>
                </a:solidFill>
                <a:latin typeface="Times New Roman"/>
                <a:cs typeface="Times New Roman"/>
              </a:rPr>
              <a:t> </a:t>
            </a:r>
            <a:r>
              <a:rPr sz="2400" spc="-50" dirty="0">
                <a:solidFill>
                  <a:srgbClr val="404040"/>
                </a:solidFill>
                <a:latin typeface="Times New Roman"/>
                <a:cs typeface="Times New Roman"/>
              </a:rPr>
              <a:t>compiler</a:t>
            </a:r>
            <a:r>
              <a:rPr sz="2400" spc="-5" dirty="0">
                <a:solidFill>
                  <a:srgbClr val="404040"/>
                </a:solidFill>
                <a:latin typeface="Times New Roman"/>
                <a:cs typeface="Times New Roman"/>
              </a:rPr>
              <a:t> </a:t>
            </a:r>
            <a:r>
              <a:rPr sz="2400" spc="-70" dirty="0" err="1" smtClean="0">
                <a:solidFill>
                  <a:srgbClr val="404040"/>
                </a:solidFill>
                <a:latin typeface="Times New Roman"/>
                <a:cs typeface="Times New Roman"/>
              </a:rPr>
              <a:t>l’application</a:t>
            </a:r>
            <a:r>
              <a:rPr lang="en-US" sz="2400" spc="-70" dirty="0" smtClean="0">
                <a:solidFill>
                  <a:srgbClr val="404040"/>
                </a:solidFill>
                <a:latin typeface="Times New Roman"/>
                <a:cs typeface="Times New Roman"/>
              </a:rPr>
              <a:t> (</a:t>
            </a:r>
            <a:r>
              <a:rPr lang="en-US" sz="2400" spc="-70" dirty="0">
                <a:solidFill>
                  <a:srgbClr val="404040"/>
                </a:solidFill>
                <a:latin typeface="Times New Roman"/>
                <a:cs typeface="Times New Roman"/>
              </a:rPr>
              <a:t>Module Level)</a:t>
            </a:r>
            <a:r>
              <a:rPr sz="2400" spc="-70" dirty="0" smtClean="0">
                <a:solidFill>
                  <a:srgbClr val="404040"/>
                </a:solidFill>
                <a:latin typeface="Times New Roman"/>
                <a:cs typeface="Times New Roman"/>
              </a:rPr>
              <a:t>.</a:t>
            </a:r>
            <a:endParaRPr sz="24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32</a:t>
            </a:fld>
            <a:endParaRPr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4178935"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10" dirty="0"/>
              <a:t> </a:t>
            </a:r>
            <a:r>
              <a:rPr spc="120" dirty="0"/>
              <a:t>G</a:t>
            </a:r>
            <a:r>
              <a:rPr spc="-50" dirty="0"/>
              <a:t>r</a:t>
            </a:r>
            <a:r>
              <a:rPr spc="-190" dirty="0"/>
              <a:t>a</a:t>
            </a:r>
            <a:r>
              <a:rPr spc="-50" dirty="0"/>
              <a:t>d</a:t>
            </a:r>
            <a:r>
              <a:rPr spc="-225" dirty="0"/>
              <a:t>l</a:t>
            </a:r>
            <a:r>
              <a:rPr spc="-100" dirty="0"/>
              <a:t>e</a:t>
            </a:r>
          </a:p>
        </p:txBody>
      </p:sp>
      <p:sp>
        <p:nvSpPr>
          <p:cNvPr id="3" name="object 3"/>
          <p:cNvSpPr txBox="1"/>
          <p:nvPr/>
        </p:nvSpPr>
        <p:spPr>
          <a:xfrm>
            <a:off x="1117193" y="1163192"/>
            <a:ext cx="10086340" cy="720725"/>
          </a:xfrm>
          <a:prstGeom prst="rect">
            <a:avLst/>
          </a:prstGeom>
        </p:spPr>
        <p:txBody>
          <a:bodyPr vert="horz" wrap="square" lIns="0" tIns="53975" rIns="0" bIns="0" rtlCol="0">
            <a:spAutoFit/>
          </a:bodyPr>
          <a:lstStyle/>
          <a:p>
            <a:pPr marL="12700" marR="5080">
              <a:lnSpc>
                <a:spcPts val="2590"/>
              </a:lnSpc>
              <a:spcBef>
                <a:spcPts val="425"/>
              </a:spcBef>
              <a:tabLst>
                <a:tab pos="1129665" algn="l"/>
                <a:tab pos="2078989" algn="l"/>
                <a:tab pos="2717800" algn="l"/>
                <a:tab pos="3488690" algn="l"/>
                <a:tab pos="3752215" algn="l"/>
                <a:tab pos="4283075" algn="l"/>
                <a:tab pos="6007100" algn="l"/>
                <a:tab pos="7185025" algn="l"/>
                <a:tab pos="7720330" algn="l"/>
                <a:tab pos="8168005" algn="l"/>
                <a:tab pos="9192260" algn="l"/>
                <a:tab pos="9875520" algn="l"/>
              </a:tabLst>
            </a:pPr>
            <a:r>
              <a:rPr sz="2400" spc="-60" dirty="0">
                <a:solidFill>
                  <a:srgbClr val="404040"/>
                </a:solidFill>
                <a:latin typeface="Times New Roman"/>
                <a:cs typeface="Times New Roman"/>
              </a:rPr>
              <a:t>Ce</a:t>
            </a:r>
            <a:r>
              <a:rPr sz="2400" spc="10" dirty="0">
                <a:solidFill>
                  <a:srgbClr val="404040"/>
                </a:solidFill>
                <a:latin typeface="Times New Roman"/>
                <a:cs typeface="Times New Roman"/>
              </a:rPr>
              <a:t>r</a:t>
            </a:r>
            <a:r>
              <a:rPr sz="2400" spc="-45" dirty="0">
                <a:solidFill>
                  <a:srgbClr val="404040"/>
                </a:solidFill>
                <a:latin typeface="Times New Roman"/>
                <a:cs typeface="Times New Roman"/>
              </a:rPr>
              <a:t>tains</a:t>
            </a:r>
            <a:r>
              <a:rPr sz="2400" dirty="0">
                <a:solidFill>
                  <a:srgbClr val="404040"/>
                </a:solidFill>
                <a:latin typeface="Times New Roman"/>
                <a:cs typeface="Times New Roman"/>
              </a:rPr>
              <a:t>	</a:t>
            </a:r>
            <a:r>
              <a:rPr sz="2400" spc="-25" dirty="0">
                <a:solidFill>
                  <a:srgbClr val="404040"/>
                </a:solidFill>
                <a:latin typeface="Times New Roman"/>
                <a:cs typeface="Times New Roman"/>
              </a:rPr>
              <a:t>pro</a:t>
            </a:r>
            <a:r>
              <a:rPr sz="2400" spc="-15" dirty="0">
                <a:solidFill>
                  <a:srgbClr val="404040"/>
                </a:solidFill>
                <a:latin typeface="Times New Roman"/>
                <a:cs typeface="Times New Roman"/>
              </a:rPr>
              <a:t>j</a:t>
            </a:r>
            <a:r>
              <a:rPr sz="2400" spc="-25" dirty="0">
                <a:solidFill>
                  <a:srgbClr val="404040"/>
                </a:solidFill>
                <a:latin typeface="Times New Roman"/>
                <a:cs typeface="Times New Roman"/>
              </a:rPr>
              <a:t>et</a:t>
            </a:r>
            <a:r>
              <a:rPr sz="2400" spc="-60" dirty="0">
                <a:solidFill>
                  <a:srgbClr val="404040"/>
                </a:solidFill>
                <a:latin typeface="Times New Roman"/>
                <a:cs typeface="Times New Roman"/>
              </a:rPr>
              <a:t>s</a:t>
            </a:r>
            <a:r>
              <a:rPr sz="2400" dirty="0">
                <a:solidFill>
                  <a:srgbClr val="404040"/>
                </a:solidFill>
                <a:latin typeface="Times New Roman"/>
                <a:cs typeface="Times New Roman"/>
              </a:rPr>
              <a:t>	</a:t>
            </a:r>
            <a:r>
              <a:rPr sz="2400" spc="10" dirty="0">
                <a:solidFill>
                  <a:srgbClr val="404040"/>
                </a:solidFill>
                <a:latin typeface="Times New Roman"/>
                <a:cs typeface="Times New Roman"/>
              </a:rPr>
              <a:t>font</a:t>
            </a:r>
            <a:r>
              <a:rPr sz="2400" dirty="0">
                <a:solidFill>
                  <a:srgbClr val="404040"/>
                </a:solidFill>
                <a:latin typeface="Times New Roman"/>
                <a:cs typeface="Times New Roman"/>
              </a:rPr>
              <a:t>	</a:t>
            </a:r>
            <a:r>
              <a:rPr sz="2400" spc="-35" dirty="0">
                <a:solidFill>
                  <a:srgbClr val="404040"/>
                </a:solidFill>
                <a:latin typeface="Times New Roman"/>
                <a:cs typeface="Times New Roman"/>
              </a:rPr>
              <a:t>app</a:t>
            </a:r>
            <a:r>
              <a:rPr sz="2400" spc="-40" dirty="0">
                <a:solidFill>
                  <a:srgbClr val="404040"/>
                </a:solidFill>
                <a:latin typeface="Times New Roman"/>
                <a:cs typeface="Times New Roman"/>
              </a:rPr>
              <a:t>e</a:t>
            </a:r>
            <a:r>
              <a:rPr sz="2400" spc="-120" dirty="0">
                <a:solidFill>
                  <a:srgbClr val="404040"/>
                </a:solidFill>
                <a:latin typeface="Times New Roman"/>
                <a:cs typeface="Times New Roman"/>
              </a:rPr>
              <a:t>l</a:t>
            </a:r>
            <a:r>
              <a:rPr sz="2400" dirty="0">
                <a:solidFill>
                  <a:srgbClr val="404040"/>
                </a:solidFill>
                <a:latin typeface="Times New Roman"/>
                <a:cs typeface="Times New Roman"/>
              </a:rPr>
              <a:t>	</a:t>
            </a:r>
            <a:r>
              <a:rPr sz="2400" spc="-95" dirty="0">
                <a:solidFill>
                  <a:srgbClr val="404040"/>
                </a:solidFill>
                <a:latin typeface="Times New Roman"/>
                <a:cs typeface="Times New Roman"/>
              </a:rPr>
              <a:t>à</a:t>
            </a:r>
            <a:r>
              <a:rPr sz="2400"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dirty="0">
                <a:solidFill>
                  <a:srgbClr val="404040"/>
                </a:solidFill>
                <a:latin typeface="Times New Roman"/>
                <a:cs typeface="Times New Roman"/>
              </a:rPr>
              <a:t>	</a:t>
            </a:r>
            <a:r>
              <a:rPr sz="2400" spc="-70" dirty="0">
                <a:solidFill>
                  <a:srgbClr val="404040"/>
                </a:solidFill>
                <a:latin typeface="Times New Roman"/>
                <a:cs typeface="Times New Roman"/>
              </a:rPr>
              <a:t>bibl</a:t>
            </a:r>
            <a:r>
              <a:rPr sz="2400" spc="-50" dirty="0">
                <a:solidFill>
                  <a:srgbClr val="404040"/>
                </a:solidFill>
                <a:latin typeface="Times New Roman"/>
                <a:cs typeface="Times New Roman"/>
              </a:rPr>
              <a:t>i</a:t>
            </a:r>
            <a:r>
              <a:rPr sz="2400" spc="-5" dirty="0">
                <a:solidFill>
                  <a:srgbClr val="404040"/>
                </a:solidFill>
                <a:latin typeface="Times New Roman"/>
                <a:cs typeface="Times New Roman"/>
              </a:rPr>
              <a:t>oth</a:t>
            </a:r>
            <a:r>
              <a:rPr sz="2400" spc="-15" dirty="0">
                <a:solidFill>
                  <a:srgbClr val="404040"/>
                </a:solidFill>
                <a:latin typeface="Times New Roman"/>
                <a:cs typeface="Times New Roman"/>
              </a:rPr>
              <a:t>è</a:t>
            </a:r>
            <a:r>
              <a:rPr sz="2400" spc="-45" dirty="0">
                <a:solidFill>
                  <a:srgbClr val="404040"/>
                </a:solidFill>
                <a:latin typeface="Times New Roman"/>
                <a:cs typeface="Times New Roman"/>
              </a:rPr>
              <a:t>ques</a:t>
            </a:r>
            <a:r>
              <a:rPr sz="2400" dirty="0">
                <a:solidFill>
                  <a:srgbClr val="404040"/>
                </a:solidFill>
                <a:latin typeface="Times New Roman"/>
                <a:cs typeface="Times New Roman"/>
              </a:rPr>
              <a:t>	</a:t>
            </a:r>
            <a:r>
              <a:rPr sz="2400" spc="-50" dirty="0">
                <a:solidFill>
                  <a:srgbClr val="404040"/>
                </a:solidFill>
                <a:latin typeface="Times New Roman"/>
                <a:cs typeface="Times New Roman"/>
              </a:rPr>
              <a:t>ext</a:t>
            </a:r>
            <a:r>
              <a:rPr sz="2400" spc="-65" dirty="0">
                <a:solidFill>
                  <a:srgbClr val="404040"/>
                </a:solidFill>
                <a:latin typeface="Times New Roman"/>
                <a:cs typeface="Times New Roman"/>
              </a:rPr>
              <a:t>e</a:t>
            </a:r>
            <a:r>
              <a:rPr sz="2400" spc="45" dirty="0">
                <a:solidFill>
                  <a:srgbClr val="404040"/>
                </a:solidFill>
                <a:latin typeface="Times New Roman"/>
                <a:cs typeface="Times New Roman"/>
              </a:rPr>
              <a:t>r</a:t>
            </a:r>
            <a:r>
              <a:rPr sz="2400" spc="-45" dirty="0">
                <a:solidFill>
                  <a:srgbClr val="404040"/>
                </a:solidFill>
                <a:latin typeface="Times New Roman"/>
                <a:cs typeface="Times New Roman"/>
              </a:rPr>
              <a:t>ne</a:t>
            </a:r>
            <a:r>
              <a:rPr sz="2400" spc="-130" dirty="0">
                <a:solidFill>
                  <a:srgbClr val="404040"/>
                </a:solidFill>
                <a:latin typeface="Times New Roman"/>
                <a:cs typeface="Times New Roman"/>
              </a:rPr>
              <a:t>s</a:t>
            </a:r>
            <a:r>
              <a:rPr sz="2400" spc="-75" dirty="0">
                <a:solidFill>
                  <a:srgbClr val="404040"/>
                </a:solidFill>
                <a:latin typeface="Times New Roman"/>
                <a:cs typeface="Times New Roman"/>
              </a:rPr>
              <a:t>.</a:t>
            </a:r>
            <a:r>
              <a:rPr sz="2400" dirty="0">
                <a:solidFill>
                  <a:srgbClr val="404040"/>
                </a:solidFill>
                <a:latin typeface="Times New Roman"/>
                <a:cs typeface="Times New Roman"/>
              </a:rPr>
              <a:t>	</a:t>
            </a:r>
            <a:r>
              <a:rPr sz="2400" spc="105" dirty="0">
                <a:solidFill>
                  <a:srgbClr val="404040"/>
                </a:solidFill>
                <a:latin typeface="Times New Roman"/>
                <a:cs typeface="Times New Roman"/>
              </a:rPr>
              <a:t>O</a:t>
            </a:r>
            <a:r>
              <a:rPr sz="2400" spc="65" dirty="0">
                <a:solidFill>
                  <a:srgbClr val="404040"/>
                </a:solidFill>
                <a:latin typeface="Times New Roman"/>
                <a:cs typeface="Times New Roman"/>
              </a:rPr>
              <a:t>n</a:t>
            </a:r>
            <a:r>
              <a:rPr sz="2400" dirty="0">
                <a:solidFill>
                  <a:srgbClr val="404040"/>
                </a:solidFill>
                <a:latin typeface="Times New Roman"/>
                <a:cs typeface="Times New Roman"/>
              </a:rPr>
              <a:t>	</a:t>
            </a:r>
            <a:r>
              <a:rPr sz="2400" spc="-85" dirty="0">
                <a:solidFill>
                  <a:srgbClr val="404040"/>
                </a:solidFill>
                <a:latin typeface="Times New Roman"/>
                <a:cs typeface="Times New Roman"/>
              </a:rPr>
              <a:t>les</a:t>
            </a:r>
            <a:r>
              <a:rPr sz="2400" dirty="0">
                <a:solidFill>
                  <a:srgbClr val="404040"/>
                </a:solidFill>
                <a:latin typeface="Times New Roman"/>
                <a:cs typeface="Times New Roman"/>
              </a:rPr>
              <a:t>	</a:t>
            </a:r>
            <a:r>
              <a:rPr sz="2400" spc="-45" dirty="0">
                <a:solidFill>
                  <a:srgbClr val="404040"/>
                </a:solidFill>
                <a:latin typeface="Times New Roman"/>
                <a:cs typeface="Times New Roman"/>
              </a:rPr>
              <a:t>spé</a:t>
            </a:r>
            <a:r>
              <a:rPr sz="2400" spc="-55" dirty="0">
                <a:solidFill>
                  <a:srgbClr val="404040"/>
                </a:solidFill>
                <a:latin typeface="Times New Roman"/>
                <a:cs typeface="Times New Roman"/>
              </a:rPr>
              <a:t>c</a:t>
            </a:r>
            <a:r>
              <a:rPr sz="2400" spc="-85" dirty="0">
                <a:solidFill>
                  <a:srgbClr val="404040"/>
                </a:solidFill>
                <a:latin typeface="Times New Roman"/>
                <a:cs typeface="Times New Roman"/>
              </a:rPr>
              <a:t>ifie</a:t>
            </a:r>
            <a:r>
              <a:rPr sz="2400" dirty="0">
                <a:solidFill>
                  <a:srgbClr val="404040"/>
                </a:solidFill>
                <a:latin typeface="Times New Roman"/>
                <a:cs typeface="Times New Roman"/>
              </a:rPr>
              <a:t>	</a:t>
            </a:r>
            <a:r>
              <a:rPr sz="2400" spc="-35" dirty="0">
                <a:solidFill>
                  <a:srgbClr val="404040"/>
                </a:solidFill>
                <a:latin typeface="Times New Roman"/>
                <a:cs typeface="Times New Roman"/>
              </a:rPr>
              <a:t>dans</a:t>
            </a:r>
            <a:r>
              <a:rPr sz="2400" dirty="0">
                <a:solidFill>
                  <a:srgbClr val="404040"/>
                </a:solidFill>
                <a:latin typeface="Times New Roman"/>
                <a:cs typeface="Times New Roman"/>
              </a:rPr>
              <a:t>	</a:t>
            </a:r>
            <a:r>
              <a:rPr sz="2400" spc="-80" dirty="0">
                <a:solidFill>
                  <a:srgbClr val="404040"/>
                </a:solidFill>
                <a:latin typeface="Times New Roman"/>
                <a:cs typeface="Times New Roman"/>
              </a:rPr>
              <a:t>le  </a:t>
            </a:r>
            <a:r>
              <a:rPr sz="2400" spc="-60" dirty="0">
                <a:solidFill>
                  <a:srgbClr val="404040"/>
                </a:solidFill>
                <a:latin typeface="Times New Roman"/>
                <a:cs typeface="Times New Roman"/>
              </a:rPr>
              <a:t>build.gradle</a:t>
            </a:r>
            <a:r>
              <a:rPr sz="2400" spc="-15" dirty="0">
                <a:solidFill>
                  <a:srgbClr val="404040"/>
                </a:solidFill>
                <a:latin typeface="Times New Roman"/>
                <a:cs typeface="Times New Roman"/>
              </a:rPr>
              <a:t> du</a:t>
            </a:r>
            <a:r>
              <a:rPr sz="2400" spc="-5" dirty="0">
                <a:solidFill>
                  <a:srgbClr val="404040"/>
                </a:solidFill>
                <a:latin typeface="Times New Roman"/>
                <a:cs typeface="Times New Roman"/>
              </a:rPr>
              <a:t> </a:t>
            </a:r>
            <a:r>
              <a:rPr sz="2400" spc="-40" dirty="0">
                <a:solidFill>
                  <a:srgbClr val="404040"/>
                </a:solidFill>
                <a:latin typeface="Times New Roman"/>
                <a:cs typeface="Times New Roman"/>
              </a:rPr>
              <a:t>dossier</a:t>
            </a:r>
            <a:r>
              <a:rPr sz="2400" spc="5" dirty="0">
                <a:solidFill>
                  <a:srgbClr val="404040"/>
                </a:solidFill>
                <a:latin typeface="Times New Roman"/>
                <a:cs typeface="Times New Roman"/>
              </a:rPr>
              <a:t> </a:t>
            </a:r>
            <a:r>
              <a:rPr sz="2400" spc="-65" dirty="0">
                <a:solidFill>
                  <a:srgbClr val="404040"/>
                </a:solidFill>
                <a:latin typeface="Times New Roman"/>
                <a:cs typeface="Times New Roman"/>
              </a:rPr>
              <a:t>app,</a:t>
            </a:r>
            <a:r>
              <a:rPr sz="2400" dirty="0">
                <a:solidFill>
                  <a:srgbClr val="404040"/>
                </a:solidFill>
                <a:latin typeface="Times New Roman"/>
                <a:cs typeface="Times New Roman"/>
              </a:rPr>
              <a:t> </a:t>
            </a:r>
            <a:r>
              <a:rPr sz="2400" spc="-30" dirty="0">
                <a:solidFill>
                  <a:srgbClr val="404040"/>
                </a:solidFill>
                <a:latin typeface="Times New Roman"/>
                <a:cs typeface="Times New Roman"/>
              </a:rPr>
              <a:t>dans</a:t>
            </a:r>
            <a:r>
              <a:rPr sz="2400" spc="-10" dirty="0">
                <a:solidFill>
                  <a:srgbClr val="404040"/>
                </a:solidFill>
                <a:latin typeface="Times New Roman"/>
                <a:cs typeface="Times New Roman"/>
              </a:rPr>
              <a:t> </a:t>
            </a:r>
            <a:r>
              <a:rPr sz="2400" spc="-105" dirty="0">
                <a:solidFill>
                  <a:srgbClr val="404040"/>
                </a:solidFill>
                <a:latin typeface="Times New Roman"/>
                <a:cs typeface="Times New Roman"/>
              </a:rPr>
              <a:t>la</a:t>
            </a:r>
            <a:r>
              <a:rPr sz="2400" spc="-5" dirty="0">
                <a:solidFill>
                  <a:srgbClr val="404040"/>
                </a:solidFill>
                <a:latin typeface="Times New Roman"/>
                <a:cs typeface="Times New Roman"/>
              </a:rPr>
              <a:t> </a:t>
            </a:r>
            <a:r>
              <a:rPr sz="2400" spc="-20" dirty="0">
                <a:solidFill>
                  <a:srgbClr val="404040"/>
                </a:solidFill>
                <a:latin typeface="Times New Roman"/>
                <a:cs typeface="Times New Roman"/>
              </a:rPr>
              <a:t>zone</a:t>
            </a:r>
            <a:r>
              <a:rPr sz="2400" spc="5" dirty="0">
                <a:solidFill>
                  <a:srgbClr val="404040"/>
                </a:solidFill>
                <a:latin typeface="Times New Roman"/>
                <a:cs typeface="Times New Roman"/>
              </a:rPr>
              <a:t> </a:t>
            </a:r>
            <a:r>
              <a:rPr sz="2400" spc="-40" dirty="0">
                <a:solidFill>
                  <a:srgbClr val="404040"/>
                </a:solidFill>
                <a:latin typeface="Times New Roman"/>
                <a:cs typeface="Times New Roman"/>
              </a:rPr>
              <a:t>dependencies</a:t>
            </a:r>
            <a:r>
              <a:rPr sz="2400" spc="5"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a:latin typeface="Times New Roman"/>
              <a:cs typeface="Times New Roman"/>
            </a:endParaRPr>
          </a:p>
        </p:txBody>
      </p:sp>
      <p:sp>
        <p:nvSpPr>
          <p:cNvPr id="4" name="object 4"/>
          <p:cNvSpPr txBox="1"/>
          <p:nvPr/>
        </p:nvSpPr>
        <p:spPr>
          <a:xfrm>
            <a:off x="1117193" y="4027119"/>
            <a:ext cx="10083800" cy="1736089"/>
          </a:xfrm>
          <a:prstGeom prst="rect">
            <a:avLst/>
          </a:prstGeom>
        </p:spPr>
        <p:txBody>
          <a:bodyPr vert="horz" wrap="square" lIns="0" tIns="12700" rIns="0" bIns="0" rtlCol="0">
            <a:spAutoFit/>
          </a:bodyPr>
          <a:lstStyle/>
          <a:p>
            <a:pPr marL="12700">
              <a:lnSpc>
                <a:spcPts val="2735"/>
              </a:lnSpc>
              <a:spcBef>
                <a:spcPts val="100"/>
              </a:spcBef>
            </a:pPr>
            <a:r>
              <a:rPr sz="2400" spc="-35" dirty="0">
                <a:solidFill>
                  <a:srgbClr val="404040"/>
                </a:solidFill>
                <a:latin typeface="Times New Roman"/>
                <a:cs typeface="Times New Roman"/>
              </a:rPr>
              <a:t>Il</a:t>
            </a:r>
            <a:r>
              <a:rPr sz="2400" spc="25" dirty="0">
                <a:solidFill>
                  <a:srgbClr val="404040"/>
                </a:solidFill>
                <a:latin typeface="Times New Roman"/>
                <a:cs typeface="Times New Roman"/>
              </a:rPr>
              <a:t> </a:t>
            </a:r>
            <a:r>
              <a:rPr sz="2400" spc="-200" dirty="0">
                <a:solidFill>
                  <a:srgbClr val="404040"/>
                </a:solidFill>
                <a:latin typeface="Times New Roman"/>
                <a:cs typeface="Times New Roman"/>
              </a:rPr>
              <a:t>y</a:t>
            </a:r>
            <a:r>
              <a:rPr sz="2400" spc="20" dirty="0">
                <a:solidFill>
                  <a:srgbClr val="404040"/>
                </a:solidFill>
                <a:latin typeface="Times New Roman"/>
                <a:cs typeface="Times New Roman"/>
              </a:rPr>
              <a:t> </a:t>
            </a:r>
            <a:r>
              <a:rPr sz="2400" spc="-90" dirty="0">
                <a:solidFill>
                  <a:srgbClr val="404040"/>
                </a:solidFill>
                <a:latin typeface="Times New Roman"/>
                <a:cs typeface="Times New Roman"/>
              </a:rPr>
              <a:t>a</a:t>
            </a:r>
            <a:r>
              <a:rPr sz="2400" spc="20"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20" dirty="0">
                <a:solidFill>
                  <a:srgbClr val="404040"/>
                </a:solidFill>
                <a:latin typeface="Times New Roman"/>
                <a:cs typeface="Times New Roman"/>
              </a:rPr>
              <a:t> </a:t>
            </a:r>
            <a:r>
              <a:rPr sz="2400" spc="-75" dirty="0">
                <a:solidFill>
                  <a:srgbClr val="404040"/>
                </a:solidFill>
                <a:latin typeface="Times New Roman"/>
                <a:cs typeface="Times New Roman"/>
              </a:rPr>
              <a:t>cas</a:t>
            </a:r>
            <a:r>
              <a:rPr sz="2400" spc="30" dirty="0">
                <a:solidFill>
                  <a:srgbClr val="404040"/>
                </a:solidFill>
                <a:latin typeface="Times New Roman"/>
                <a:cs typeface="Times New Roman"/>
              </a:rPr>
              <a:t> </a:t>
            </a:r>
            <a:r>
              <a:rPr sz="2400" spc="-50" dirty="0">
                <a:solidFill>
                  <a:srgbClr val="404040"/>
                </a:solidFill>
                <a:latin typeface="Times New Roman"/>
                <a:cs typeface="Times New Roman"/>
              </a:rPr>
              <a:t>plus</a:t>
            </a:r>
            <a:r>
              <a:rPr sz="2400" spc="30" dirty="0">
                <a:solidFill>
                  <a:srgbClr val="404040"/>
                </a:solidFill>
                <a:latin typeface="Times New Roman"/>
                <a:cs typeface="Times New Roman"/>
              </a:rPr>
              <a:t> </a:t>
            </a:r>
            <a:r>
              <a:rPr sz="2400" spc="-70" dirty="0">
                <a:solidFill>
                  <a:srgbClr val="404040"/>
                </a:solidFill>
                <a:latin typeface="Times New Roman"/>
                <a:cs typeface="Times New Roman"/>
              </a:rPr>
              <a:t>complexes.</a:t>
            </a:r>
            <a:r>
              <a:rPr sz="2400" spc="30" dirty="0">
                <a:solidFill>
                  <a:srgbClr val="404040"/>
                </a:solidFill>
                <a:latin typeface="Times New Roman"/>
                <a:cs typeface="Times New Roman"/>
              </a:rPr>
              <a:t> </a:t>
            </a:r>
            <a:r>
              <a:rPr sz="2400" spc="-50" dirty="0">
                <a:solidFill>
                  <a:srgbClr val="404040"/>
                </a:solidFill>
                <a:latin typeface="Times New Roman"/>
                <a:cs typeface="Times New Roman"/>
              </a:rPr>
              <a:t>Par</a:t>
            </a:r>
            <a:r>
              <a:rPr sz="2400" spc="20" dirty="0">
                <a:solidFill>
                  <a:srgbClr val="404040"/>
                </a:solidFill>
                <a:latin typeface="Times New Roman"/>
                <a:cs typeface="Times New Roman"/>
              </a:rPr>
              <a:t> </a:t>
            </a:r>
            <a:r>
              <a:rPr sz="2400" spc="-75" dirty="0">
                <a:solidFill>
                  <a:srgbClr val="404040"/>
                </a:solidFill>
                <a:latin typeface="Times New Roman"/>
                <a:cs typeface="Times New Roman"/>
              </a:rPr>
              <a:t>exemple,</a:t>
            </a:r>
            <a:r>
              <a:rPr sz="2400" spc="30" dirty="0">
                <a:solidFill>
                  <a:srgbClr val="404040"/>
                </a:solidFill>
                <a:latin typeface="Times New Roman"/>
                <a:cs typeface="Times New Roman"/>
              </a:rPr>
              <a:t> </a:t>
            </a:r>
            <a:r>
              <a:rPr sz="2400" spc="-25" dirty="0">
                <a:solidFill>
                  <a:srgbClr val="404040"/>
                </a:solidFill>
                <a:latin typeface="Times New Roman"/>
                <a:cs typeface="Times New Roman"/>
              </a:rPr>
              <a:t>Pour</a:t>
            </a:r>
            <a:r>
              <a:rPr sz="2400" spc="25" dirty="0">
                <a:solidFill>
                  <a:srgbClr val="404040"/>
                </a:solidFill>
                <a:latin typeface="Times New Roman"/>
                <a:cs typeface="Times New Roman"/>
              </a:rPr>
              <a:t> </a:t>
            </a:r>
            <a:r>
              <a:rPr sz="2400" spc="-60" dirty="0">
                <a:solidFill>
                  <a:srgbClr val="404040"/>
                </a:solidFill>
                <a:latin typeface="Times New Roman"/>
                <a:cs typeface="Times New Roman"/>
              </a:rPr>
              <a:t>utiliser</a:t>
            </a:r>
            <a:r>
              <a:rPr sz="2400" spc="30" dirty="0">
                <a:solidFill>
                  <a:srgbClr val="404040"/>
                </a:solidFill>
                <a:latin typeface="Times New Roman"/>
                <a:cs typeface="Times New Roman"/>
              </a:rPr>
              <a:t> </a:t>
            </a:r>
            <a:r>
              <a:rPr sz="2400" spc="-105" dirty="0">
                <a:solidFill>
                  <a:srgbClr val="404040"/>
                </a:solidFill>
                <a:latin typeface="Times New Roman"/>
                <a:cs typeface="Times New Roman"/>
              </a:rPr>
              <a:t>la</a:t>
            </a:r>
            <a:r>
              <a:rPr sz="2400" spc="25" dirty="0">
                <a:solidFill>
                  <a:srgbClr val="404040"/>
                </a:solidFill>
                <a:latin typeface="Times New Roman"/>
                <a:cs typeface="Times New Roman"/>
              </a:rPr>
              <a:t> </a:t>
            </a:r>
            <a:r>
              <a:rPr sz="2400" spc="-55" dirty="0">
                <a:solidFill>
                  <a:srgbClr val="404040"/>
                </a:solidFill>
                <a:latin typeface="Times New Roman"/>
                <a:cs typeface="Times New Roman"/>
              </a:rPr>
              <a:t>base</a:t>
            </a:r>
            <a:r>
              <a:rPr sz="2400" spc="15"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20" dirty="0">
                <a:solidFill>
                  <a:srgbClr val="404040"/>
                </a:solidFill>
                <a:latin typeface="Times New Roman"/>
                <a:cs typeface="Times New Roman"/>
              </a:rPr>
              <a:t> </a:t>
            </a:r>
            <a:r>
              <a:rPr sz="2400" spc="-20" dirty="0">
                <a:solidFill>
                  <a:srgbClr val="404040"/>
                </a:solidFill>
                <a:latin typeface="Times New Roman"/>
                <a:cs typeface="Times New Roman"/>
              </a:rPr>
              <a:t>données</a:t>
            </a:r>
            <a:r>
              <a:rPr sz="2400" spc="25" dirty="0">
                <a:solidFill>
                  <a:srgbClr val="404040"/>
                </a:solidFill>
                <a:latin typeface="Times New Roman"/>
                <a:cs typeface="Times New Roman"/>
              </a:rPr>
              <a:t> </a:t>
            </a:r>
            <a:r>
              <a:rPr sz="2400" spc="-40" dirty="0">
                <a:solidFill>
                  <a:srgbClr val="404040"/>
                </a:solidFill>
                <a:latin typeface="Times New Roman"/>
                <a:cs typeface="Times New Roman"/>
              </a:rPr>
              <a:t>distribuée</a:t>
            </a:r>
            <a:endParaRPr sz="2400">
              <a:latin typeface="Times New Roman"/>
              <a:cs typeface="Times New Roman"/>
            </a:endParaRPr>
          </a:p>
          <a:p>
            <a:pPr marL="12700">
              <a:lnSpc>
                <a:spcPts val="2735"/>
              </a:lnSpc>
            </a:pPr>
            <a:r>
              <a:rPr sz="2400" spc="-90" dirty="0">
                <a:solidFill>
                  <a:srgbClr val="404040"/>
                </a:solidFill>
                <a:latin typeface="Times New Roman"/>
                <a:cs typeface="Times New Roman"/>
              </a:rPr>
              <a:t>Realm</a:t>
            </a:r>
            <a:r>
              <a:rPr sz="2400" spc="-20" dirty="0">
                <a:solidFill>
                  <a:srgbClr val="404040"/>
                </a:solidFill>
                <a:latin typeface="Times New Roman"/>
                <a:cs typeface="Times New Roman"/>
              </a:rPr>
              <a:t> </a:t>
            </a:r>
            <a:r>
              <a:rPr sz="2400" spc="-120" dirty="0">
                <a:solidFill>
                  <a:srgbClr val="404040"/>
                </a:solidFill>
                <a:latin typeface="Times New Roman"/>
                <a:cs typeface="Times New Roman"/>
              </a:rPr>
              <a:t>il</a:t>
            </a:r>
            <a:r>
              <a:rPr sz="2400" spc="-30" dirty="0">
                <a:solidFill>
                  <a:srgbClr val="404040"/>
                </a:solidFill>
                <a:latin typeface="Times New Roman"/>
                <a:cs typeface="Times New Roman"/>
              </a:rPr>
              <a:t> faut</a:t>
            </a:r>
            <a:r>
              <a:rPr sz="2400" spc="-20"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a:latin typeface="Times New Roman"/>
              <a:cs typeface="Times New Roman"/>
            </a:endParaRPr>
          </a:p>
          <a:p>
            <a:pPr marL="228600" indent="-216535">
              <a:lnSpc>
                <a:spcPct val="100000"/>
              </a:lnSpc>
              <a:spcBef>
                <a:spcPts val="1115"/>
              </a:spcBef>
              <a:buClr>
                <a:srgbClr val="1CACE3"/>
              </a:buClr>
              <a:buFont typeface="Wingdings"/>
              <a:buChar char=""/>
              <a:tabLst>
                <a:tab pos="229235" algn="l"/>
              </a:tabLst>
            </a:pPr>
            <a:r>
              <a:rPr sz="2400" spc="-35" dirty="0">
                <a:solidFill>
                  <a:srgbClr val="404040"/>
                </a:solidFill>
                <a:latin typeface="Times New Roman"/>
                <a:cs typeface="Times New Roman"/>
              </a:rPr>
              <a:t>dans</a:t>
            </a:r>
            <a:r>
              <a:rPr sz="2400" spc="-5"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spc="-5" dirty="0">
                <a:solidFill>
                  <a:srgbClr val="404040"/>
                </a:solidFill>
                <a:latin typeface="Times New Roman"/>
                <a:cs typeface="Times New Roman"/>
              </a:rPr>
              <a:t> </a:t>
            </a:r>
            <a:r>
              <a:rPr sz="2400" spc="-60" dirty="0">
                <a:solidFill>
                  <a:srgbClr val="404040"/>
                </a:solidFill>
                <a:latin typeface="Times New Roman"/>
                <a:cs typeface="Times New Roman"/>
              </a:rPr>
              <a:t>build.gradle</a:t>
            </a:r>
            <a:r>
              <a:rPr sz="2400" spc="10" dirty="0">
                <a:solidFill>
                  <a:srgbClr val="404040"/>
                </a:solidFill>
                <a:latin typeface="Times New Roman"/>
                <a:cs typeface="Times New Roman"/>
              </a:rPr>
              <a:t> </a:t>
            </a:r>
            <a:r>
              <a:rPr sz="2400" spc="-95" dirty="0">
                <a:solidFill>
                  <a:srgbClr val="404040"/>
                </a:solidFill>
                <a:latin typeface="Times New Roman"/>
                <a:cs typeface="Times New Roman"/>
              </a:rPr>
              <a:t>à</a:t>
            </a:r>
            <a:r>
              <a:rPr sz="2400" spc="-5" dirty="0">
                <a:solidFill>
                  <a:srgbClr val="404040"/>
                </a:solidFill>
                <a:latin typeface="Times New Roman"/>
                <a:cs typeface="Times New Roman"/>
              </a:rPr>
              <a:t> </a:t>
            </a:r>
            <a:r>
              <a:rPr sz="2400" spc="-105" dirty="0">
                <a:solidFill>
                  <a:srgbClr val="404040"/>
                </a:solidFill>
                <a:latin typeface="Times New Roman"/>
                <a:cs typeface="Times New Roman"/>
              </a:rPr>
              <a:t>la</a:t>
            </a:r>
            <a:r>
              <a:rPr sz="2400" dirty="0">
                <a:solidFill>
                  <a:srgbClr val="404040"/>
                </a:solidFill>
                <a:latin typeface="Times New Roman"/>
                <a:cs typeface="Times New Roman"/>
              </a:rPr>
              <a:t> </a:t>
            </a:r>
            <a:r>
              <a:rPr sz="2400" spc="-60" dirty="0">
                <a:solidFill>
                  <a:srgbClr val="404040"/>
                </a:solidFill>
                <a:latin typeface="Times New Roman"/>
                <a:cs typeface="Times New Roman"/>
              </a:rPr>
              <a:t>racine</a:t>
            </a:r>
            <a:r>
              <a:rPr sz="2400" dirty="0">
                <a:solidFill>
                  <a:srgbClr val="404040"/>
                </a:solidFill>
                <a:latin typeface="Times New Roman"/>
                <a:cs typeface="Times New Roman"/>
              </a:rPr>
              <a:t> </a:t>
            </a:r>
            <a:r>
              <a:rPr sz="2400" spc="-15" dirty="0">
                <a:solidFill>
                  <a:srgbClr val="404040"/>
                </a:solidFill>
                <a:latin typeface="Times New Roman"/>
                <a:cs typeface="Times New Roman"/>
              </a:rPr>
              <a:t>du</a:t>
            </a:r>
            <a:r>
              <a:rPr sz="2400" spc="5" dirty="0">
                <a:solidFill>
                  <a:srgbClr val="404040"/>
                </a:solidFill>
                <a:latin typeface="Times New Roman"/>
                <a:cs typeface="Times New Roman"/>
              </a:rPr>
              <a:t> </a:t>
            </a:r>
            <a:r>
              <a:rPr sz="2400" spc="-30" dirty="0">
                <a:solidFill>
                  <a:srgbClr val="404040"/>
                </a:solidFill>
                <a:latin typeface="Times New Roman"/>
                <a:cs typeface="Times New Roman"/>
              </a:rPr>
              <a:t>projet,</a:t>
            </a:r>
            <a:r>
              <a:rPr sz="2400" spc="5" dirty="0">
                <a:solidFill>
                  <a:srgbClr val="404040"/>
                </a:solidFill>
                <a:latin typeface="Times New Roman"/>
                <a:cs typeface="Times New Roman"/>
              </a:rPr>
              <a:t> </a:t>
            </a:r>
            <a:r>
              <a:rPr sz="2400" spc="-20" dirty="0">
                <a:solidFill>
                  <a:srgbClr val="404040"/>
                </a:solidFill>
                <a:latin typeface="Times New Roman"/>
                <a:cs typeface="Times New Roman"/>
              </a:rPr>
              <a:t>mettre</a:t>
            </a:r>
            <a:r>
              <a:rPr sz="2400" spc="30"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a:latin typeface="Times New Roman"/>
              <a:cs typeface="Times New Roman"/>
            </a:endParaRPr>
          </a:p>
          <a:p>
            <a:pPr marL="228600" indent="-216535">
              <a:lnSpc>
                <a:spcPct val="100000"/>
              </a:lnSpc>
              <a:spcBef>
                <a:spcPts val="1120"/>
              </a:spcBef>
              <a:buClr>
                <a:srgbClr val="1CACE3"/>
              </a:buClr>
              <a:buFont typeface="Wingdings"/>
              <a:buChar char=""/>
              <a:tabLst>
                <a:tab pos="229235" algn="l"/>
              </a:tabLst>
            </a:pPr>
            <a:r>
              <a:rPr sz="2400" spc="-30" dirty="0">
                <a:solidFill>
                  <a:srgbClr val="404040"/>
                </a:solidFill>
                <a:latin typeface="Times New Roman"/>
                <a:cs typeface="Times New Roman"/>
              </a:rPr>
              <a:t>dans</a:t>
            </a:r>
            <a:r>
              <a:rPr sz="2400" spc="-15" dirty="0">
                <a:solidFill>
                  <a:srgbClr val="404040"/>
                </a:solidFill>
                <a:latin typeface="Times New Roman"/>
                <a:cs typeface="Times New Roman"/>
              </a:rPr>
              <a:t> </a:t>
            </a:r>
            <a:r>
              <a:rPr sz="2400" spc="-95" dirty="0">
                <a:solidFill>
                  <a:srgbClr val="404040"/>
                </a:solidFill>
                <a:latin typeface="Times New Roman"/>
                <a:cs typeface="Times New Roman"/>
              </a:rPr>
              <a:t>le</a:t>
            </a:r>
            <a:r>
              <a:rPr sz="2400" spc="-5" dirty="0">
                <a:solidFill>
                  <a:srgbClr val="404040"/>
                </a:solidFill>
                <a:latin typeface="Times New Roman"/>
                <a:cs typeface="Times New Roman"/>
              </a:rPr>
              <a:t> </a:t>
            </a:r>
            <a:r>
              <a:rPr sz="2400" spc="-60" dirty="0">
                <a:solidFill>
                  <a:srgbClr val="404040"/>
                </a:solidFill>
                <a:latin typeface="Times New Roman"/>
                <a:cs typeface="Times New Roman"/>
              </a:rPr>
              <a:t>build.gradle</a:t>
            </a:r>
            <a:r>
              <a:rPr sz="2400" spc="-5" dirty="0">
                <a:solidFill>
                  <a:srgbClr val="404040"/>
                </a:solidFill>
                <a:latin typeface="Times New Roman"/>
                <a:cs typeface="Times New Roman"/>
              </a:rPr>
              <a:t> </a:t>
            </a:r>
            <a:r>
              <a:rPr sz="2400" spc="-15" dirty="0">
                <a:solidFill>
                  <a:srgbClr val="404040"/>
                </a:solidFill>
                <a:latin typeface="Times New Roman"/>
                <a:cs typeface="Times New Roman"/>
              </a:rPr>
              <a:t>du </a:t>
            </a:r>
            <a:r>
              <a:rPr sz="2400" spc="-40" dirty="0">
                <a:solidFill>
                  <a:srgbClr val="404040"/>
                </a:solidFill>
                <a:latin typeface="Times New Roman"/>
                <a:cs typeface="Times New Roman"/>
              </a:rPr>
              <a:t>dossier</a:t>
            </a:r>
            <a:r>
              <a:rPr sz="2400" spc="-5" dirty="0">
                <a:solidFill>
                  <a:srgbClr val="404040"/>
                </a:solidFill>
                <a:latin typeface="Times New Roman"/>
                <a:cs typeface="Times New Roman"/>
              </a:rPr>
              <a:t> </a:t>
            </a:r>
            <a:r>
              <a:rPr sz="2400" spc="-65" dirty="0">
                <a:solidFill>
                  <a:srgbClr val="404040"/>
                </a:solidFill>
                <a:latin typeface="Times New Roman"/>
                <a:cs typeface="Times New Roman"/>
              </a:rPr>
              <a:t>app,</a:t>
            </a:r>
            <a:r>
              <a:rPr sz="2400" dirty="0">
                <a:solidFill>
                  <a:srgbClr val="404040"/>
                </a:solidFill>
                <a:latin typeface="Times New Roman"/>
                <a:cs typeface="Times New Roman"/>
              </a:rPr>
              <a:t> </a:t>
            </a:r>
            <a:r>
              <a:rPr sz="2400" spc="-40" dirty="0">
                <a:solidFill>
                  <a:srgbClr val="404040"/>
                </a:solidFill>
                <a:latin typeface="Times New Roman"/>
                <a:cs typeface="Times New Roman"/>
              </a:rPr>
              <a:t>ajouter</a:t>
            </a:r>
            <a:r>
              <a:rPr sz="2400" spc="15"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a:latin typeface="Times New Roman"/>
              <a:cs typeface="Times New Roman"/>
            </a:endParaRPr>
          </a:p>
        </p:txBody>
      </p:sp>
      <p:pic>
        <p:nvPicPr>
          <p:cNvPr id="5" name="object 5"/>
          <p:cNvPicPr/>
          <p:nvPr/>
        </p:nvPicPr>
        <p:blipFill>
          <a:blip r:embed="rId2" cstate="print"/>
          <a:stretch>
            <a:fillRect/>
          </a:stretch>
        </p:blipFill>
        <p:spPr>
          <a:xfrm>
            <a:off x="3989832" y="1996439"/>
            <a:ext cx="4212336" cy="2046731"/>
          </a:xfrm>
          <a:prstGeom prst="rect">
            <a:avLst/>
          </a:prstGeom>
        </p:spPr>
      </p:pic>
      <p:pic>
        <p:nvPicPr>
          <p:cNvPr id="6" name="object 6"/>
          <p:cNvPicPr/>
          <p:nvPr/>
        </p:nvPicPr>
        <p:blipFill>
          <a:blip r:embed="rId3" cstate="print"/>
          <a:stretch>
            <a:fillRect/>
          </a:stretch>
        </p:blipFill>
        <p:spPr>
          <a:xfrm>
            <a:off x="7357871" y="4642103"/>
            <a:ext cx="3521964" cy="675132"/>
          </a:xfrm>
          <a:prstGeom prst="rect">
            <a:avLst/>
          </a:prstGeom>
        </p:spPr>
      </p:pic>
      <p:pic>
        <p:nvPicPr>
          <p:cNvPr id="7" name="object 7"/>
          <p:cNvPicPr/>
          <p:nvPr/>
        </p:nvPicPr>
        <p:blipFill>
          <a:blip r:embed="rId4" cstate="print"/>
          <a:stretch>
            <a:fillRect/>
          </a:stretch>
        </p:blipFill>
        <p:spPr>
          <a:xfrm>
            <a:off x="7357871" y="5522976"/>
            <a:ext cx="2220468" cy="46482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33</a:t>
            </a:fld>
            <a:endParaRP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521970"/>
            <a:ext cx="6565900" cy="574040"/>
          </a:xfrm>
          <a:prstGeom prst="rect">
            <a:avLst/>
          </a:prstGeom>
        </p:spPr>
        <p:txBody>
          <a:bodyPr vert="horz" wrap="square" lIns="0" tIns="12700" rIns="0" bIns="0" rtlCol="0">
            <a:spAutoFit/>
          </a:bodyPr>
          <a:lstStyle/>
          <a:p>
            <a:pPr marL="12700">
              <a:lnSpc>
                <a:spcPct val="100000"/>
              </a:lnSpc>
              <a:spcBef>
                <a:spcPts val="100"/>
              </a:spcBef>
            </a:pPr>
            <a:r>
              <a:rPr sz="3600" spc="-85" dirty="0">
                <a:solidFill>
                  <a:srgbClr val="006FC0"/>
                </a:solidFill>
                <a:latin typeface="Times New Roman"/>
                <a:cs typeface="Times New Roman"/>
              </a:rPr>
              <a:t>Android</a:t>
            </a:r>
            <a:r>
              <a:rPr sz="3600" spc="-114" dirty="0">
                <a:solidFill>
                  <a:srgbClr val="006FC0"/>
                </a:solidFill>
                <a:latin typeface="Times New Roman"/>
                <a:cs typeface="Times New Roman"/>
              </a:rPr>
              <a:t> </a:t>
            </a:r>
            <a:r>
              <a:rPr sz="3600" spc="-110" dirty="0">
                <a:solidFill>
                  <a:srgbClr val="006FC0"/>
                </a:solidFill>
                <a:latin typeface="Times New Roman"/>
                <a:cs typeface="Times New Roman"/>
              </a:rPr>
              <a:t>Studio </a:t>
            </a:r>
            <a:r>
              <a:rPr sz="3600" spc="-215" dirty="0">
                <a:solidFill>
                  <a:srgbClr val="006FC0"/>
                </a:solidFill>
                <a:latin typeface="Times New Roman"/>
                <a:cs typeface="Times New Roman"/>
              </a:rPr>
              <a:t>:</a:t>
            </a:r>
            <a:r>
              <a:rPr sz="3600" spc="-105" dirty="0">
                <a:solidFill>
                  <a:srgbClr val="006FC0"/>
                </a:solidFill>
                <a:latin typeface="Times New Roman"/>
                <a:cs typeface="Times New Roman"/>
              </a:rPr>
              <a:t> </a:t>
            </a:r>
            <a:r>
              <a:rPr sz="3600" spc="-85" dirty="0">
                <a:solidFill>
                  <a:srgbClr val="006FC0"/>
                </a:solidFill>
                <a:latin typeface="Times New Roman"/>
                <a:cs typeface="Times New Roman"/>
              </a:rPr>
              <a:t>Structure</a:t>
            </a:r>
            <a:r>
              <a:rPr sz="3600" spc="-125" dirty="0">
                <a:solidFill>
                  <a:srgbClr val="006FC0"/>
                </a:solidFill>
                <a:latin typeface="Times New Roman"/>
                <a:cs typeface="Times New Roman"/>
              </a:rPr>
              <a:t> </a:t>
            </a:r>
            <a:r>
              <a:rPr sz="3600" spc="-140" dirty="0">
                <a:solidFill>
                  <a:srgbClr val="006FC0"/>
                </a:solidFill>
                <a:latin typeface="Times New Roman"/>
                <a:cs typeface="Times New Roman"/>
              </a:rPr>
              <a:t>d’un</a:t>
            </a:r>
            <a:r>
              <a:rPr sz="3600" spc="-110" dirty="0">
                <a:solidFill>
                  <a:srgbClr val="006FC0"/>
                </a:solidFill>
                <a:latin typeface="Times New Roman"/>
                <a:cs typeface="Times New Roman"/>
              </a:rPr>
              <a:t> </a:t>
            </a:r>
            <a:r>
              <a:rPr sz="3600" spc="-70" dirty="0">
                <a:solidFill>
                  <a:srgbClr val="006FC0"/>
                </a:solidFill>
                <a:latin typeface="Times New Roman"/>
                <a:cs typeface="Times New Roman"/>
              </a:rPr>
              <a:t>projet</a:t>
            </a:r>
            <a:endParaRPr sz="3600">
              <a:latin typeface="Times New Roman"/>
              <a:cs typeface="Times New Roman"/>
            </a:endParaRPr>
          </a:p>
        </p:txBody>
      </p:sp>
      <p:sp>
        <p:nvSpPr>
          <p:cNvPr id="3" name="object 3"/>
          <p:cNvSpPr txBox="1"/>
          <p:nvPr/>
        </p:nvSpPr>
        <p:spPr>
          <a:xfrm>
            <a:off x="1117193" y="1163192"/>
            <a:ext cx="530669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404040"/>
                </a:solidFill>
                <a:latin typeface="Times New Roman"/>
                <a:cs typeface="Times New Roman"/>
              </a:rPr>
              <a:t>Un </a:t>
            </a:r>
            <a:r>
              <a:rPr sz="2400" spc="-20" dirty="0">
                <a:solidFill>
                  <a:srgbClr val="404040"/>
                </a:solidFill>
                <a:latin typeface="Times New Roman"/>
                <a:cs typeface="Times New Roman"/>
              </a:rPr>
              <a:t>projet</a:t>
            </a:r>
            <a:r>
              <a:rPr sz="2400" spc="-10" dirty="0">
                <a:solidFill>
                  <a:srgbClr val="404040"/>
                </a:solidFill>
                <a:latin typeface="Times New Roman"/>
                <a:cs typeface="Times New Roman"/>
              </a:rPr>
              <a:t> </a:t>
            </a:r>
            <a:r>
              <a:rPr sz="2400" spc="-40" dirty="0">
                <a:solidFill>
                  <a:srgbClr val="404040"/>
                </a:solidFill>
                <a:latin typeface="Times New Roman"/>
                <a:cs typeface="Times New Roman"/>
              </a:rPr>
              <a:t>AndroidStudio</a:t>
            </a:r>
            <a:r>
              <a:rPr sz="2400" spc="5" dirty="0">
                <a:solidFill>
                  <a:srgbClr val="404040"/>
                </a:solidFill>
                <a:latin typeface="Times New Roman"/>
                <a:cs typeface="Times New Roman"/>
              </a:rPr>
              <a:t> </a:t>
            </a:r>
            <a:r>
              <a:rPr sz="2400" spc="-35" dirty="0">
                <a:solidFill>
                  <a:srgbClr val="404040"/>
                </a:solidFill>
                <a:latin typeface="Times New Roman"/>
                <a:cs typeface="Times New Roman"/>
              </a:rPr>
              <a:t>est</a:t>
            </a:r>
            <a:r>
              <a:rPr sz="2400" dirty="0">
                <a:solidFill>
                  <a:srgbClr val="404040"/>
                </a:solidFill>
                <a:latin typeface="Times New Roman"/>
                <a:cs typeface="Times New Roman"/>
              </a:rPr>
              <a:t> </a:t>
            </a:r>
            <a:r>
              <a:rPr sz="2400" spc="-30" dirty="0">
                <a:solidFill>
                  <a:srgbClr val="404040"/>
                </a:solidFill>
                <a:latin typeface="Times New Roman"/>
                <a:cs typeface="Times New Roman"/>
              </a:rPr>
              <a:t>constitué</a:t>
            </a:r>
            <a:r>
              <a:rPr sz="2400" dirty="0">
                <a:solidFill>
                  <a:srgbClr val="404040"/>
                </a:solidFill>
                <a:latin typeface="Times New Roman"/>
                <a:cs typeface="Times New Roman"/>
              </a:rPr>
              <a:t> </a:t>
            </a:r>
            <a:r>
              <a:rPr sz="2400" spc="-80" dirty="0">
                <a:solidFill>
                  <a:srgbClr val="404040"/>
                </a:solidFill>
                <a:latin typeface="Times New Roman"/>
                <a:cs typeface="Times New Roman"/>
              </a:rPr>
              <a:t>ainsi</a:t>
            </a:r>
            <a:r>
              <a:rPr sz="2400" spc="5"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a:latin typeface="Times New Roman"/>
              <a:cs typeface="Times New Roman"/>
            </a:endParaRPr>
          </a:p>
        </p:txBody>
      </p:sp>
      <p:pic>
        <p:nvPicPr>
          <p:cNvPr id="4" name="object 4"/>
          <p:cNvPicPr/>
          <p:nvPr/>
        </p:nvPicPr>
        <p:blipFill>
          <a:blip r:embed="rId2" cstate="print"/>
          <a:stretch>
            <a:fillRect/>
          </a:stretch>
        </p:blipFill>
        <p:spPr>
          <a:xfrm>
            <a:off x="2068176" y="1865195"/>
            <a:ext cx="7494062" cy="355354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34</a:t>
            </a:fld>
            <a:endParaRP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7436484"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10" dirty="0"/>
              <a:t> </a:t>
            </a:r>
            <a:r>
              <a:rPr spc="110" dirty="0"/>
              <a:t>E</a:t>
            </a:r>
            <a:r>
              <a:rPr spc="-195" dirty="0"/>
              <a:t>x</a:t>
            </a:r>
            <a:r>
              <a:rPr spc="-150" dirty="0"/>
              <a:t>éc</a:t>
            </a:r>
            <a:r>
              <a:rPr spc="-90" dirty="0"/>
              <a:t>u</a:t>
            </a:r>
            <a:r>
              <a:rPr spc="-10" dirty="0"/>
              <a:t>t</a:t>
            </a:r>
            <a:r>
              <a:rPr spc="-225" dirty="0"/>
              <a:t>i</a:t>
            </a:r>
            <a:r>
              <a:rPr spc="-15" dirty="0"/>
              <a:t>o</a:t>
            </a:r>
            <a:r>
              <a:rPr spc="35" dirty="0"/>
              <a:t>n</a:t>
            </a:r>
            <a:r>
              <a:rPr spc="-125" dirty="0"/>
              <a:t> </a:t>
            </a:r>
            <a:r>
              <a:rPr spc="-50" dirty="0"/>
              <a:t>d</a:t>
            </a:r>
            <a:r>
              <a:rPr spc="-100" dirty="0"/>
              <a:t>e</a:t>
            </a:r>
            <a:r>
              <a:rPr spc="-95" dirty="0"/>
              <a:t> </a:t>
            </a:r>
            <a:r>
              <a:rPr spc="-225" dirty="0"/>
              <a:t>l</a:t>
            </a:r>
            <a:r>
              <a:rPr spc="-70" dirty="0"/>
              <a:t>'</a:t>
            </a:r>
            <a:r>
              <a:rPr spc="-190" dirty="0"/>
              <a:t>a</a:t>
            </a:r>
            <a:r>
              <a:rPr spc="-15" dirty="0"/>
              <a:t>pp</a:t>
            </a:r>
            <a:r>
              <a:rPr spc="-225" dirty="0"/>
              <a:t>li</a:t>
            </a:r>
            <a:r>
              <a:rPr spc="-150" dirty="0"/>
              <a:t>c</a:t>
            </a:r>
            <a:r>
              <a:rPr spc="-190" dirty="0"/>
              <a:t>a</a:t>
            </a:r>
            <a:r>
              <a:rPr spc="-10" dirty="0"/>
              <a:t>t</a:t>
            </a:r>
            <a:r>
              <a:rPr spc="-225" dirty="0"/>
              <a:t>i</a:t>
            </a:r>
            <a:r>
              <a:rPr spc="-15" dirty="0"/>
              <a:t>o</a:t>
            </a:r>
            <a:r>
              <a:rPr spc="35" dirty="0"/>
              <a:t>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35</a:t>
            </a:fld>
            <a:endParaRPr dirty="0"/>
          </a:p>
        </p:txBody>
      </p:sp>
      <p:sp>
        <p:nvSpPr>
          <p:cNvPr id="3" name="object 3"/>
          <p:cNvSpPr txBox="1"/>
          <p:nvPr/>
        </p:nvSpPr>
        <p:spPr>
          <a:xfrm>
            <a:off x="1117193" y="1163192"/>
            <a:ext cx="10083800" cy="3914140"/>
          </a:xfrm>
          <a:prstGeom prst="rect">
            <a:avLst/>
          </a:prstGeom>
        </p:spPr>
        <p:txBody>
          <a:bodyPr vert="horz" wrap="square" lIns="0" tIns="53975" rIns="0" bIns="0" rtlCol="0">
            <a:spAutoFit/>
          </a:bodyPr>
          <a:lstStyle/>
          <a:p>
            <a:pPr marL="12700" marR="5715">
              <a:lnSpc>
                <a:spcPts val="2590"/>
              </a:lnSpc>
              <a:spcBef>
                <a:spcPts val="425"/>
              </a:spcBef>
            </a:pPr>
            <a:r>
              <a:rPr sz="2400" spc="-45" dirty="0">
                <a:solidFill>
                  <a:srgbClr val="404040"/>
                </a:solidFill>
                <a:latin typeface="Times New Roman"/>
                <a:cs typeface="Times New Roman"/>
              </a:rPr>
              <a:t>L'application</a:t>
            </a:r>
            <a:r>
              <a:rPr sz="2400" spc="250" dirty="0">
                <a:solidFill>
                  <a:srgbClr val="404040"/>
                </a:solidFill>
                <a:latin typeface="Times New Roman"/>
                <a:cs typeface="Times New Roman"/>
              </a:rPr>
              <a:t> </a:t>
            </a:r>
            <a:r>
              <a:rPr sz="2400" spc="-35" dirty="0">
                <a:solidFill>
                  <a:srgbClr val="404040"/>
                </a:solidFill>
                <a:latin typeface="Times New Roman"/>
                <a:cs typeface="Times New Roman"/>
              </a:rPr>
              <a:t>est</a:t>
            </a:r>
            <a:r>
              <a:rPr sz="2400" spc="235" dirty="0">
                <a:solidFill>
                  <a:srgbClr val="404040"/>
                </a:solidFill>
                <a:latin typeface="Times New Roman"/>
                <a:cs typeface="Times New Roman"/>
              </a:rPr>
              <a:t> </a:t>
            </a:r>
            <a:r>
              <a:rPr sz="2400" spc="-40" dirty="0">
                <a:solidFill>
                  <a:srgbClr val="404040"/>
                </a:solidFill>
                <a:latin typeface="Times New Roman"/>
                <a:cs typeface="Times New Roman"/>
              </a:rPr>
              <a:t>prévue</a:t>
            </a:r>
            <a:r>
              <a:rPr sz="2400" spc="250" dirty="0">
                <a:solidFill>
                  <a:srgbClr val="404040"/>
                </a:solidFill>
                <a:latin typeface="Times New Roman"/>
                <a:cs typeface="Times New Roman"/>
              </a:rPr>
              <a:t> </a:t>
            </a:r>
            <a:r>
              <a:rPr sz="2400" dirty="0">
                <a:solidFill>
                  <a:srgbClr val="404040"/>
                </a:solidFill>
                <a:latin typeface="Times New Roman"/>
                <a:cs typeface="Times New Roman"/>
              </a:rPr>
              <a:t>pour</a:t>
            </a:r>
            <a:r>
              <a:rPr sz="2400" spc="245" dirty="0">
                <a:solidFill>
                  <a:srgbClr val="404040"/>
                </a:solidFill>
                <a:latin typeface="Times New Roman"/>
                <a:cs typeface="Times New Roman"/>
              </a:rPr>
              <a:t> </a:t>
            </a:r>
            <a:r>
              <a:rPr sz="2400" dirty="0">
                <a:solidFill>
                  <a:srgbClr val="404040"/>
                </a:solidFill>
                <a:latin typeface="Times New Roman"/>
                <a:cs typeface="Times New Roman"/>
              </a:rPr>
              <a:t>tourner</a:t>
            </a:r>
            <a:r>
              <a:rPr sz="2400" spc="240" dirty="0">
                <a:solidFill>
                  <a:srgbClr val="404040"/>
                </a:solidFill>
                <a:latin typeface="Times New Roman"/>
                <a:cs typeface="Times New Roman"/>
              </a:rPr>
              <a:t> </a:t>
            </a:r>
            <a:r>
              <a:rPr sz="2400" spc="-30" dirty="0">
                <a:solidFill>
                  <a:srgbClr val="404040"/>
                </a:solidFill>
                <a:latin typeface="Times New Roman"/>
                <a:cs typeface="Times New Roman"/>
              </a:rPr>
              <a:t>sur</a:t>
            </a:r>
            <a:r>
              <a:rPr sz="2400" spc="254" dirty="0">
                <a:solidFill>
                  <a:srgbClr val="404040"/>
                </a:solidFill>
                <a:latin typeface="Times New Roman"/>
                <a:cs typeface="Times New Roman"/>
              </a:rPr>
              <a:t> </a:t>
            </a:r>
            <a:r>
              <a:rPr sz="2400" dirty="0">
                <a:solidFill>
                  <a:srgbClr val="404040"/>
                </a:solidFill>
                <a:latin typeface="Times New Roman"/>
                <a:cs typeface="Times New Roman"/>
              </a:rPr>
              <a:t>un</a:t>
            </a:r>
            <a:r>
              <a:rPr sz="2400" spc="240" dirty="0">
                <a:solidFill>
                  <a:srgbClr val="404040"/>
                </a:solidFill>
                <a:latin typeface="Times New Roman"/>
                <a:cs typeface="Times New Roman"/>
              </a:rPr>
              <a:t> </a:t>
            </a:r>
            <a:r>
              <a:rPr sz="2400" spc="-60" dirty="0">
                <a:solidFill>
                  <a:srgbClr val="404040"/>
                </a:solidFill>
                <a:latin typeface="Times New Roman"/>
                <a:cs typeface="Times New Roman"/>
              </a:rPr>
              <a:t>appareil</a:t>
            </a:r>
            <a:r>
              <a:rPr sz="2400" spc="250" dirty="0">
                <a:solidFill>
                  <a:srgbClr val="404040"/>
                </a:solidFill>
                <a:latin typeface="Times New Roman"/>
                <a:cs typeface="Times New Roman"/>
              </a:rPr>
              <a:t> </a:t>
            </a:r>
            <a:r>
              <a:rPr sz="2400" spc="-20" dirty="0">
                <a:solidFill>
                  <a:srgbClr val="404040"/>
                </a:solidFill>
                <a:latin typeface="Times New Roman"/>
                <a:cs typeface="Times New Roman"/>
              </a:rPr>
              <a:t>(smartphone</a:t>
            </a:r>
            <a:r>
              <a:rPr sz="2400" spc="235" dirty="0">
                <a:solidFill>
                  <a:srgbClr val="404040"/>
                </a:solidFill>
                <a:latin typeface="Times New Roman"/>
                <a:cs typeface="Times New Roman"/>
              </a:rPr>
              <a:t> </a:t>
            </a:r>
            <a:r>
              <a:rPr sz="2400" spc="-5" dirty="0">
                <a:solidFill>
                  <a:srgbClr val="404040"/>
                </a:solidFill>
                <a:latin typeface="Times New Roman"/>
                <a:cs typeface="Times New Roman"/>
              </a:rPr>
              <a:t>ou</a:t>
            </a:r>
            <a:r>
              <a:rPr sz="2400" spc="245" dirty="0">
                <a:solidFill>
                  <a:srgbClr val="404040"/>
                </a:solidFill>
                <a:latin typeface="Times New Roman"/>
                <a:cs typeface="Times New Roman"/>
              </a:rPr>
              <a:t> </a:t>
            </a:r>
            <a:r>
              <a:rPr sz="2400" spc="-40" dirty="0">
                <a:solidFill>
                  <a:srgbClr val="404040"/>
                </a:solidFill>
                <a:latin typeface="Times New Roman"/>
                <a:cs typeface="Times New Roman"/>
              </a:rPr>
              <a:t>tablette)</a:t>
            </a:r>
            <a:r>
              <a:rPr sz="2400" spc="240" dirty="0">
                <a:solidFill>
                  <a:srgbClr val="404040"/>
                </a:solidFill>
                <a:latin typeface="Times New Roman"/>
                <a:cs typeface="Times New Roman"/>
              </a:rPr>
              <a:t> </a:t>
            </a:r>
            <a:r>
              <a:rPr sz="2400" spc="-70" dirty="0">
                <a:solidFill>
                  <a:srgbClr val="404040"/>
                </a:solidFill>
                <a:latin typeface="Times New Roman"/>
                <a:cs typeface="Times New Roman"/>
              </a:rPr>
              <a:t>réel </a:t>
            </a:r>
            <a:r>
              <a:rPr sz="2400" spc="-585" dirty="0">
                <a:solidFill>
                  <a:srgbClr val="404040"/>
                </a:solidFill>
                <a:latin typeface="Times New Roman"/>
                <a:cs typeface="Times New Roman"/>
              </a:rPr>
              <a:t> </a:t>
            </a:r>
            <a:r>
              <a:rPr sz="2400" spc="-5" dirty="0">
                <a:solidFill>
                  <a:srgbClr val="404040"/>
                </a:solidFill>
                <a:latin typeface="Times New Roman"/>
                <a:cs typeface="Times New Roman"/>
              </a:rPr>
              <a:t>ou</a:t>
            </a:r>
            <a:r>
              <a:rPr sz="2400" spc="-10" dirty="0">
                <a:solidFill>
                  <a:srgbClr val="404040"/>
                </a:solidFill>
                <a:latin typeface="Times New Roman"/>
                <a:cs typeface="Times New Roman"/>
              </a:rPr>
              <a:t> </a:t>
            </a:r>
            <a:r>
              <a:rPr sz="2400" spc="-75" dirty="0">
                <a:solidFill>
                  <a:srgbClr val="404040"/>
                </a:solidFill>
                <a:latin typeface="Times New Roman"/>
                <a:cs typeface="Times New Roman"/>
              </a:rPr>
              <a:t>simulé</a:t>
            </a:r>
            <a:r>
              <a:rPr sz="2400" spc="-10" dirty="0">
                <a:solidFill>
                  <a:srgbClr val="404040"/>
                </a:solidFill>
                <a:latin typeface="Times New Roman"/>
                <a:cs typeface="Times New Roman"/>
              </a:rPr>
              <a:t> </a:t>
            </a:r>
            <a:r>
              <a:rPr sz="2400" spc="-65" dirty="0">
                <a:solidFill>
                  <a:srgbClr val="404040"/>
                </a:solidFill>
                <a:latin typeface="Times New Roman"/>
                <a:cs typeface="Times New Roman"/>
              </a:rPr>
              <a:t>(virtuel).</a:t>
            </a:r>
            <a:endParaRPr sz="2400" dirty="0">
              <a:latin typeface="Times New Roman"/>
              <a:cs typeface="Times New Roman"/>
            </a:endParaRPr>
          </a:p>
          <a:p>
            <a:pPr marL="12700">
              <a:lnSpc>
                <a:spcPct val="100000"/>
              </a:lnSpc>
              <a:spcBef>
                <a:spcPts val="1085"/>
              </a:spcBef>
            </a:pPr>
            <a:r>
              <a:rPr sz="2400" spc="-80" dirty="0">
                <a:solidFill>
                  <a:srgbClr val="404040"/>
                </a:solidFill>
                <a:latin typeface="Times New Roman"/>
                <a:cs typeface="Times New Roman"/>
              </a:rPr>
              <a:t>Le</a:t>
            </a:r>
            <a:r>
              <a:rPr sz="2400" spc="-15" dirty="0">
                <a:solidFill>
                  <a:srgbClr val="404040"/>
                </a:solidFill>
                <a:latin typeface="Times New Roman"/>
                <a:cs typeface="Times New Roman"/>
              </a:rPr>
              <a:t> </a:t>
            </a:r>
            <a:r>
              <a:rPr sz="2400" spc="-10" dirty="0">
                <a:solidFill>
                  <a:srgbClr val="404040"/>
                </a:solidFill>
                <a:latin typeface="Times New Roman"/>
                <a:cs typeface="Times New Roman"/>
              </a:rPr>
              <a:t>SDK</a:t>
            </a:r>
            <a:r>
              <a:rPr sz="2400" spc="-15" dirty="0">
                <a:solidFill>
                  <a:srgbClr val="404040"/>
                </a:solidFill>
                <a:latin typeface="Times New Roman"/>
                <a:cs typeface="Times New Roman"/>
              </a:rPr>
              <a:t> </a:t>
            </a:r>
            <a:r>
              <a:rPr sz="2400" spc="-30" dirty="0">
                <a:solidFill>
                  <a:srgbClr val="404040"/>
                </a:solidFill>
                <a:latin typeface="Times New Roman"/>
                <a:cs typeface="Times New Roman"/>
              </a:rPr>
              <a:t>Android</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permet </a:t>
            </a:r>
            <a:r>
              <a:rPr sz="2400" spc="-35" dirty="0">
                <a:solidFill>
                  <a:srgbClr val="404040"/>
                </a:solidFill>
                <a:latin typeface="Times New Roman"/>
                <a:cs typeface="Times New Roman"/>
              </a:rPr>
              <a:t>de</a:t>
            </a:r>
            <a:r>
              <a:rPr sz="2400" spc="-5" dirty="0">
                <a:solidFill>
                  <a:srgbClr val="404040"/>
                </a:solidFill>
                <a:latin typeface="Times New Roman"/>
                <a:cs typeface="Times New Roman"/>
              </a:rPr>
              <a:t> </a:t>
            </a:r>
            <a:r>
              <a:rPr sz="2400" spc="-145" dirty="0">
                <a:solidFill>
                  <a:srgbClr val="404040"/>
                </a:solidFill>
                <a:latin typeface="Times New Roman"/>
                <a:cs typeface="Times New Roman"/>
              </a:rPr>
              <a:t>:</a:t>
            </a:r>
            <a:endParaRPr sz="2400" dirty="0">
              <a:latin typeface="Times New Roman"/>
              <a:cs typeface="Times New Roman"/>
            </a:endParaRPr>
          </a:p>
          <a:p>
            <a:pPr marL="255270" indent="-243204">
              <a:lnSpc>
                <a:spcPct val="100000"/>
              </a:lnSpc>
              <a:spcBef>
                <a:spcPts val="1105"/>
              </a:spcBef>
              <a:buClr>
                <a:srgbClr val="1CACE3"/>
              </a:buClr>
              <a:buSzPct val="95833"/>
              <a:buFont typeface="Wingdings"/>
              <a:buChar char=""/>
              <a:tabLst>
                <a:tab pos="255904" algn="l"/>
              </a:tabLst>
            </a:pPr>
            <a:r>
              <a:rPr sz="2400" spc="-40" dirty="0">
                <a:solidFill>
                  <a:srgbClr val="404040"/>
                </a:solidFill>
                <a:latin typeface="Times New Roman"/>
                <a:cs typeface="Times New Roman"/>
              </a:rPr>
              <a:t>Installer</a:t>
            </a:r>
            <a:r>
              <a:rPr sz="2400" dirty="0">
                <a:solidFill>
                  <a:srgbClr val="404040"/>
                </a:solidFill>
                <a:latin typeface="Times New Roman"/>
                <a:cs typeface="Times New Roman"/>
              </a:rPr>
              <a:t> </a:t>
            </a:r>
            <a:r>
              <a:rPr sz="2400" spc="-50" dirty="0">
                <a:solidFill>
                  <a:srgbClr val="404040"/>
                </a:solidFill>
                <a:latin typeface="Times New Roman"/>
                <a:cs typeface="Times New Roman"/>
              </a:rPr>
              <a:t>l'application</a:t>
            </a:r>
            <a:r>
              <a:rPr sz="2400" spc="10" dirty="0">
                <a:solidFill>
                  <a:srgbClr val="404040"/>
                </a:solidFill>
                <a:latin typeface="Times New Roman"/>
                <a:cs typeface="Times New Roman"/>
              </a:rPr>
              <a:t> </a:t>
            </a:r>
            <a:r>
              <a:rPr sz="2400" spc="-30" dirty="0">
                <a:solidFill>
                  <a:srgbClr val="404040"/>
                </a:solidFill>
                <a:latin typeface="Times New Roman"/>
                <a:cs typeface="Times New Roman"/>
              </a:rPr>
              <a:t>sur</a:t>
            </a:r>
            <a:r>
              <a:rPr sz="2400" dirty="0">
                <a:solidFill>
                  <a:srgbClr val="404040"/>
                </a:solidFill>
                <a:latin typeface="Times New Roman"/>
                <a:cs typeface="Times New Roman"/>
              </a:rPr>
              <a:t> </a:t>
            </a:r>
            <a:r>
              <a:rPr sz="2400" spc="-25" dirty="0">
                <a:solidFill>
                  <a:srgbClr val="404040"/>
                </a:solidFill>
                <a:latin typeface="Times New Roman"/>
                <a:cs typeface="Times New Roman"/>
              </a:rPr>
              <a:t>une</a:t>
            </a:r>
            <a:r>
              <a:rPr sz="2400" dirty="0">
                <a:solidFill>
                  <a:srgbClr val="404040"/>
                </a:solidFill>
                <a:latin typeface="Times New Roman"/>
                <a:cs typeface="Times New Roman"/>
              </a:rPr>
              <a:t> </a:t>
            </a:r>
            <a:r>
              <a:rPr sz="2400" spc="-70" dirty="0">
                <a:solidFill>
                  <a:srgbClr val="404040"/>
                </a:solidFill>
                <a:latin typeface="Times New Roman"/>
                <a:cs typeface="Times New Roman"/>
              </a:rPr>
              <a:t>vraie</a:t>
            </a:r>
            <a:r>
              <a:rPr sz="2400" dirty="0">
                <a:solidFill>
                  <a:srgbClr val="404040"/>
                </a:solidFill>
                <a:latin typeface="Times New Roman"/>
                <a:cs typeface="Times New Roman"/>
              </a:rPr>
              <a:t> </a:t>
            </a:r>
            <a:r>
              <a:rPr sz="2400" spc="-30" dirty="0">
                <a:solidFill>
                  <a:srgbClr val="404040"/>
                </a:solidFill>
                <a:latin typeface="Times New Roman"/>
                <a:cs typeface="Times New Roman"/>
              </a:rPr>
              <a:t>tablette</a:t>
            </a:r>
            <a:r>
              <a:rPr sz="2400" spc="15" dirty="0">
                <a:solidFill>
                  <a:srgbClr val="404040"/>
                </a:solidFill>
                <a:latin typeface="Times New Roman"/>
                <a:cs typeface="Times New Roman"/>
              </a:rPr>
              <a:t> </a:t>
            </a:r>
            <a:r>
              <a:rPr sz="2400" spc="-30" dirty="0">
                <a:solidFill>
                  <a:srgbClr val="404040"/>
                </a:solidFill>
                <a:latin typeface="Times New Roman"/>
                <a:cs typeface="Times New Roman"/>
              </a:rPr>
              <a:t>connectée</a:t>
            </a:r>
            <a:r>
              <a:rPr sz="2400" spc="15" dirty="0">
                <a:solidFill>
                  <a:srgbClr val="404040"/>
                </a:solidFill>
                <a:latin typeface="Times New Roman"/>
                <a:cs typeface="Times New Roman"/>
              </a:rPr>
              <a:t> </a:t>
            </a:r>
            <a:r>
              <a:rPr sz="2400" spc="-25" dirty="0">
                <a:solidFill>
                  <a:srgbClr val="404040"/>
                </a:solidFill>
                <a:latin typeface="Times New Roman"/>
                <a:cs typeface="Times New Roman"/>
              </a:rPr>
              <a:t>par</a:t>
            </a:r>
            <a:r>
              <a:rPr sz="2400" spc="5" dirty="0">
                <a:solidFill>
                  <a:srgbClr val="404040"/>
                </a:solidFill>
                <a:latin typeface="Times New Roman"/>
                <a:cs typeface="Times New Roman"/>
              </a:rPr>
              <a:t> </a:t>
            </a:r>
            <a:r>
              <a:rPr sz="2400" spc="-120" dirty="0">
                <a:solidFill>
                  <a:srgbClr val="404040"/>
                </a:solidFill>
                <a:latin typeface="Times New Roman"/>
                <a:cs typeface="Times New Roman"/>
              </a:rPr>
              <a:t>USB</a:t>
            </a:r>
            <a:endParaRPr sz="2400" dirty="0">
              <a:latin typeface="Times New Roman"/>
              <a:cs typeface="Times New Roman"/>
            </a:endParaRPr>
          </a:p>
          <a:p>
            <a:pPr marL="12700" marR="1566545">
              <a:lnSpc>
                <a:spcPct val="138700"/>
              </a:lnSpc>
              <a:buClr>
                <a:srgbClr val="1CACE3"/>
              </a:buClr>
              <a:buSzPct val="95833"/>
              <a:buFont typeface="Wingdings"/>
              <a:buChar char=""/>
              <a:tabLst>
                <a:tab pos="255904" algn="l"/>
              </a:tabLst>
            </a:pPr>
            <a:r>
              <a:rPr sz="2400" spc="-80" dirty="0">
                <a:solidFill>
                  <a:srgbClr val="404040"/>
                </a:solidFill>
                <a:latin typeface="Times New Roman"/>
                <a:cs typeface="Times New Roman"/>
              </a:rPr>
              <a:t>Simuler</a:t>
            </a:r>
            <a:r>
              <a:rPr sz="2400" spc="5" dirty="0">
                <a:solidFill>
                  <a:srgbClr val="404040"/>
                </a:solidFill>
                <a:latin typeface="Times New Roman"/>
                <a:cs typeface="Times New Roman"/>
              </a:rPr>
              <a:t> </a:t>
            </a:r>
            <a:r>
              <a:rPr sz="2400" spc="-50" dirty="0">
                <a:solidFill>
                  <a:srgbClr val="404040"/>
                </a:solidFill>
                <a:latin typeface="Times New Roman"/>
                <a:cs typeface="Times New Roman"/>
              </a:rPr>
              <a:t>l'application</a:t>
            </a:r>
            <a:r>
              <a:rPr sz="2400" spc="15" dirty="0">
                <a:solidFill>
                  <a:srgbClr val="404040"/>
                </a:solidFill>
                <a:latin typeface="Times New Roman"/>
                <a:cs typeface="Times New Roman"/>
              </a:rPr>
              <a:t> </a:t>
            </a:r>
            <a:r>
              <a:rPr sz="2400" spc="-30" dirty="0">
                <a:solidFill>
                  <a:srgbClr val="404040"/>
                </a:solidFill>
                <a:latin typeface="Times New Roman"/>
                <a:cs typeface="Times New Roman"/>
              </a:rPr>
              <a:t>sur</a:t>
            </a:r>
            <a:r>
              <a:rPr sz="2400" spc="5" dirty="0">
                <a:solidFill>
                  <a:srgbClr val="404040"/>
                </a:solidFill>
                <a:latin typeface="Times New Roman"/>
                <a:cs typeface="Times New Roman"/>
              </a:rPr>
              <a:t> </a:t>
            </a:r>
            <a:r>
              <a:rPr sz="2400" dirty="0">
                <a:solidFill>
                  <a:srgbClr val="404040"/>
                </a:solidFill>
                <a:latin typeface="Times New Roman"/>
                <a:cs typeface="Times New Roman"/>
              </a:rPr>
              <a:t>un</a:t>
            </a:r>
            <a:r>
              <a:rPr sz="2400" spc="5" dirty="0">
                <a:solidFill>
                  <a:srgbClr val="404040"/>
                </a:solidFill>
                <a:latin typeface="Times New Roman"/>
                <a:cs typeface="Times New Roman"/>
              </a:rPr>
              <a:t> </a:t>
            </a:r>
            <a:r>
              <a:rPr sz="2400" spc="-10" dirty="0">
                <a:solidFill>
                  <a:srgbClr val="404040"/>
                </a:solidFill>
                <a:latin typeface="Times New Roman"/>
                <a:cs typeface="Times New Roman"/>
              </a:rPr>
              <a:t>smartphone</a:t>
            </a:r>
            <a:r>
              <a:rPr sz="2400" dirty="0">
                <a:solidFill>
                  <a:srgbClr val="404040"/>
                </a:solidFill>
                <a:latin typeface="Times New Roman"/>
                <a:cs typeface="Times New Roman"/>
              </a:rPr>
              <a:t> </a:t>
            </a:r>
            <a:r>
              <a:rPr sz="2400" spc="-5" dirty="0">
                <a:solidFill>
                  <a:srgbClr val="404040"/>
                </a:solidFill>
                <a:latin typeface="Times New Roman"/>
                <a:cs typeface="Times New Roman"/>
              </a:rPr>
              <a:t>ou</a:t>
            </a:r>
            <a:r>
              <a:rPr sz="2400" spc="10" dirty="0">
                <a:solidFill>
                  <a:srgbClr val="404040"/>
                </a:solidFill>
                <a:latin typeface="Times New Roman"/>
                <a:cs typeface="Times New Roman"/>
              </a:rPr>
              <a:t> </a:t>
            </a:r>
            <a:r>
              <a:rPr sz="2400" spc="-25" dirty="0">
                <a:solidFill>
                  <a:srgbClr val="404040"/>
                </a:solidFill>
                <a:latin typeface="Times New Roman"/>
                <a:cs typeface="Times New Roman"/>
              </a:rPr>
              <a:t>une</a:t>
            </a:r>
            <a:r>
              <a:rPr sz="2400" dirty="0">
                <a:solidFill>
                  <a:srgbClr val="404040"/>
                </a:solidFill>
                <a:latin typeface="Times New Roman"/>
                <a:cs typeface="Times New Roman"/>
              </a:rPr>
              <a:t> </a:t>
            </a:r>
            <a:r>
              <a:rPr sz="2400" spc="-30" dirty="0">
                <a:solidFill>
                  <a:srgbClr val="404040"/>
                </a:solidFill>
                <a:latin typeface="Times New Roman"/>
                <a:cs typeface="Times New Roman"/>
              </a:rPr>
              <a:t>tablette</a:t>
            </a:r>
            <a:r>
              <a:rPr sz="2400" spc="20" dirty="0">
                <a:solidFill>
                  <a:srgbClr val="404040"/>
                </a:solidFill>
                <a:latin typeface="Times New Roman"/>
                <a:cs typeface="Times New Roman"/>
              </a:rPr>
              <a:t> </a:t>
            </a:r>
            <a:r>
              <a:rPr sz="2400" spc="-60" dirty="0">
                <a:solidFill>
                  <a:srgbClr val="404040"/>
                </a:solidFill>
                <a:latin typeface="Times New Roman"/>
                <a:cs typeface="Times New Roman"/>
              </a:rPr>
              <a:t>virtuelle</a:t>
            </a:r>
            <a:r>
              <a:rPr sz="2400" spc="5" dirty="0">
                <a:solidFill>
                  <a:srgbClr val="404040"/>
                </a:solidFill>
                <a:latin typeface="Times New Roman"/>
                <a:cs typeface="Times New Roman"/>
              </a:rPr>
              <a:t> </a:t>
            </a:r>
            <a:r>
              <a:rPr sz="2400" spc="-135" dirty="0">
                <a:solidFill>
                  <a:srgbClr val="404040"/>
                </a:solidFill>
                <a:latin typeface="Times New Roman"/>
                <a:cs typeface="Times New Roman"/>
              </a:rPr>
              <a:t>AVD </a:t>
            </a:r>
            <a:r>
              <a:rPr sz="2400" spc="-585" dirty="0">
                <a:solidFill>
                  <a:srgbClr val="404040"/>
                </a:solidFill>
                <a:latin typeface="Times New Roman"/>
                <a:cs typeface="Times New Roman"/>
              </a:rPr>
              <a:t> </a:t>
            </a:r>
            <a:r>
              <a:rPr sz="2400" spc="-130" dirty="0">
                <a:solidFill>
                  <a:srgbClr val="404040"/>
                </a:solidFill>
                <a:latin typeface="Times New Roman"/>
                <a:cs typeface="Times New Roman"/>
              </a:rPr>
              <a:t>AVD</a:t>
            </a:r>
            <a:r>
              <a:rPr sz="2400" dirty="0">
                <a:solidFill>
                  <a:srgbClr val="404040"/>
                </a:solidFill>
                <a:latin typeface="Times New Roman"/>
                <a:cs typeface="Times New Roman"/>
              </a:rPr>
              <a:t> </a:t>
            </a:r>
            <a:r>
              <a:rPr sz="2400" spc="245" dirty="0">
                <a:solidFill>
                  <a:srgbClr val="404040"/>
                </a:solidFill>
                <a:latin typeface="Times New Roman"/>
                <a:cs typeface="Times New Roman"/>
              </a:rPr>
              <a:t>=</a:t>
            </a:r>
            <a:r>
              <a:rPr sz="2400" spc="5" dirty="0">
                <a:solidFill>
                  <a:srgbClr val="404040"/>
                </a:solidFill>
                <a:latin typeface="Times New Roman"/>
                <a:cs typeface="Times New Roman"/>
              </a:rPr>
              <a:t> </a:t>
            </a:r>
            <a:r>
              <a:rPr sz="2400" spc="-30" dirty="0">
                <a:solidFill>
                  <a:srgbClr val="404040"/>
                </a:solidFill>
                <a:latin typeface="Times New Roman"/>
                <a:cs typeface="Times New Roman"/>
              </a:rPr>
              <a:t>Android</a:t>
            </a:r>
            <a:r>
              <a:rPr sz="2400" dirty="0">
                <a:solidFill>
                  <a:srgbClr val="404040"/>
                </a:solidFill>
                <a:latin typeface="Times New Roman"/>
                <a:cs typeface="Times New Roman"/>
              </a:rPr>
              <a:t> </a:t>
            </a:r>
            <a:r>
              <a:rPr sz="2400" spc="-60" dirty="0">
                <a:solidFill>
                  <a:srgbClr val="404040"/>
                </a:solidFill>
                <a:latin typeface="Times New Roman"/>
                <a:cs typeface="Times New Roman"/>
              </a:rPr>
              <a:t>Virtual</a:t>
            </a:r>
            <a:r>
              <a:rPr sz="2400" dirty="0">
                <a:solidFill>
                  <a:srgbClr val="404040"/>
                </a:solidFill>
                <a:latin typeface="Times New Roman"/>
                <a:cs typeface="Times New Roman"/>
              </a:rPr>
              <a:t> </a:t>
            </a:r>
            <a:r>
              <a:rPr sz="2400" spc="-50" dirty="0">
                <a:solidFill>
                  <a:srgbClr val="404040"/>
                </a:solidFill>
                <a:latin typeface="Times New Roman"/>
                <a:cs typeface="Times New Roman"/>
              </a:rPr>
              <a:t>Device</a:t>
            </a:r>
            <a:endParaRPr sz="2400" dirty="0">
              <a:latin typeface="Times New Roman"/>
              <a:cs typeface="Times New Roman"/>
            </a:endParaRPr>
          </a:p>
          <a:p>
            <a:pPr marL="12700" marR="5080" algn="just">
              <a:lnSpc>
                <a:spcPct val="90000"/>
              </a:lnSpc>
              <a:spcBef>
                <a:spcPts val="1395"/>
              </a:spcBef>
            </a:pPr>
            <a:r>
              <a:rPr sz="2400" spc="-40" dirty="0">
                <a:solidFill>
                  <a:srgbClr val="404040"/>
                </a:solidFill>
                <a:latin typeface="Times New Roman"/>
                <a:cs typeface="Times New Roman"/>
              </a:rPr>
              <a:t>C'est </a:t>
            </a:r>
            <a:r>
              <a:rPr sz="2400" spc="-25" dirty="0">
                <a:solidFill>
                  <a:srgbClr val="404040"/>
                </a:solidFill>
                <a:latin typeface="Times New Roman"/>
                <a:cs typeface="Times New Roman"/>
              </a:rPr>
              <a:t>une </a:t>
            </a:r>
            <a:r>
              <a:rPr sz="2400" spc="-55" dirty="0">
                <a:solidFill>
                  <a:srgbClr val="404040"/>
                </a:solidFill>
                <a:latin typeface="Times New Roman"/>
                <a:cs typeface="Times New Roman"/>
              </a:rPr>
              <a:t>machine virtuelle </a:t>
            </a:r>
            <a:r>
              <a:rPr sz="2400" spc="-30" dirty="0">
                <a:solidFill>
                  <a:srgbClr val="404040"/>
                </a:solidFill>
                <a:latin typeface="Times New Roman"/>
                <a:cs typeface="Times New Roman"/>
              </a:rPr>
              <a:t>comme </a:t>
            </a:r>
            <a:r>
              <a:rPr sz="2400" spc="-85" dirty="0">
                <a:solidFill>
                  <a:srgbClr val="404040"/>
                </a:solidFill>
                <a:latin typeface="Times New Roman"/>
                <a:cs typeface="Times New Roman"/>
              </a:rPr>
              <a:t>celles </a:t>
            </a:r>
            <a:r>
              <a:rPr sz="2400" spc="-35" dirty="0">
                <a:solidFill>
                  <a:srgbClr val="404040"/>
                </a:solidFill>
                <a:latin typeface="Times New Roman"/>
                <a:cs typeface="Times New Roman"/>
              </a:rPr>
              <a:t>de </a:t>
            </a:r>
            <a:r>
              <a:rPr sz="2400" spc="-65" dirty="0">
                <a:solidFill>
                  <a:srgbClr val="404040"/>
                </a:solidFill>
                <a:latin typeface="Times New Roman"/>
                <a:cs typeface="Times New Roman"/>
              </a:rPr>
              <a:t>VirtualBox </a:t>
            </a:r>
            <a:r>
              <a:rPr sz="2400" spc="-20" dirty="0">
                <a:solidFill>
                  <a:srgbClr val="404040"/>
                </a:solidFill>
                <a:latin typeface="Times New Roman"/>
                <a:cs typeface="Times New Roman"/>
              </a:rPr>
              <a:t>et </a:t>
            </a:r>
            <a:r>
              <a:rPr sz="2400" spc="-100" dirty="0">
                <a:solidFill>
                  <a:srgbClr val="404040"/>
                </a:solidFill>
                <a:latin typeface="Times New Roman"/>
                <a:cs typeface="Times New Roman"/>
              </a:rPr>
              <a:t>VMware, </a:t>
            </a:r>
            <a:r>
              <a:rPr sz="2400" spc="-75" dirty="0">
                <a:solidFill>
                  <a:srgbClr val="404040"/>
                </a:solidFill>
                <a:latin typeface="Times New Roman"/>
                <a:cs typeface="Times New Roman"/>
              </a:rPr>
              <a:t>mais </a:t>
            </a:r>
            <a:r>
              <a:rPr sz="2400" spc="-60" dirty="0">
                <a:solidFill>
                  <a:srgbClr val="404040"/>
                </a:solidFill>
                <a:latin typeface="Times New Roman"/>
                <a:cs typeface="Times New Roman"/>
              </a:rPr>
              <a:t>basée </a:t>
            </a:r>
            <a:r>
              <a:rPr sz="2400" spc="-30" dirty="0">
                <a:solidFill>
                  <a:srgbClr val="404040"/>
                </a:solidFill>
                <a:latin typeface="Times New Roman"/>
                <a:cs typeface="Times New Roman"/>
              </a:rPr>
              <a:t>sur </a:t>
            </a:r>
            <a:r>
              <a:rPr sz="2400" spc="-25" dirty="0">
                <a:solidFill>
                  <a:srgbClr val="404040"/>
                </a:solidFill>
                <a:latin typeface="Times New Roman"/>
                <a:cs typeface="Times New Roman"/>
              </a:rPr>
              <a:t> </a:t>
            </a:r>
            <a:r>
              <a:rPr sz="2400" spc="10" dirty="0">
                <a:solidFill>
                  <a:srgbClr val="404040"/>
                </a:solidFill>
                <a:latin typeface="Times New Roman"/>
                <a:cs typeface="Times New Roman"/>
              </a:rPr>
              <a:t>QEMU</a:t>
            </a:r>
            <a:r>
              <a:rPr sz="2400" spc="254" dirty="0">
                <a:solidFill>
                  <a:srgbClr val="404040"/>
                </a:solidFill>
                <a:latin typeface="Times New Roman"/>
                <a:cs typeface="Times New Roman"/>
              </a:rPr>
              <a:t> </a:t>
            </a:r>
            <a:r>
              <a:rPr sz="2400" spc="-35" dirty="0">
                <a:solidFill>
                  <a:srgbClr val="404040"/>
                </a:solidFill>
                <a:latin typeface="Times New Roman"/>
                <a:cs typeface="Times New Roman"/>
              </a:rPr>
              <a:t>(un</a:t>
            </a:r>
            <a:r>
              <a:rPr sz="2400" spc="265" dirty="0">
                <a:solidFill>
                  <a:srgbClr val="404040"/>
                </a:solidFill>
                <a:latin typeface="Times New Roman"/>
                <a:cs typeface="Times New Roman"/>
              </a:rPr>
              <a:t> </a:t>
            </a:r>
            <a:r>
              <a:rPr sz="2400" spc="-45" dirty="0">
                <a:solidFill>
                  <a:srgbClr val="404040"/>
                </a:solidFill>
                <a:latin typeface="Times New Roman"/>
                <a:cs typeface="Times New Roman"/>
              </a:rPr>
              <a:t>outil</a:t>
            </a:r>
            <a:r>
              <a:rPr sz="2400" spc="260" dirty="0">
                <a:solidFill>
                  <a:srgbClr val="404040"/>
                </a:solidFill>
                <a:latin typeface="Times New Roman"/>
                <a:cs typeface="Times New Roman"/>
              </a:rPr>
              <a:t> </a:t>
            </a:r>
            <a:r>
              <a:rPr sz="2400" spc="-40" dirty="0">
                <a:solidFill>
                  <a:srgbClr val="404040"/>
                </a:solidFill>
                <a:latin typeface="Times New Roman"/>
                <a:cs typeface="Times New Roman"/>
              </a:rPr>
              <a:t>d'émulation</a:t>
            </a:r>
            <a:r>
              <a:rPr sz="2400" spc="254" dirty="0">
                <a:solidFill>
                  <a:srgbClr val="404040"/>
                </a:solidFill>
                <a:latin typeface="Times New Roman"/>
                <a:cs typeface="Times New Roman"/>
              </a:rPr>
              <a:t> </a:t>
            </a:r>
            <a:r>
              <a:rPr sz="2400" spc="-20" dirty="0">
                <a:solidFill>
                  <a:srgbClr val="404040"/>
                </a:solidFill>
                <a:latin typeface="Times New Roman"/>
                <a:cs typeface="Times New Roman"/>
              </a:rPr>
              <a:t>et</a:t>
            </a:r>
            <a:r>
              <a:rPr sz="2400" spc="265"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270" dirty="0">
                <a:solidFill>
                  <a:srgbClr val="404040"/>
                </a:solidFill>
                <a:latin typeface="Times New Roman"/>
                <a:cs typeface="Times New Roman"/>
              </a:rPr>
              <a:t> </a:t>
            </a:r>
            <a:r>
              <a:rPr sz="2400" spc="-50" dirty="0">
                <a:solidFill>
                  <a:srgbClr val="404040"/>
                </a:solidFill>
                <a:latin typeface="Times New Roman"/>
                <a:cs typeface="Times New Roman"/>
              </a:rPr>
              <a:t>virtualisation</a:t>
            </a:r>
            <a:r>
              <a:rPr sz="2400" spc="270" dirty="0">
                <a:solidFill>
                  <a:srgbClr val="404040"/>
                </a:solidFill>
                <a:latin typeface="Times New Roman"/>
                <a:cs typeface="Times New Roman"/>
              </a:rPr>
              <a:t> </a:t>
            </a:r>
            <a:r>
              <a:rPr sz="2400" spc="-5" dirty="0">
                <a:solidFill>
                  <a:srgbClr val="404040"/>
                </a:solidFill>
                <a:latin typeface="Times New Roman"/>
                <a:cs typeface="Times New Roman"/>
              </a:rPr>
              <a:t>permettant</a:t>
            </a:r>
            <a:r>
              <a:rPr sz="2400" spc="280" dirty="0">
                <a:solidFill>
                  <a:srgbClr val="404040"/>
                </a:solidFill>
                <a:latin typeface="Times New Roman"/>
                <a:cs typeface="Times New Roman"/>
              </a:rPr>
              <a:t> </a:t>
            </a:r>
            <a:r>
              <a:rPr sz="2400" spc="-45" dirty="0">
                <a:solidFill>
                  <a:srgbClr val="404040"/>
                </a:solidFill>
                <a:latin typeface="Times New Roman"/>
                <a:cs typeface="Times New Roman"/>
              </a:rPr>
              <a:t>d'émuler</a:t>
            </a:r>
            <a:r>
              <a:rPr sz="2400" spc="275" dirty="0">
                <a:solidFill>
                  <a:srgbClr val="404040"/>
                </a:solidFill>
                <a:latin typeface="Times New Roman"/>
                <a:cs typeface="Times New Roman"/>
              </a:rPr>
              <a:t> </a:t>
            </a:r>
            <a:r>
              <a:rPr sz="2400" spc="-10" dirty="0">
                <a:solidFill>
                  <a:srgbClr val="404040"/>
                </a:solidFill>
                <a:latin typeface="Times New Roman"/>
                <a:cs typeface="Times New Roman"/>
              </a:rPr>
              <a:t>toutes</a:t>
            </a:r>
            <a:r>
              <a:rPr sz="2400" spc="250" dirty="0">
                <a:solidFill>
                  <a:srgbClr val="404040"/>
                </a:solidFill>
                <a:latin typeface="Times New Roman"/>
                <a:cs typeface="Times New Roman"/>
              </a:rPr>
              <a:t> </a:t>
            </a:r>
            <a:r>
              <a:rPr sz="2400" spc="-15" dirty="0">
                <a:solidFill>
                  <a:srgbClr val="404040"/>
                </a:solidFill>
                <a:latin typeface="Times New Roman"/>
                <a:cs typeface="Times New Roman"/>
              </a:rPr>
              <a:t>sortes </a:t>
            </a:r>
            <a:r>
              <a:rPr sz="2400" spc="-585" dirty="0">
                <a:solidFill>
                  <a:srgbClr val="404040"/>
                </a:solidFill>
                <a:latin typeface="Times New Roman"/>
                <a:cs typeface="Times New Roman"/>
              </a:rPr>
              <a:t> </a:t>
            </a:r>
            <a:r>
              <a:rPr sz="2400" spc="-35" dirty="0">
                <a:solidFill>
                  <a:srgbClr val="404040"/>
                </a:solidFill>
                <a:latin typeface="Times New Roman"/>
                <a:cs typeface="Times New Roman"/>
              </a:rPr>
              <a:t>de</a:t>
            </a:r>
            <a:r>
              <a:rPr sz="2400" spc="-5" dirty="0">
                <a:solidFill>
                  <a:srgbClr val="404040"/>
                </a:solidFill>
                <a:latin typeface="Times New Roman"/>
                <a:cs typeface="Times New Roman"/>
              </a:rPr>
              <a:t> </a:t>
            </a:r>
            <a:r>
              <a:rPr sz="2400" spc="-35" dirty="0">
                <a:solidFill>
                  <a:srgbClr val="404040"/>
                </a:solidFill>
                <a:latin typeface="Times New Roman"/>
                <a:cs typeface="Times New Roman"/>
              </a:rPr>
              <a:t>CPU</a:t>
            </a:r>
            <a:r>
              <a:rPr sz="2400" spc="15" dirty="0">
                <a:solidFill>
                  <a:srgbClr val="404040"/>
                </a:solidFill>
                <a:latin typeface="Times New Roman"/>
                <a:cs typeface="Times New Roman"/>
              </a:rPr>
              <a:t> </a:t>
            </a:r>
            <a:r>
              <a:rPr sz="2400" spc="20" dirty="0">
                <a:solidFill>
                  <a:srgbClr val="404040"/>
                </a:solidFill>
                <a:latin typeface="Times New Roman"/>
                <a:cs typeface="Times New Roman"/>
              </a:rPr>
              <a:t>dont</a:t>
            </a:r>
            <a:r>
              <a:rPr sz="2400" dirty="0">
                <a:solidFill>
                  <a:srgbClr val="404040"/>
                </a:solidFill>
                <a:latin typeface="Times New Roman"/>
                <a:cs typeface="Times New Roman"/>
              </a:rPr>
              <a:t> </a:t>
            </a:r>
            <a:r>
              <a:rPr sz="2400" spc="-70" dirty="0">
                <a:solidFill>
                  <a:srgbClr val="404040"/>
                </a:solidFill>
                <a:latin typeface="Times New Roman"/>
                <a:cs typeface="Times New Roman"/>
              </a:rPr>
              <a:t>ceux</a:t>
            </a:r>
            <a:r>
              <a:rPr sz="2400" spc="5" dirty="0">
                <a:solidFill>
                  <a:srgbClr val="404040"/>
                </a:solidFill>
                <a:latin typeface="Times New Roman"/>
                <a:cs typeface="Times New Roman"/>
              </a:rPr>
              <a:t> </a:t>
            </a:r>
            <a:r>
              <a:rPr sz="2400" spc="-60" dirty="0">
                <a:solidFill>
                  <a:srgbClr val="404040"/>
                </a:solidFill>
                <a:latin typeface="Times New Roman"/>
                <a:cs typeface="Times New Roman"/>
              </a:rPr>
              <a:t>qui</a:t>
            </a:r>
            <a:r>
              <a:rPr sz="2400" dirty="0">
                <a:solidFill>
                  <a:srgbClr val="404040"/>
                </a:solidFill>
                <a:latin typeface="Times New Roman"/>
                <a:cs typeface="Times New Roman"/>
              </a:rPr>
              <a:t> </a:t>
            </a:r>
            <a:r>
              <a:rPr sz="2400" spc="10" dirty="0">
                <a:solidFill>
                  <a:srgbClr val="404040"/>
                </a:solidFill>
                <a:latin typeface="Times New Roman"/>
                <a:cs typeface="Times New Roman"/>
              </a:rPr>
              <a:t>font</a:t>
            </a:r>
            <a:r>
              <a:rPr sz="2400" dirty="0">
                <a:solidFill>
                  <a:srgbClr val="404040"/>
                </a:solidFill>
                <a:latin typeface="Times New Roman"/>
                <a:cs typeface="Times New Roman"/>
              </a:rPr>
              <a:t> tourner</a:t>
            </a:r>
            <a:r>
              <a:rPr sz="2400" spc="-5" dirty="0">
                <a:solidFill>
                  <a:srgbClr val="404040"/>
                </a:solidFill>
                <a:latin typeface="Times New Roman"/>
                <a:cs typeface="Times New Roman"/>
              </a:rPr>
              <a:t> </a:t>
            </a:r>
            <a:r>
              <a:rPr sz="2400" spc="-105" dirty="0">
                <a:solidFill>
                  <a:srgbClr val="404040"/>
                </a:solidFill>
                <a:latin typeface="Times New Roman"/>
                <a:cs typeface="Times New Roman"/>
              </a:rPr>
              <a:t>la</a:t>
            </a:r>
            <a:r>
              <a:rPr sz="2400" dirty="0">
                <a:solidFill>
                  <a:srgbClr val="404040"/>
                </a:solidFill>
                <a:latin typeface="Times New Roman"/>
                <a:cs typeface="Times New Roman"/>
              </a:rPr>
              <a:t> </a:t>
            </a:r>
            <a:r>
              <a:rPr sz="2400" spc="-20" dirty="0">
                <a:solidFill>
                  <a:srgbClr val="404040"/>
                </a:solidFill>
                <a:latin typeface="Times New Roman"/>
                <a:cs typeface="Times New Roman"/>
              </a:rPr>
              <a:t>plupart</a:t>
            </a:r>
            <a:r>
              <a:rPr sz="2400" spc="5" dirty="0">
                <a:solidFill>
                  <a:srgbClr val="404040"/>
                </a:solidFill>
                <a:latin typeface="Times New Roman"/>
                <a:cs typeface="Times New Roman"/>
              </a:rPr>
              <a:t> </a:t>
            </a:r>
            <a:r>
              <a:rPr sz="2400" spc="-45" dirty="0">
                <a:solidFill>
                  <a:srgbClr val="404040"/>
                </a:solidFill>
                <a:latin typeface="Times New Roman"/>
                <a:cs typeface="Times New Roman"/>
              </a:rPr>
              <a:t>des</a:t>
            </a:r>
            <a:r>
              <a:rPr sz="2400" spc="10" dirty="0">
                <a:solidFill>
                  <a:srgbClr val="404040"/>
                </a:solidFill>
                <a:latin typeface="Times New Roman"/>
                <a:cs typeface="Times New Roman"/>
              </a:rPr>
              <a:t> </a:t>
            </a:r>
            <a:r>
              <a:rPr sz="2400" spc="-35" dirty="0">
                <a:solidFill>
                  <a:srgbClr val="404040"/>
                </a:solidFill>
                <a:latin typeface="Times New Roman"/>
                <a:cs typeface="Times New Roman"/>
              </a:rPr>
              <a:t>tablettes</a:t>
            </a:r>
            <a:r>
              <a:rPr sz="2400" spc="15" dirty="0">
                <a:solidFill>
                  <a:srgbClr val="404040"/>
                </a:solidFill>
                <a:latin typeface="Times New Roman"/>
                <a:cs typeface="Times New Roman"/>
              </a:rPr>
              <a:t> </a:t>
            </a:r>
            <a:r>
              <a:rPr sz="2400" spc="-20" dirty="0">
                <a:solidFill>
                  <a:srgbClr val="404040"/>
                </a:solidFill>
                <a:latin typeface="Times New Roman"/>
                <a:cs typeface="Times New Roman"/>
              </a:rPr>
              <a:t>et</a:t>
            </a:r>
            <a:r>
              <a:rPr sz="2400" spc="10" dirty="0">
                <a:solidFill>
                  <a:srgbClr val="404040"/>
                </a:solidFill>
                <a:latin typeface="Times New Roman"/>
                <a:cs typeface="Times New Roman"/>
              </a:rPr>
              <a:t> </a:t>
            </a:r>
            <a:r>
              <a:rPr sz="2400" spc="-10" dirty="0">
                <a:solidFill>
                  <a:srgbClr val="404040"/>
                </a:solidFill>
                <a:latin typeface="Times New Roman"/>
                <a:cs typeface="Times New Roman"/>
              </a:rPr>
              <a:t>smartphones</a:t>
            </a:r>
            <a:r>
              <a:rPr sz="2400" spc="-20" dirty="0">
                <a:solidFill>
                  <a:srgbClr val="404040"/>
                </a:solidFill>
                <a:latin typeface="Times New Roman"/>
                <a:cs typeface="Times New Roman"/>
              </a:rPr>
              <a:t> </a:t>
            </a:r>
            <a:r>
              <a:rPr sz="2400" spc="-45" dirty="0">
                <a:solidFill>
                  <a:srgbClr val="404040"/>
                </a:solidFill>
                <a:latin typeface="Times New Roman"/>
                <a:cs typeface="Times New Roman"/>
              </a:rPr>
              <a:t>Android.)</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10" dirty="0"/>
              <a:t> </a:t>
            </a:r>
            <a:r>
              <a:rPr spc="110" dirty="0"/>
              <a:t>E</a:t>
            </a:r>
            <a:r>
              <a:rPr spc="-195" dirty="0"/>
              <a:t>x</a:t>
            </a:r>
            <a:r>
              <a:rPr spc="-150" dirty="0"/>
              <a:t>éc</a:t>
            </a:r>
            <a:r>
              <a:rPr spc="-90" dirty="0"/>
              <a:t>u</a:t>
            </a:r>
            <a:r>
              <a:rPr spc="-10" dirty="0"/>
              <a:t>t</a:t>
            </a:r>
            <a:r>
              <a:rPr spc="-225" dirty="0"/>
              <a:t>i</a:t>
            </a:r>
            <a:r>
              <a:rPr spc="-15" dirty="0"/>
              <a:t>o</a:t>
            </a:r>
            <a:r>
              <a:rPr spc="35" dirty="0"/>
              <a:t>n</a:t>
            </a:r>
            <a:r>
              <a:rPr spc="-125" dirty="0"/>
              <a:t> </a:t>
            </a:r>
            <a:r>
              <a:rPr spc="-50" dirty="0"/>
              <a:t>d</a:t>
            </a:r>
            <a:r>
              <a:rPr spc="-100" dirty="0"/>
              <a:t>e</a:t>
            </a:r>
            <a:r>
              <a:rPr spc="-95" dirty="0"/>
              <a:t> </a:t>
            </a:r>
            <a:r>
              <a:rPr spc="-225" dirty="0"/>
              <a:t>l</a:t>
            </a:r>
            <a:r>
              <a:rPr spc="-70" dirty="0"/>
              <a:t>'</a:t>
            </a:r>
            <a:r>
              <a:rPr spc="-190" dirty="0"/>
              <a:t>a</a:t>
            </a:r>
            <a:r>
              <a:rPr spc="-15" dirty="0"/>
              <a:t>pp</a:t>
            </a:r>
            <a:r>
              <a:rPr spc="-225" dirty="0"/>
              <a:t>li</a:t>
            </a:r>
            <a:r>
              <a:rPr spc="-150" dirty="0"/>
              <a:t>c</a:t>
            </a:r>
            <a:r>
              <a:rPr spc="-190" dirty="0"/>
              <a:t>a</a:t>
            </a:r>
            <a:r>
              <a:rPr spc="-10" dirty="0"/>
              <a:t>t</a:t>
            </a:r>
            <a:r>
              <a:rPr spc="-225" dirty="0"/>
              <a:t>i</a:t>
            </a:r>
            <a:r>
              <a:rPr spc="-15" dirty="0"/>
              <a:t>o</a:t>
            </a:r>
            <a:r>
              <a:rPr spc="35" dirty="0"/>
              <a:t>n</a:t>
            </a:r>
          </a:p>
        </p:txBody>
      </p:sp>
      <p:sp>
        <p:nvSpPr>
          <p:cNvPr id="3" name="object 3"/>
          <p:cNvSpPr txBox="1"/>
          <p:nvPr/>
        </p:nvSpPr>
        <p:spPr>
          <a:xfrm>
            <a:off x="323189" y="993712"/>
            <a:ext cx="5617845" cy="5191125"/>
          </a:xfrm>
          <a:prstGeom prst="rect">
            <a:avLst/>
          </a:prstGeom>
        </p:spPr>
        <p:txBody>
          <a:bodyPr vert="horz" wrap="square" lIns="0" tIns="162560" rIns="0" bIns="0" rtlCol="0">
            <a:spAutoFit/>
          </a:bodyPr>
          <a:lstStyle/>
          <a:p>
            <a:pPr marL="12700">
              <a:lnSpc>
                <a:spcPct val="100000"/>
              </a:lnSpc>
              <a:spcBef>
                <a:spcPts val="1280"/>
              </a:spcBef>
            </a:pPr>
            <a:r>
              <a:rPr sz="1800" spc="-35" dirty="0">
                <a:solidFill>
                  <a:srgbClr val="404040"/>
                </a:solidFill>
                <a:latin typeface="Times New Roman"/>
                <a:cs typeface="Times New Roman"/>
              </a:rPr>
              <a:t>L'assistant</a:t>
            </a:r>
            <a:r>
              <a:rPr sz="1800" spc="-15"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dirty="0">
                <a:solidFill>
                  <a:srgbClr val="404040"/>
                </a:solidFill>
                <a:latin typeface="Times New Roman"/>
                <a:cs typeface="Times New Roman"/>
              </a:rPr>
              <a:t> </a:t>
            </a:r>
            <a:r>
              <a:rPr sz="1800" spc="-30" dirty="0">
                <a:solidFill>
                  <a:srgbClr val="404040"/>
                </a:solidFill>
                <a:latin typeface="Times New Roman"/>
                <a:cs typeface="Times New Roman"/>
              </a:rPr>
              <a:t>création</a:t>
            </a:r>
            <a:r>
              <a:rPr sz="1800" spc="10"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dirty="0">
                <a:solidFill>
                  <a:srgbClr val="404040"/>
                </a:solidFill>
                <a:latin typeface="Times New Roman"/>
                <a:cs typeface="Times New Roman"/>
              </a:rPr>
              <a:t> </a:t>
            </a:r>
            <a:r>
              <a:rPr sz="1800" spc="-25" dirty="0">
                <a:solidFill>
                  <a:srgbClr val="404040"/>
                </a:solidFill>
                <a:latin typeface="Times New Roman"/>
                <a:cs typeface="Times New Roman"/>
              </a:rPr>
              <a:t>tablette</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demande</a:t>
            </a:r>
            <a:r>
              <a:rPr sz="1800"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dirty="0">
              <a:latin typeface="Times New Roman"/>
              <a:cs typeface="Times New Roman"/>
            </a:endParaRPr>
          </a:p>
          <a:p>
            <a:pPr marL="299085" indent="-287020">
              <a:lnSpc>
                <a:spcPct val="100000"/>
              </a:lnSpc>
              <a:spcBef>
                <a:spcPts val="1180"/>
              </a:spcBef>
              <a:buClr>
                <a:srgbClr val="1CACE3"/>
              </a:buClr>
              <a:buFont typeface="Arial MT"/>
              <a:buChar char="•"/>
              <a:tabLst>
                <a:tab pos="299085" algn="l"/>
                <a:tab pos="299720" algn="l"/>
              </a:tabLst>
            </a:pPr>
            <a:r>
              <a:rPr sz="1800" spc="-50" dirty="0">
                <a:solidFill>
                  <a:srgbClr val="404040"/>
                </a:solidFill>
                <a:latin typeface="Times New Roman"/>
                <a:cs typeface="Times New Roman"/>
              </a:rPr>
              <a:t>Modèle</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dirty="0">
                <a:solidFill>
                  <a:srgbClr val="404040"/>
                </a:solidFill>
                <a:latin typeface="Times New Roman"/>
                <a:cs typeface="Times New Roman"/>
              </a:rPr>
              <a:t> </a:t>
            </a:r>
            <a:r>
              <a:rPr sz="1800" spc="-25" dirty="0">
                <a:solidFill>
                  <a:srgbClr val="404040"/>
                </a:solidFill>
                <a:latin typeface="Times New Roman"/>
                <a:cs typeface="Times New Roman"/>
              </a:rPr>
              <a:t>tablette</a:t>
            </a:r>
            <a:r>
              <a:rPr sz="1800" spc="5" dirty="0">
                <a:solidFill>
                  <a:srgbClr val="404040"/>
                </a:solidFill>
                <a:latin typeface="Times New Roman"/>
                <a:cs typeface="Times New Roman"/>
              </a:rPr>
              <a:t> </a:t>
            </a:r>
            <a:r>
              <a:rPr sz="1800" dirty="0">
                <a:solidFill>
                  <a:srgbClr val="404040"/>
                </a:solidFill>
                <a:latin typeface="Times New Roman"/>
                <a:cs typeface="Times New Roman"/>
              </a:rPr>
              <a:t>ou</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téléphone</a:t>
            </a:r>
            <a:r>
              <a:rPr sz="1800" spc="-25"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10" dirty="0">
                <a:solidFill>
                  <a:srgbClr val="404040"/>
                </a:solidFill>
                <a:latin typeface="Times New Roman"/>
                <a:cs typeface="Times New Roman"/>
              </a:rPr>
              <a:t> </a:t>
            </a:r>
            <a:r>
              <a:rPr sz="1800" spc="-60" dirty="0">
                <a:solidFill>
                  <a:srgbClr val="404040"/>
                </a:solidFill>
                <a:latin typeface="Times New Roman"/>
                <a:cs typeface="Times New Roman"/>
              </a:rPr>
              <a:t>simuler,</a:t>
            </a:r>
            <a:endParaRPr sz="1800" dirty="0">
              <a:latin typeface="Times New Roman"/>
              <a:cs typeface="Times New Roman"/>
            </a:endParaRPr>
          </a:p>
          <a:p>
            <a:pPr marL="299085" indent="-287020">
              <a:lnSpc>
                <a:spcPct val="100000"/>
              </a:lnSpc>
              <a:spcBef>
                <a:spcPts val="1185"/>
              </a:spcBef>
              <a:buClr>
                <a:srgbClr val="1CACE3"/>
              </a:buClr>
              <a:buFont typeface="Arial MT"/>
              <a:buChar char="•"/>
              <a:tabLst>
                <a:tab pos="299085" algn="l"/>
                <a:tab pos="299720" algn="l"/>
              </a:tabLst>
            </a:pPr>
            <a:r>
              <a:rPr sz="1800" spc="-55" dirty="0">
                <a:solidFill>
                  <a:srgbClr val="404040"/>
                </a:solidFill>
                <a:latin typeface="Times New Roman"/>
                <a:cs typeface="Times New Roman"/>
              </a:rPr>
              <a:t>Version</a:t>
            </a:r>
            <a:r>
              <a:rPr sz="1800" spc="-25" dirty="0">
                <a:solidFill>
                  <a:srgbClr val="404040"/>
                </a:solidFill>
                <a:latin typeface="Times New Roman"/>
                <a:cs typeface="Times New Roman"/>
              </a:rPr>
              <a:t> </a:t>
            </a:r>
            <a:r>
              <a:rPr sz="1800" spc="-10" dirty="0">
                <a:solidFill>
                  <a:srgbClr val="404040"/>
                </a:solidFill>
                <a:latin typeface="Times New Roman"/>
                <a:cs typeface="Times New Roman"/>
              </a:rPr>
              <a:t>du</a:t>
            </a:r>
            <a:r>
              <a:rPr sz="1800" dirty="0">
                <a:solidFill>
                  <a:srgbClr val="404040"/>
                </a:solidFill>
                <a:latin typeface="Times New Roman"/>
                <a:cs typeface="Times New Roman"/>
              </a:rPr>
              <a:t> </a:t>
            </a:r>
            <a:r>
              <a:rPr sz="1800" spc="-50" dirty="0">
                <a:solidFill>
                  <a:srgbClr val="404040"/>
                </a:solidFill>
                <a:latin typeface="Times New Roman"/>
                <a:cs typeface="Times New Roman"/>
              </a:rPr>
              <a:t>système</a:t>
            </a:r>
            <a:r>
              <a:rPr sz="1800" dirty="0">
                <a:solidFill>
                  <a:srgbClr val="404040"/>
                </a:solidFill>
                <a:latin typeface="Times New Roman"/>
                <a:cs typeface="Times New Roman"/>
              </a:rPr>
              <a:t> </a:t>
            </a:r>
            <a:r>
              <a:rPr sz="1800" spc="-25" dirty="0">
                <a:solidFill>
                  <a:srgbClr val="404040"/>
                </a:solidFill>
                <a:latin typeface="Times New Roman"/>
                <a:cs typeface="Times New Roman"/>
              </a:rPr>
              <a:t>Android,</a:t>
            </a:r>
            <a:endParaRPr sz="1800" dirty="0">
              <a:latin typeface="Times New Roman"/>
              <a:cs typeface="Times New Roman"/>
            </a:endParaRPr>
          </a:p>
          <a:p>
            <a:pPr marL="299085" indent="-287020">
              <a:lnSpc>
                <a:spcPct val="100000"/>
              </a:lnSpc>
              <a:spcBef>
                <a:spcPts val="1190"/>
              </a:spcBef>
              <a:buClr>
                <a:srgbClr val="1CACE3"/>
              </a:buClr>
              <a:buFont typeface="Arial MT"/>
              <a:buChar char="•"/>
              <a:tabLst>
                <a:tab pos="299085" algn="l"/>
                <a:tab pos="299720" algn="l"/>
              </a:tabLst>
            </a:pPr>
            <a:r>
              <a:rPr sz="1800" dirty="0">
                <a:solidFill>
                  <a:srgbClr val="404040"/>
                </a:solidFill>
                <a:latin typeface="Times New Roman"/>
                <a:cs typeface="Times New Roman"/>
              </a:rPr>
              <a:t>Or</a:t>
            </a:r>
            <a:r>
              <a:rPr sz="1800" spc="-10" dirty="0">
                <a:solidFill>
                  <a:srgbClr val="404040"/>
                </a:solidFill>
                <a:latin typeface="Times New Roman"/>
                <a:cs typeface="Times New Roman"/>
              </a:rPr>
              <a:t>i</a:t>
            </a:r>
            <a:r>
              <a:rPr sz="1800" spc="-60" dirty="0">
                <a:solidFill>
                  <a:srgbClr val="404040"/>
                </a:solidFill>
                <a:latin typeface="Times New Roman"/>
                <a:cs typeface="Times New Roman"/>
              </a:rPr>
              <a:t>e</a:t>
            </a:r>
            <a:r>
              <a:rPr sz="1800" spc="20" dirty="0">
                <a:solidFill>
                  <a:srgbClr val="404040"/>
                </a:solidFill>
                <a:latin typeface="Times New Roman"/>
                <a:cs typeface="Times New Roman"/>
              </a:rPr>
              <a:t>n</a:t>
            </a:r>
            <a:r>
              <a:rPr sz="1800" spc="15" dirty="0">
                <a:solidFill>
                  <a:srgbClr val="404040"/>
                </a:solidFill>
                <a:latin typeface="Times New Roman"/>
                <a:cs typeface="Times New Roman"/>
              </a:rPr>
              <a:t>t</a:t>
            </a:r>
            <a:r>
              <a:rPr sz="1800" spc="-25" dirty="0">
                <a:solidFill>
                  <a:srgbClr val="404040"/>
                </a:solidFill>
                <a:latin typeface="Times New Roman"/>
                <a:cs typeface="Times New Roman"/>
              </a:rPr>
              <a:t>ation</a:t>
            </a:r>
            <a:r>
              <a:rPr sz="1800" dirty="0">
                <a:solidFill>
                  <a:srgbClr val="404040"/>
                </a:solidFill>
                <a:latin typeface="Times New Roman"/>
                <a:cs typeface="Times New Roman"/>
              </a:rPr>
              <a:t> </a:t>
            </a:r>
            <a:r>
              <a:rPr sz="1800" spc="-25" dirty="0">
                <a:solidFill>
                  <a:srgbClr val="404040"/>
                </a:solidFill>
                <a:latin typeface="Times New Roman"/>
                <a:cs typeface="Times New Roman"/>
              </a:rPr>
              <a:t>e</a:t>
            </a:r>
            <a:r>
              <a:rPr sz="1800" spc="-10" dirty="0">
                <a:solidFill>
                  <a:srgbClr val="404040"/>
                </a:solidFill>
                <a:latin typeface="Times New Roman"/>
                <a:cs typeface="Times New Roman"/>
              </a:rPr>
              <a:t>t</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a:t>
            </a:r>
            <a:r>
              <a:rPr sz="1800" spc="-35" dirty="0">
                <a:solidFill>
                  <a:srgbClr val="404040"/>
                </a:solidFill>
                <a:latin typeface="Times New Roman"/>
                <a:cs typeface="Times New Roman"/>
              </a:rPr>
              <a:t>e</a:t>
            </a:r>
            <a:r>
              <a:rPr sz="1800" spc="-20" dirty="0">
                <a:solidFill>
                  <a:srgbClr val="404040"/>
                </a:solidFill>
                <a:latin typeface="Times New Roman"/>
                <a:cs typeface="Times New Roman"/>
              </a:rPr>
              <a:t>n</a:t>
            </a:r>
            <a:r>
              <a:rPr sz="1800" spc="-15" dirty="0">
                <a:solidFill>
                  <a:srgbClr val="404040"/>
                </a:solidFill>
                <a:latin typeface="Times New Roman"/>
                <a:cs typeface="Times New Roman"/>
              </a:rPr>
              <a:t>s</a:t>
            </a:r>
            <a:r>
              <a:rPr sz="1800" spc="-40" dirty="0">
                <a:solidFill>
                  <a:srgbClr val="404040"/>
                </a:solidFill>
                <a:latin typeface="Times New Roman"/>
                <a:cs typeface="Times New Roman"/>
              </a:rPr>
              <a:t>ité</a:t>
            </a:r>
            <a:r>
              <a:rPr sz="1800" dirty="0">
                <a:solidFill>
                  <a:srgbClr val="404040"/>
                </a:solidFill>
                <a:latin typeface="Times New Roman"/>
                <a:cs typeface="Times New Roman"/>
              </a:rPr>
              <a:t> </a:t>
            </a:r>
            <a:r>
              <a:rPr sz="1800" spc="-30" dirty="0">
                <a:solidFill>
                  <a:srgbClr val="404040"/>
                </a:solidFill>
                <a:latin typeface="Times New Roman"/>
                <a:cs typeface="Times New Roman"/>
              </a:rPr>
              <a:t>d</a:t>
            </a:r>
            <a:r>
              <a:rPr sz="1800" spc="-25" dirty="0">
                <a:solidFill>
                  <a:srgbClr val="404040"/>
                </a:solidFill>
                <a:latin typeface="Times New Roman"/>
                <a:cs typeface="Times New Roman"/>
              </a:rPr>
              <a:t>e</a:t>
            </a:r>
            <a:r>
              <a:rPr sz="1800" dirty="0">
                <a:solidFill>
                  <a:srgbClr val="404040"/>
                </a:solidFill>
                <a:latin typeface="Times New Roman"/>
                <a:cs typeface="Times New Roman"/>
              </a:rPr>
              <a:t> </a:t>
            </a:r>
            <a:r>
              <a:rPr sz="1800" spc="-140" dirty="0">
                <a:solidFill>
                  <a:srgbClr val="404040"/>
                </a:solidFill>
                <a:latin typeface="Times New Roman"/>
                <a:cs typeface="Times New Roman"/>
              </a:rPr>
              <a:t>l</a:t>
            </a:r>
            <a:r>
              <a:rPr sz="1800" spc="-160" dirty="0">
                <a:solidFill>
                  <a:srgbClr val="404040"/>
                </a:solidFill>
                <a:latin typeface="Times New Roman"/>
                <a:cs typeface="Times New Roman"/>
              </a:rPr>
              <a:t>‘</a:t>
            </a:r>
            <a:r>
              <a:rPr sz="1800" spc="5" dirty="0">
                <a:solidFill>
                  <a:srgbClr val="404040"/>
                </a:solidFill>
                <a:latin typeface="Times New Roman"/>
                <a:cs typeface="Times New Roman"/>
              </a:rPr>
              <a:t> </a:t>
            </a:r>
            <a:r>
              <a:rPr sz="1800" spc="-60" dirty="0">
                <a:solidFill>
                  <a:srgbClr val="404040"/>
                </a:solidFill>
                <a:latin typeface="Times New Roman"/>
                <a:cs typeface="Times New Roman"/>
              </a:rPr>
              <a:t>éc</a:t>
            </a:r>
            <a:r>
              <a:rPr sz="1800" spc="-25" dirty="0">
                <a:solidFill>
                  <a:srgbClr val="404040"/>
                </a:solidFill>
                <a:latin typeface="Times New Roman"/>
                <a:cs typeface="Times New Roman"/>
              </a:rPr>
              <a:t>ran</a:t>
            </a:r>
            <a:endParaRPr sz="1800" dirty="0">
              <a:latin typeface="Times New Roman"/>
              <a:cs typeface="Times New Roman"/>
            </a:endParaRPr>
          </a:p>
          <a:p>
            <a:pPr marL="12700">
              <a:lnSpc>
                <a:spcPct val="100000"/>
              </a:lnSpc>
              <a:spcBef>
                <a:spcPts val="1175"/>
              </a:spcBef>
            </a:pPr>
            <a:r>
              <a:rPr sz="1800" spc="5" dirty="0">
                <a:solidFill>
                  <a:srgbClr val="404040"/>
                </a:solidFill>
                <a:latin typeface="Times New Roman"/>
                <a:cs typeface="Times New Roman"/>
              </a:rPr>
              <a:t>Options</a:t>
            </a:r>
            <a:r>
              <a:rPr sz="1800" spc="-3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10" dirty="0">
                <a:solidFill>
                  <a:srgbClr val="404040"/>
                </a:solidFill>
                <a:latin typeface="Times New Roman"/>
                <a:cs typeface="Times New Roman"/>
              </a:rPr>
              <a:t> </a:t>
            </a:r>
            <a:r>
              <a:rPr sz="1800" spc="-40" dirty="0">
                <a:solidFill>
                  <a:srgbClr val="404040"/>
                </a:solidFill>
                <a:latin typeface="Times New Roman"/>
                <a:cs typeface="Times New Roman"/>
              </a:rPr>
              <a:t>simulation</a:t>
            </a:r>
            <a:r>
              <a:rPr sz="1800" spc="-15"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dirty="0">
              <a:latin typeface="Times New Roman"/>
              <a:cs typeface="Times New Roman"/>
            </a:endParaRPr>
          </a:p>
          <a:p>
            <a:pPr marL="299085" marR="5080" indent="-287020">
              <a:lnSpc>
                <a:spcPts val="1939"/>
              </a:lnSpc>
              <a:spcBef>
                <a:spcPts val="1440"/>
              </a:spcBef>
              <a:buClr>
                <a:srgbClr val="1CACE3"/>
              </a:buClr>
              <a:buFont typeface="Arial MT"/>
              <a:buChar char="•"/>
              <a:tabLst>
                <a:tab pos="299085" algn="l"/>
                <a:tab pos="299720" algn="l"/>
              </a:tabLst>
            </a:pPr>
            <a:r>
              <a:rPr sz="1800" spc="-25" dirty="0">
                <a:solidFill>
                  <a:srgbClr val="404040"/>
                </a:solidFill>
                <a:latin typeface="Times New Roman"/>
                <a:cs typeface="Times New Roman"/>
              </a:rPr>
              <a:t>Snapshot</a:t>
            </a:r>
            <a:r>
              <a:rPr sz="1800" spc="8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70" dirty="0">
                <a:solidFill>
                  <a:srgbClr val="404040"/>
                </a:solidFill>
                <a:latin typeface="Times New Roman"/>
                <a:cs typeface="Times New Roman"/>
              </a:rPr>
              <a:t> </a:t>
            </a:r>
            <a:r>
              <a:rPr sz="1800" spc="-35" dirty="0">
                <a:solidFill>
                  <a:srgbClr val="404040"/>
                </a:solidFill>
                <a:latin typeface="Times New Roman"/>
                <a:cs typeface="Times New Roman"/>
              </a:rPr>
              <a:t>mémorise</a:t>
            </a:r>
            <a:r>
              <a:rPr sz="1800" spc="75" dirty="0">
                <a:solidFill>
                  <a:srgbClr val="404040"/>
                </a:solidFill>
                <a:latin typeface="Times New Roman"/>
                <a:cs typeface="Times New Roman"/>
              </a:rPr>
              <a:t> </a:t>
            </a:r>
            <a:r>
              <a:rPr sz="1800" spc="-150" dirty="0">
                <a:solidFill>
                  <a:srgbClr val="404040"/>
                </a:solidFill>
                <a:latin typeface="Times New Roman"/>
                <a:cs typeface="Times New Roman"/>
              </a:rPr>
              <a:t>l‘</a:t>
            </a:r>
            <a:r>
              <a:rPr sz="1800" spc="85" dirty="0">
                <a:solidFill>
                  <a:srgbClr val="404040"/>
                </a:solidFill>
                <a:latin typeface="Times New Roman"/>
                <a:cs typeface="Times New Roman"/>
              </a:rPr>
              <a:t> </a:t>
            </a:r>
            <a:r>
              <a:rPr sz="1800" spc="-20" dirty="0">
                <a:solidFill>
                  <a:srgbClr val="404040"/>
                </a:solidFill>
                <a:latin typeface="Times New Roman"/>
                <a:cs typeface="Times New Roman"/>
              </a:rPr>
              <a:t>état</a:t>
            </a:r>
            <a:r>
              <a:rPr sz="1800" spc="8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60" dirty="0">
                <a:solidFill>
                  <a:srgbClr val="404040"/>
                </a:solidFill>
                <a:latin typeface="Times New Roman"/>
                <a:cs typeface="Times New Roman"/>
              </a:rPr>
              <a:t> </a:t>
            </a:r>
            <a:r>
              <a:rPr sz="1800" spc="-85" dirty="0">
                <a:solidFill>
                  <a:srgbClr val="404040"/>
                </a:solidFill>
                <a:latin typeface="Times New Roman"/>
                <a:cs typeface="Times New Roman"/>
              </a:rPr>
              <a:t>la</a:t>
            </a:r>
            <a:r>
              <a:rPr sz="1800" spc="70" dirty="0">
                <a:solidFill>
                  <a:srgbClr val="404040"/>
                </a:solidFill>
                <a:latin typeface="Times New Roman"/>
                <a:cs typeface="Times New Roman"/>
              </a:rPr>
              <a:t> </a:t>
            </a:r>
            <a:r>
              <a:rPr sz="1800" spc="-40" dirty="0">
                <a:solidFill>
                  <a:srgbClr val="404040"/>
                </a:solidFill>
                <a:latin typeface="Times New Roman"/>
                <a:cs typeface="Times New Roman"/>
              </a:rPr>
              <a:t>machine</a:t>
            </a:r>
            <a:r>
              <a:rPr sz="1800" spc="80" dirty="0">
                <a:solidFill>
                  <a:srgbClr val="404040"/>
                </a:solidFill>
                <a:latin typeface="Times New Roman"/>
                <a:cs typeface="Times New Roman"/>
              </a:rPr>
              <a:t> </a:t>
            </a:r>
            <a:r>
              <a:rPr sz="1800" spc="-5" dirty="0">
                <a:solidFill>
                  <a:srgbClr val="404040"/>
                </a:solidFill>
                <a:latin typeface="Times New Roman"/>
                <a:cs typeface="Times New Roman"/>
              </a:rPr>
              <a:t>d'un</a:t>
            </a:r>
            <a:r>
              <a:rPr sz="1800" spc="70" dirty="0">
                <a:solidFill>
                  <a:srgbClr val="404040"/>
                </a:solidFill>
                <a:latin typeface="Times New Roman"/>
                <a:cs typeface="Times New Roman"/>
              </a:rPr>
              <a:t> </a:t>
            </a:r>
            <a:r>
              <a:rPr sz="1800" spc="-35" dirty="0">
                <a:solidFill>
                  <a:srgbClr val="404040"/>
                </a:solidFill>
                <a:latin typeface="Times New Roman"/>
                <a:cs typeface="Times New Roman"/>
              </a:rPr>
              <a:t>lancement</a:t>
            </a:r>
            <a:r>
              <a:rPr sz="1800" spc="90" dirty="0">
                <a:solidFill>
                  <a:srgbClr val="404040"/>
                </a:solidFill>
                <a:latin typeface="Times New Roman"/>
                <a:cs typeface="Times New Roman"/>
              </a:rPr>
              <a:t> </a:t>
            </a:r>
            <a:r>
              <a:rPr sz="1800" spc="-70" dirty="0">
                <a:solidFill>
                  <a:srgbClr val="404040"/>
                </a:solidFill>
                <a:latin typeface="Times New Roman"/>
                <a:cs typeface="Times New Roman"/>
              </a:rPr>
              <a:t>a </a:t>
            </a:r>
            <a:r>
              <a:rPr sz="1800" spc="-434" dirty="0">
                <a:solidFill>
                  <a:srgbClr val="404040"/>
                </a:solidFill>
                <a:latin typeface="Times New Roman"/>
                <a:cs typeface="Times New Roman"/>
              </a:rPr>
              <a:t> </a:t>
            </a:r>
            <a:r>
              <a:rPr sz="1800" spc="-40" dirty="0">
                <a:solidFill>
                  <a:srgbClr val="404040"/>
                </a:solidFill>
                <a:latin typeface="Times New Roman"/>
                <a:cs typeface="Times New Roman"/>
              </a:rPr>
              <a:t>l'autre,</a:t>
            </a:r>
            <a:r>
              <a:rPr sz="1800" spc="25" dirty="0">
                <a:solidFill>
                  <a:srgbClr val="404040"/>
                </a:solidFill>
                <a:latin typeface="Times New Roman"/>
                <a:cs typeface="Times New Roman"/>
              </a:rPr>
              <a:t> </a:t>
            </a:r>
            <a:r>
              <a:rPr sz="1800" spc="-55" dirty="0">
                <a:solidFill>
                  <a:srgbClr val="404040"/>
                </a:solidFill>
                <a:latin typeface="Times New Roman"/>
                <a:cs typeface="Times New Roman"/>
              </a:rPr>
              <a:t>mais</a:t>
            </a:r>
            <a:r>
              <a:rPr sz="1800" spc="10" dirty="0">
                <a:solidFill>
                  <a:srgbClr val="404040"/>
                </a:solidFill>
                <a:latin typeface="Times New Roman"/>
                <a:cs typeface="Times New Roman"/>
              </a:rPr>
              <a:t> </a:t>
            </a:r>
            <a:r>
              <a:rPr sz="1800" spc="-60" dirty="0">
                <a:solidFill>
                  <a:srgbClr val="404040"/>
                </a:solidFill>
                <a:latin typeface="Times New Roman"/>
                <a:cs typeface="Times New Roman"/>
              </a:rPr>
              <a:t>exclut</a:t>
            </a:r>
            <a:r>
              <a:rPr sz="1800" spc="35" dirty="0">
                <a:solidFill>
                  <a:srgbClr val="404040"/>
                </a:solidFill>
                <a:latin typeface="Times New Roman"/>
                <a:cs typeface="Times New Roman"/>
              </a:rPr>
              <a:t> </a:t>
            </a:r>
            <a:r>
              <a:rPr sz="1800" spc="-45" dirty="0">
                <a:solidFill>
                  <a:srgbClr val="404040"/>
                </a:solidFill>
                <a:latin typeface="Times New Roman"/>
                <a:cs typeface="Times New Roman"/>
              </a:rPr>
              <a:t>Use</a:t>
            </a:r>
            <a:r>
              <a:rPr sz="1800" dirty="0">
                <a:solidFill>
                  <a:srgbClr val="404040"/>
                </a:solidFill>
                <a:latin typeface="Times New Roman"/>
                <a:cs typeface="Times New Roman"/>
              </a:rPr>
              <a:t> </a:t>
            </a:r>
            <a:r>
              <a:rPr sz="1800" spc="15" dirty="0">
                <a:solidFill>
                  <a:srgbClr val="404040"/>
                </a:solidFill>
                <a:latin typeface="Times New Roman"/>
                <a:cs typeface="Times New Roman"/>
              </a:rPr>
              <a:t>Host</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GPU</a:t>
            </a:r>
            <a:endParaRPr sz="1800" dirty="0">
              <a:latin typeface="Times New Roman"/>
              <a:cs typeface="Times New Roman"/>
            </a:endParaRPr>
          </a:p>
          <a:p>
            <a:pPr marL="299085" indent="-287020">
              <a:lnSpc>
                <a:spcPts val="2055"/>
              </a:lnSpc>
              <a:spcBef>
                <a:spcPts val="1160"/>
              </a:spcBef>
              <a:buClr>
                <a:srgbClr val="1CACE3"/>
              </a:buClr>
              <a:buFont typeface="Arial MT"/>
              <a:buChar char="•"/>
              <a:tabLst>
                <a:tab pos="299085" algn="l"/>
                <a:tab pos="299720" algn="l"/>
              </a:tabLst>
            </a:pPr>
            <a:r>
              <a:rPr sz="1800" spc="-45" dirty="0">
                <a:solidFill>
                  <a:srgbClr val="404040"/>
                </a:solidFill>
                <a:latin typeface="Times New Roman"/>
                <a:cs typeface="Times New Roman"/>
              </a:rPr>
              <a:t>Use</a:t>
            </a:r>
            <a:r>
              <a:rPr sz="1800" spc="45" dirty="0">
                <a:solidFill>
                  <a:srgbClr val="404040"/>
                </a:solidFill>
                <a:latin typeface="Times New Roman"/>
                <a:cs typeface="Times New Roman"/>
              </a:rPr>
              <a:t> </a:t>
            </a:r>
            <a:r>
              <a:rPr sz="1800" spc="10" dirty="0">
                <a:solidFill>
                  <a:srgbClr val="404040"/>
                </a:solidFill>
                <a:latin typeface="Times New Roman"/>
                <a:cs typeface="Times New Roman"/>
              </a:rPr>
              <a:t>Host</a:t>
            </a:r>
            <a:r>
              <a:rPr sz="1800" spc="40" dirty="0">
                <a:solidFill>
                  <a:srgbClr val="404040"/>
                </a:solidFill>
                <a:latin typeface="Times New Roman"/>
                <a:cs typeface="Times New Roman"/>
              </a:rPr>
              <a:t> </a:t>
            </a:r>
            <a:r>
              <a:rPr sz="1800" spc="25" dirty="0">
                <a:solidFill>
                  <a:srgbClr val="404040"/>
                </a:solidFill>
                <a:latin typeface="Times New Roman"/>
                <a:cs typeface="Times New Roman"/>
              </a:rPr>
              <a:t>GPU</a:t>
            </a:r>
            <a:r>
              <a:rPr sz="1800" spc="5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45" dirty="0">
                <a:solidFill>
                  <a:srgbClr val="404040"/>
                </a:solidFill>
                <a:latin typeface="Times New Roman"/>
                <a:cs typeface="Times New Roman"/>
              </a:rPr>
              <a:t> </a:t>
            </a:r>
            <a:r>
              <a:rPr sz="1800" spc="-55" dirty="0">
                <a:solidFill>
                  <a:srgbClr val="404040"/>
                </a:solidFill>
                <a:latin typeface="Times New Roman"/>
                <a:cs typeface="Times New Roman"/>
              </a:rPr>
              <a:t>accélère</a:t>
            </a:r>
            <a:r>
              <a:rPr sz="1800" spc="50" dirty="0">
                <a:solidFill>
                  <a:srgbClr val="404040"/>
                </a:solidFill>
                <a:latin typeface="Times New Roman"/>
                <a:cs typeface="Times New Roman"/>
              </a:rPr>
              <a:t> </a:t>
            </a:r>
            <a:r>
              <a:rPr sz="1800" spc="-60" dirty="0">
                <a:solidFill>
                  <a:srgbClr val="404040"/>
                </a:solidFill>
                <a:latin typeface="Times New Roman"/>
                <a:cs typeface="Times New Roman"/>
              </a:rPr>
              <a:t>les</a:t>
            </a:r>
            <a:r>
              <a:rPr sz="1800" spc="60" dirty="0">
                <a:solidFill>
                  <a:srgbClr val="404040"/>
                </a:solidFill>
                <a:latin typeface="Times New Roman"/>
                <a:cs typeface="Times New Roman"/>
              </a:rPr>
              <a:t> </a:t>
            </a:r>
            <a:r>
              <a:rPr sz="1800" spc="-40" dirty="0">
                <a:solidFill>
                  <a:srgbClr val="404040"/>
                </a:solidFill>
                <a:latin typeface="Times New Roman"/>
                <a:cs typeface="Times New Roman"/>
              </a:rPr>
              <a:t>dessins</a:t>
            </a:r>
            <a:r>
              <a:rPr sz="1800" spc="55" dirty="0">
                <a:solidFill>
                  <a:srgbClr val="404040"/>
                </a:solidFill>
                <a:latin typeface="Times New Roman"/>
                <a:cs typeface="Times New Roman"/>
              </a:rPr>
              <a:t> </a:t>
            </a:r>
            <a:r>
              <a:rPr sz="1800" spc="10" dirty="0">
                <a:solidFill>
                  <a:srgbClr val="404040"/>
                </a:solidFill>
                <a:latin typeface="Times New Roman"/>
                <a:cs typeface="Times New Roman"/>
              </a:rPr>
              <a:t>2D</a:t>
            </a:r>
            <a:r>
              <a:rPr sz="1800" spc="60" dirty="0">
                <a:solidFill>
                  <a:srgbClr val="404040"/>
                </a:solidFill>
                <a:latin typeface="Times New Roman"/>
                <a:cs typeface="Times New Roman"/>
              </a:rPr>
              <a:t> </a:t>
            </a:r>
            <a:r>
              <a:rPr sz="1800" spc="-20" dirty="0">
                <a:solidFill>
                  <a:srgbClr val="404040"/>
                </a:solidFill>
                <a:latin typeface="Times New Roman"/>
                <a:cs typeface="Times New Roman"/>
              </a:rPr>
              <a:t>et</a:t>
            </a:r>
            <a:r>
              <a:rPr sz="1800" spc="60" dirty="0">
                <a:solidFill>
                  <a:srgbClr val="404040"/>
                </a:solidFill>
                <a:latin typeface="Times New Roman"/>
                <a:cs typeface="Times New Roman"/>
              </a:rPr>
              <a:t> </a:t>
            </a:r>
            <a:r>
              <a:rPr sz="1800" spc="10" dirty="0">
                <a:solidFill>
                  <a:srgbClr val="404040"/>
                </a:solidFill>
                <a:latin typeface="Times New Roman"/>
                <a:cs typeface="Times New Roman"/>
              </a:rPr>
              <a:t>3D</a:t>
            </a:r>
            <a:r>
              <a:rPr sz="1800" spc="45"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55" dirty="0">
                <a:solidFill>
                  <a:srgbClr val="404040"/>
                </a:solidFill>
                <a:latin typeface="Times New Roman"/>
                <a:cs typeface="Times New Roman"/>
              </a:rPr>
              <a:t> </a:t>
            </a:r>
            <a:r>
              <a:rPr sz="1800" spc="-55" dirty="0">
                <a:solidFill>
                  <a:srgbClr val="404040"/>
                </a:solidFill>
                <a:latin typeface="Times New Roman"/>
                <a:cs typeface="Times New Roman"/>
              </a:rPr>
              <a:t>l'aide</a:t>
            </a:r>
            <a:r>
              <a:rPr sz="1800" spc="50"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spc="50" dirty="0">
                <a:solidFill>
                  <a:srgbClr val="404040"/>
                </a:solidFill>
                <a:latin typeface="Times New Roman"/>
                <a:cs typeface="Times New Roman"/>
              </a:rPr>
              <a:t> </a:t>
            </a:r>
            <a:r>
              <a:rPr sz="1800" spc="-85" dirty="0">
                <a:solidFill>
                  <a:srgbClr val="404040"/>
                </a:solidFill>
                <a:latin typeface="Times New Roman"/>
                <a:cs typeface="Times New Roman"/>
              </a:rPr>
              <a:t>la</a:t>
            </a:r>
            <a:endParaRPr sz="1800" dirty="0">
              <a:latin typeface="Times New Roman"/>
              <a:cs typeface="Times New Roman"/>
            </a:endParaRPr>
          </a:p>
          <a:p>
            <a:pPr marL="299085">
              <a:lnSpc>
                <a:spcPts val="2055"/>
              </a:lnSpc>
            </a:pPr>
            <a:r>
              <a:rPr sz="1800" spc="-25" dirty="0">
                <a:solidFill>
                  <a:srgbClr val="404040"/>
                </a:solidFill>
                <a:latin typeface="Times New Roman"/>
                <a:cs typeface="Times New Roman"/>
              </a:rPr>
              <a:t>carte</a:t>
            </a:r>
            <a:r>
              <a:rPr sz="1800" spc="-5" dirty="0">
                <a:solidFill>
                  <a:srgbClr val="404040"/>
                </a:solidFill>
                <a:latin typeface="Times New Roman"/>
                <a:cs typeface="Times New Roman"/>
              </a:rPr>
              <a:t> </a:t>
            </a:r>
            <a:r>
              <a:rPr sz="1800" spc="-35" dirty="0">
                <a:solidFill>
                  <a:srgbClr val="404040"/>
                </a:solidFill>
                <a:latin typeface="Times New Roman"/>
                <a:cs typeface="Times New Roman"/>
              </a:rPr>
              <a:t>graphique</a:t>
            </a:r>
            <a:r>
              <a:rPr sz="1800" spc="-5" dirty="0">
                <a:solidFill>
                  <a:srgbClr val="404040"/>
                </a:solidFill>
                <a:latin typeface="Times New Roman"/>
                <a:cs typeface="Times New Roman"/>
              </a:rPr>
              <a:t> </a:t>
            </a:r>
            <a:r>
              <a:rPr sz="1800" spc="-10" dirty="0">
                <a:solidFill>
                  <a:srgbClr val="404040"/>
                </a:solidFill>
                <a:latin typeface="Times New Roman"/>
                <a:cs typeface="Times New Roman"/>
              </a:rPr>
              <a:t>du</a:t>
            </a:r>
            <a:r>
              <a:rPr sz="1800" spc="-15" dirty="0">
                <a:solidFill>
                  <a:srgbClr val="404040"/>
                </a:solidFill>
                <a:latin typeface="Times New Roman"/>
                <a:cs typeface="Times New Roman"/>
              </a:rPr>
              <a:t> </a:t>
            </a:r>
            <a:r>
              <a:rPr sz="1800" spc="-50" dirty="0">
                <a:solidFill>
                  <a:srgbClr val="404040"/>
                </a:solidFill>
                <a:latin typeface="Times New Roman"/>
                <a:cs typeface="Times New Roman"/>
              </a:rPr>
              <a:t>PC.</a:t>
            </a:r>
            <a:endParaRPr sz="1800" dirty="0">
              <a:latin typeface="Times New Roman"/>
              <a:cs typeface="Times New Roman"/>
            </a:endParaRPr>
          </a:p>
          <a:p>
            <a:pPr marL="12700">
              <a:lnSpc>
                <a:spcPct val="100000"/>
              </a:lnSpc>
              <a:spcBef>
                <a:spcPts val="1180"/>
              </a:spcBef>
            </a:pPr>
            <a:r>
              <a:rPr sz="1800" spc="5" dirty="0">
                <a:solidFill>
                  <a:srgbClr val="404040"/>
                </a:solidFill>
                <a:latin typeface="Times New Roman"/>
                <a:cs typeface="Times New Roman"/>
              </a:rPr>
              <a:t>Options</a:t>
            </a:r>
            <a:r>
              <a:rPr sz="1800" spc="-35" dirty="0">
                <a:solidFill>
                  <a:srgbClr val="404040"/>
                </a:solidFill>
                <a:latin typeface="Times New Roman"/>
                <a:cs typeface="Times New Roman"/>
              </a:rPr>
              <a:t> </a:t>
            </a:r>
            <a:r>
              <a:rPr sz="1800" spc="-60" dirty="0">
                <a:solidFill>
                  <a:srgbClr val="404040"/>
                </a:solidFill>
                <a:latin typeface="Times New Roman"/>
                <a:cs typeface="Times New Roman"/>
              </a:rPr>
              <a:t>avancées</a:t>
            </a:r>
            <a:r>
              <a:rPr sz="1800" spc="15"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dirty="0">
              <a:latin typeface="Times New Roman"/>
              <a:cs typeface="Times New Roman"/>
            </a:endParaRPr>
          </a:p>
          <a:p>
            <a:pPr marL="299085" indent="-287020">
              <a:lnSpc>
                <a:spcPct val="100000"/>
              </a:lnSpc>
              <a:spcBef>
                <a:spcPts val="1185"/>
              </a:spcBef>
              <a:buClr>
                <a:srgbClr val="1CACE3"/>
              </a:buClr>
              <a:buFont typeface="Arial MT"/>
              <a:buChar char="•"/>
              <a:tabLst>
                <a:tab pos="299085" algn="l"/>
                <a:tab pos="299720" algn="l"/>
              </a:tabLst>
            </a:pPr>
            <a:r>
              <a:rPr sz="1800" spc="-85" dirty="0">
                <a:solidFill>
                  <a:srgbClr val="404040"/>
                </a:solidFill>
                <a:latin typeface="Times New Roman"/>
                <a:cs typeface="Times New Roman"/>
              </a:rPr>
              <a:t>RAM</a:t>
            </a:r>
            <a:r>
              <a:rPr sz="1800" spc="-1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5" dirty="0">
                <a:solidFill>
                  <a:srgbClr val="404040"/>
                </a:solidFill>
                <a:latin typeface="Times New Roman"/>
                <a:cs typeface="Times New Roman"/>
              </a:rPr>
              <a:t> </a:t>
            </a:r>
            <a:r>
              <a:rPr sz="1800" spc="-30" dirty="0">
                <a:solidFill>
                  <a:srgbClr val="404040"/>
                </a:solidFill>
                <a:latin typeface="Times New Roman"/>
                <a:cs typeface="Times New Roman"/>
              </a:rPr>
              <a:t>mémoire</a:t>
            </a:r>
            <a:r>
              <a:rPr sz="1800" spc="-10"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5" dirty="0">
                <a:solidFill>
                  <a:srgbClr val="404040"/>
                </a:solidFill>
                <a:latin typeface="Times New Roman"/>
                <a:cs typeface="Times New Roman"/>
              </a:rPr>
              <a:t> </a:t>
            </a:r>
            <a:r>
              <a:rPr sz="1800" spc="-55" dirty="0">
                <a:solidFill>
                  <a:srgbClr val="404040"/>
                </a:solidFill>
                <a:latin typeface="Times New Roman"/>
                <a:cs typeface="Times New Roman"/>
              </a:rPr>
              <a:t>allouer,</a:t>
            </a:r>
            <a:r>
              <a:rPr sz="1800" spc="40" dirty="0">
                <a:solidFill>
                  <a:srgbClr val="404040"/>
                </a:solidFill>
                <a:latin typeface="Times New Roman"/>
                <a:cs typeface="Times New Roman"/>
              </a:rPr>
              <a:t> </a:t>
            </a:r>
            <a:r>
              <a:rPr sz="1800" spc="-55" dirty="0">
                <a:solidFill>
                  <a:srgbClr val="404040"/>
                </a:solidFill>
                <a:latin typeface="Times New Roman"/>
                <a:cs typeface="Times New Roman"/>
              </a:rPr>
              <a:t>mais</a:t>
            </a:r>
            <a:r>
              <a:rPr sz="1800" spc="10" dirty="0">
                <a:solidFill>
                  <a:srgbClr val="404040"/>
                </a:solidFill>
                <a:latin typeface="Times New Roman"/>
                <a:cs typeface="Times New Roman"/>
              </a:rPr>
              <a:t> </a:t>
            </a:r>
            <a:r>
              <a:rPr sz="1800" spc="-30" dirty="0">
                <a:solidFill>
                  <a:srgbClr val="404040"/>
                </a:solidFill>
                <a:latin typeface="Times New Roman"/>
                <a:cs typeface="Times New Roman"/>
              </a:rPr>
              <a:t>est</a:t>
            </a:r>
            <a:r>
              <a:rPr sz="1800" spc="10" dirty="0">
                <a:solidFill>
                  <a:srgbClr val="404040"/>
                </a:solidFill>
                <a:latin typeface="Times New Roman"/>
                <a:cs typeface="Times New Roman"/>
              </a:rPr>
              <a:t> </a:t>
            </a:r>
            <a:r>
              <a:rPr sz="1800" spc="-55" dirty="0">
                <a:solidFill>
                  <a:srgbClr val="404040"/>
                </a:solidFill>
                <a:latin typeface="Times New Roman"/>
                <a:cs typeface="Times New Roman"/>
              </a:rPr>
              <a:t>limitée</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par</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votre</a:t>
            </a:r>
            <a:r>
              <a:rPr sz="1800" spc="5" dirty="0">
                <a:solidFill>
                  <a:srgbClr val="404040"/>
                </a:solidFill>
                <a:latin typeface="Times New Roman"/>
                <a:cs typeface="Times New Roman"/>
              </a:rPr>
              <a:t> </a:t>
            </a:r>
            <a:r>
              <a:rPr sz="1800" spc="-55" dirty="0">
                <a:solidFill>
                  <a:srgbClr val="404040"/>
                </a:solidFill>
                <a:latin typeface="Times New Roman"/>
                <a:cs typeface="Times New Roman"/>
              </a:rPr>
              <a:t>PC,</a:t>
            </a:r>
            <a:endParaRPr sz="1800" dirty="0">
              <a:latin typeface="Times New Roman"/>
              <a:cs typeface="Times New Roman"/>
            </a:endParaRPr>
          </a:p>
          <a:p>
            <a:pPr marL="299085" indent="-287020">
              <a:lnSpc>
                <a:spcPct val="100000"/>
              </a:lnSpc>
              <a:spcBef>
                <a:spcPts val="1190"/>
              </a:spcBef>
              <a:buClr>
                <a:srgbClr val="1CACE3"/>
              </a:buClr>
              <a:buFont typeface="Arial MT"/>
              <a:buChar char="•"/>
              <a:tabLst>
                <a:tab pos="299085" algn="l"/>
                <a:tab pos="299720" algn="l"/>
              </a:tabLst>
            </a:pPr>
            <a:r>
              <a:rPr sz="1800" spc="-15" dirty="0">
                <a:solidFill>
                  <a:srgbClr val="404040"/>
                </a:solidFill>
                <a:latin typeface="Times New Roman"/>
                <a:cs typeface="Times New Roman"/>
              </a:rPr>
              <a:t>Internal</a:t>
            </a:r>
            <a:r>
              <a:rPr sz="1800" dirty="0">
                <a:solidFill>
                  <a:srgbClr val="404040"/>
                </a:solidFill>
                <a:latin typeface="Times New Roman"/>
                <a:cs typeface="Times New Roman"/>
              </a:rPr>
              <a:t> </a:t>
            </a:r>
            <a:r>
              <a:rPr sz="1800" spc="-30" dirty="0">
                <a:solidFill>
                  <a:srgbClr val="404040"/>
                </a:solidFill>
                <a:latin typeface="Times New Roman"/>
                <a:cs typeface="Times New Roman"/>
              </a:rPr>
              <a:t>storage</a:t>
            </a:r>
            <a:r>
              <a:rPr sz="1800" spc="-5"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10" dirty="0">
                <a:solidFill>
                  <a:srgbClr val="404040"/>
                </a:solidFill>
                <a:latin typeface="Times New Roman"/>
                <a:cs typeface="Times New Roman"/>
              </a:rPr>
              <a:t> </a:t>
            </a:r>
            <a:r>
              <a:rPr sz="1800" spc="-50" dirty="0">
                <a:solidFill>
                  <a:srgbClr val="404040"/>
                </a:solidFill>
                <a:latin typeface="Times New Roman"/>
                <a:cs typeface="Times New Roman"/>
              </a:rPr>
              <a:t>capacité</a:t>
            </a:r>
            <a:r>
              <a:rPr sz="1800" spc="3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5" dirty="0">
                <a:solidFill>
                  <a:srgbClr val="404040"/>
                </a:solidFill>
                <a:latin typeface="Times New Roman"/>
                <a:cs typeface="Times New Roman"/>
              </a:rPr>
              <a:t> </a:t>
            </a:r>
            <a:r>
              <a:rPr sz="1800" spc="-45" dirty="0">
                <a:solidFill>
                  <a:srgbClr val="404040"/>
                </a:solidFill>
                <a:latin typeface="Times New Roman"/>
                <a:cs typeface="Times New Roman"/>
              </a:rPr>
              <a:t>stockage</a:t>
            </a:r>
            <a:r>
              <a:rPr sz="1800" spc="20" dirty="0">
                <a:solidFill>
                  <a:srgbClr val="404040"/>
                </a:solidFill>
                <a:latin typeface="Times New Roman"/>
                <a:cs typeface="Times New Roman"/>
              </a:rPr>
              <a:t> </a:t>
            </a:r>
            <a:r>
              <a:rPr sz="1800" spc="-25" dirty="0">
                <a:solidFill>
                  <a:srgbClr val="404040"/>
                </a:solidFill>
                <a:latin typeface="Times New Roman"/>
                <a:cs typeface="Times New Roman"/>
              </a:rPr>
              <a:t>interne,</a:t>
            </a:r>
            <a:endParaRPr sz="1800" dirty="0">
              <a:latin typeface="Times New Roman"/>
              <a:cs typeface="Times New Roman"/>
            </a:endParaRPr>
          </a:p>
          <a:p>
            <a:pPr marL="299085" indent="-287020">
              <a:lnSpc>
                <a:spcPct val="100000"/>
              </a:lnSpc>
              <a:spcBef>
                <a:spcPts val="1175"/>
              </a:spcBef>
              <a:buClr>
                <a:srgbClr val="1CACE3"/>
              </a:buClr>
              <a:buFont typeface="Arial MT"/>
              <a:buChar char="•"/>
              <a:tabLst>
                <a:tab pos="299085" algn="l"/>
                <a:tab pos="299720" algn="l"/>
              </a:tabLst>
            </a:pPr>
            <a:r>
              <a:rPr sz="1800" spc="-30" dirty="0">
                <a:solidFill>
                  <a:srgbClr val="404040"/>
                </a:solidFill>
                <a:latin typeface="Times New Roman"/>
                <a:cs typeface="Times New Roman"/>
              </a:rPr>
              <a:t>SD</a:t>
            </a:r>
            <a:r>
              <a:rPr sz="1800" spc="-5" dirty="0">
                <a:solidFill>
                  <a:srgbClr val="404040"/>
                </a:solidFill>
                <a:latin typeface="Times New Roman"/>
                <a:cs typeface="Times New Roman"/>
              </a:rPr>
              <a:t> </a:t>
            </a:r>
            <a:r>
              <a:rPr sz="1800" spc="-35" dirty="0">
                <a:solidFill>
                  <a:srgbClr val="404040"/>
                </a:solidFill>
                <a:latin typeface="Times New Roman"/>
                <a:cs typeface="Times New Roman"/>
              </a:rPr>
              <a:t>Card</a:t>
            </a:r>
            <a:r>
              <a:rPr sz="180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10" dirty="0">
                <a:solidFill>
                  <a:srgbClr val="404040"/>
                </a:solidFill>
                <a:latin typeface="Times New Roman"/>
                <a:cs typeface="Times New Roman"/>
              </a:rPr>
              <a:t> </a:t>
            </a:r>
            <a:r>
              <a:rPr sz="1800" spc="-50" dirty="0">
                <a:solidFill>
                  <a:srgbClr val="404040"/>
                </a:solidFill>
                <a:latin typeface="Times New Roman"/>
                <a:cs typeface="Times New Roman"/>
              </a:rPr>
              <a:t>capacité</a:t>
            </a:r>
            <a:r>
              <a:rPr sz="1800" spc="15"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5" dirty="0">
                <a:solidFill>
                  <a:srgbClr val="404040"/>
                </a:solidFill>
                <a:latin typeface="Times New Roman"/>
                <a:cs typeface="Times New Roman"/>
              </a:rPr>
              <a:t> </a:t>
            </a:r>
            <a:r>
              <a:rPr sz="1800" spc="-85" dirty="0">
                <a:solidFill>
                  <a:srgbClr val="404040"/>
                </a:solidFill>
                <a:latin typeface="Times New Roman"/>
                <a:cs typeface="Times New Roman"/>
              </a:rPr>
              <a:t>la</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carte</a:t>
            </a:r>
            <a:r>
              <a:rPr sz="1800" spc="5" dirty="0">
                <a:solidFill>
                  <a:srgbClr val="404040"/>
                </a:solidFill>
                <a:latin typeface="Times New Roman"/>
                <a:cs typeface="Times New Roman"/>
              </a:rPr>
              <a:t> </a:t>
            </a:r>
            <a:r>
              <a:rPr sz="1800" spc="-30" dirty="0">
                <a:solidFill>
                  <a:srgbClr val="404040"/>
                </a:solidFill>
                <a:latin typeface="Times New Roman"/>
                <a:cs typeface="Times New Roman"/>
              </a:rPr>
              <a:t>SD</a:t>
            </a:r>
            <a:r>
              <a:rPr sz="1800" dirty="0">
                <a:solidFill>
                  <a:srgbClr val="404040"/>
                </a:solidFill>
                <a:latin typeface="Times New Roman"/>
                <a:cs typeface="Times New Roman"/>
              </a:rPr>
              <a:t> </a:t>
            </a:r>
            <a:r>
              <a:rPr sz="1800" spc="-60" dirty="0">
                <a:solidFill>
                  <a:srgbClr val="404040"/>
                </a:solidFill>
                <a:latin typeface="Times New Roman"/>
                <a:cs typeface="Times New Roman"/>
              </a:rPr>
              <a:t>simulée</a:t>
            </a:r>
            <a:r>
              <a:rPr sz="1800" spc="20" dirty="0">
                <a:solidFill>
                  <a:srgbClr val="404040"/>
                </a:solidFill>
                <a:latin typeface="Times New Roman"/>
                <a:cs typeface="Times New Roman"/>
              </a:rPr>
              <a:t> </a:t>
            </a:r>
            <a:r>
              <a:rPr sz="1800" spc="-30" dirty="0">
                <a:solidFill>
                  <a:srgbClr val="404040"/>
                </a:solidFill>
                <a:latin typeface="Times New Roman"/>
                <a:cs typeface="Times New Roman"/>
              </a:rPr>
              <a:t>supplémentaire</a:t>
            </a:r>
            <a:endParaRPr sz="1800" dirty="0">
              <a:latin typeface="Times New Roman"/>
              <a:cs typeface="Times New Roman"/>
            </a:endParaRPr>
          </a:p>
        </p:txBody>
      </p:sp>
      <p:grpSp>
        <p:nvGrpSpPr>
          <p:cNvPr id="4" name="object 4"/>
          <p:cNvGrpSpPr/>
          <p:nvPr/>
        </p:nvGrpSpPr>
        <p:grpSpPr>
          <a:xfrm>
            <a:off x="6384035" y="1787651"/>
            <a:ext cx="5634355" cy="3301365"/>
            <a:chOff x="6384035" y="1787651"/>
            <a:chExt cx="5634355" cy="3301365"/>
          </a:xfrm>
        </p:grpSpPr>
        <p:pic>
          <p:nvPicPr>
            <p:cNvPr id="5" name="object 5"/>
            <p:cNvPicPr/>
            <p:nvPr/>
          </p:nvPicPr>
          <p:blipFill>
            <a:blip r:embed="rId2" cstate="print"/>
            <a:stretch>
              <a:fillRect/>
            </a:stretch>
          </p:blipFill>
          <p:spPr>
            <a:xfrm>
              <a:off x="6393179" y="1796795"/>
              <a:ext cx="5615939" cy="3277722"/>
            </a:xfrm>
            <a:prstGeom prst="rect">
              <a:avLst/>
            </a:prstGeom>
          </p:spPr>
        </p:pic>
        <p:sp>
          <p:nvSpPr>
            <p:cNvPr id="6" name="object 6"/>
            <p:cNvSpPr/>
            <p:nvPr/>
          </p:nvSpPr>
          <p:spPr>
            <a:xfrm>
              <a:off x="6388607" y="1792223"/>
              <a:ext cx="5625465" cy="3291840"/>
            </a:xfrm>
            <a:custGeom>
              <a:avLst/>
              <a:gdLst/>
              <a:ahLst/>
              <a:cxnLst/>
              <a:rect l="l" t="t" r="r" b="b"/>
              <a:pathLst>
                <a:path w="5625465" h="3291840">
                  <a:moveTo>
                    <a:pt x="0" y="3291840"/>
                  </a:moveTo>
                  <a:lnTo>
                    <a:pt x="5625084" y="3291840"/>
                  </a:lnTo>
                  <a:lnTo>
                    <a:pt x="5625084" y="0"/>
                  </a:lnTo>
                  <a:lnTo>
                    <a:pt x="0" y="0"/>
                  </a:lnTo>
                  <a:lnTo>
                    <a:pt x="0" y="3291840"/>
                  </a:lnTo>
                  <a:close/>
                </a:path>
              </a:pathLst>
            </a:custGeom>
            <a:ln w="9144">
              <a:solidFill>
                <a:srgbClr val="000000"/>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36</a:t>
            </a:fld>
            <a:endParaRP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10" dirty="0"/>
              <a:t> </a:t>
            </a:r>
            <a:r>
              <a:rPr spc="110" dirty="0"/>
              <a:t>E</a:t>
            </a:r>
            <a:r>
              <a:rPr spc="-195" dirty="0"/>
              <a:t>x</a:t>
            </a:r>
            <a:r>
              <a:rPr spc="-150" dirty="0"/>
              <a:t>éc</a:t>
            </a:r>
            <a:r>
              <a:rPr spc="-90" dirty="0"/>
              <a:t>u</a:t>
            </a:r>
            <a:r>
              <a:rPr spc="-10" dirty="0"/>
              <a:t>t</a:t>
            </a:r>
            <a:r>
              <a:rPr spc="-225" dirty="0"/>
              <a:t>i</a:t>
            </a:r>
            <a:r>
              <a:rPr spc="-15" dirty="0"/>
              <a:t>o</a:t>
            </a:r>
            <a:r>
              <a:rPr spc="35" dirty="0"/>
              <a:t>n</a:t>
            </a:r>
            <a:r>
              <a:rPr spc="-125" dirty="0"/>
              <a:t> </a:t>
            </a:r>
            <a:r>
              <a:rPr spc="-50" dirty="0"/>
              <a:t>d</a:t>
            </a:r>
            <a:r>
              <a:rPr spc="-100" dirty="0"/>
              <a:t>e</a:t>
            </a:r>
            <a:r>
              <a:rPr spc="-95" dirty="0"/>
              <a:t> </a:t>
            </a:r>
            <a:r>
              <a:rPr spc="-225" dirty="0"/>
              <a:t>l</a:t>
            </a:r>
            <a:r>
              <a:rPr spc="-70" dirty="0"/>
              <a:t>'</a:t>
            </a:r>
            <a:r>
              <a:rPr spc="-190" dirty="0"/>
              <a:t>a</a:t>
            </a:r>
            <a:r>
              <a:rPr spc="-15" dirty="0"/>
              <a:t>pp</a:t>
            </a:r>
            <a:r>
              <a:rPr spc="-225" dirty="0"/>
              <a:t>li</a:t>
            </a:r>
            <a:r>
              <a:rPr spc="-150" dirty="0"/>
              <a:t>c</a:t>
            </a:r>
            <a:r>
              <a:rPr spc="-190" dirty="0"/>
              <a:t>a</a:t>
            </a:r>
            <a:r>
              <a:rPr spc="-10" dirty="0"/>
              <a:t>t</a:t>
            </a:r>
            <a:r>
              <a:rPr spc="-225" dirty="0"/>
              <a:t>i</a:t>
            </a:r>
            <a:r>
              <a:rPr spc="-15" dirty="0"/>
              <a:t>o</a:t>
            </a:r>
            <a:r>
              <a:rPr spc="35" dirty="0"/>
              <a:t>n</a:t>
            </a:r>
          </a:p>
        </p:txBody>
      </p:sp>
      <p:pic>
        <p:nvPicPr>
          <p:cNvPr id="3" name="object 3"/>
          <p:cNvPicPr/>
          <p:nvPr/>
        </p:nvPicPr>
        <p:blipFill>
          <a:blip r:embed="rId2" cstate="print"/>
          <a:stretch>
            <a:fillRect/>
          </a:stretch>
        </p:blipFill>
        <p:spPr>
          <a:xfrm>
            <a:off x="6018276" y="1345691"/>
            <a:ext cx="6128004" cy="3884676"/>
          </a:xfrm>
          <a:prstGeom prst="rect">
            <a:avLst/>
          </a:prstGeom>
        </p:spPr>
      </p:pic>
      <p:sp>
        <p:nvSpPr>
          <p:cNvPr id="4" name="object 4"/>
          <p:cNvSpPr txBox="1"/>
          <p:nvPr/>
        </p:nvSpPr>
        <p:spPr>
          <a:xfrm>
            <a:off x="323189" y="993712"/>
            <a:ext cx="5617845" cy="5191125"/>
          </a:xfrm>
          <a:prstGeom prst="rect">
            <a:avLst/>
          </a:prstGeom>
        </p:spPr>
        <p:txBody>
          <a:bodyPr vert="horz" wrap="square" lIns="0" tIns="162560" rIns="0" bIns="0" rtlCol="0">
            <a:spAutoFit/>
          </a:bodyPr>
          <a:lstStyle/>
          <a:p>
            <a:pPr marL="12700">
              <a:lnSpc>
                <a:spcPct val="100000"/>
              </a:lnSpc>
              <a:spcBef>
                <a:spcPts val="1280"/>
              </a:spcBef>
            </a:pPr>
            <a:r>
              <a:rPr sz="1800" spc="-35" dirty="0">
                <a:solidFill>
                  <a:srgbClr val="404040"/>
                </a:solidFill>
                <a:latin typeface="Times New Roman"/>
                <a:cs typeface="Times New Roman"/>
              </a:rPr>
              <a:t>L'assistant</a:t>
            </a:r>
            <a:r>
              <a:rPr sz="1800" spc="-15"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dirty="0">
                <a:solidFill>
                  <a:srgbClr val="404040"/>
                </a:solidFill>
                <a:latin typeface="Times New Roman"/>
                <a:cs typeface="Times New Roman"/>
              </a:rPr>
              <a:t> </a:t>
            </a:r>
            <a:r>
              <a:rPr sz="1800" spc="-30" dirty="0">
                <a:solidFill>
                  <a:srgbClr val="404040"/>
                </a:solidFill>
                <a:latin typeface="Times New Roman"/>
                <a:cs typeface="Times New Roman"/>
              </a:rPr>
              <a:t>création</a:t>
            </a:r>
            <a:r>
              <a:rPr sz="1800" spc="10"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dirty="0">
                <a:solidFill>
                  <a:srgbClr val="404040"/>
                </a:solidFill>
                <a:latin typeface="Times New Roman"/>
                <a:cs typeface="Times New Roman"/>
              </a:rPr>
              <a:t> </a:t>
            </a:r>
            <a:r>
              <a:rPr sz="1800" spc="-25" dirty="0">
                <a:solidFill>
                  <a:srgbClr val="404040"/>
                </a:solidFill>
                <a:latin typeface="Times New Roman"/>
                <a:cs typeface="Times New Roman"/>
              </a:rPr>
              <a:t>tablette</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demande</a:t>
            </a:r>
            <a:r>
              <a:rPr sz="1800"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a:latin typeface="Times New Roman"/>
              <a:cs typeface="Times New Roman"/>
            </a:endParaRPr>
          </a:p>
          <a:p>
            <a:pPr marL="299085" indent="-287020">
              <a:lnSpc>
                <a:spcPct val="100000"/>
              </a:lnSpc>
              <a:spcBef>
                <a:spcPts val="1180"/>
              </a:spcBef>
              <a:buClr>
                <a:srgbClr val="1CACE3"/>
              </a:buClr>
              <a:buFont typeface="Arial MT"/>
              <a:buChar char="•"/>
              <a:tabLst>
                <a:tab pos="299085" algn="l"/>
                <a:tab pos="299720" algn="l"/>
              </a:tabLst>
            </a:pPr>
            <a:r>
              <a:rPr sz="1800" spc="-50" dirty="0">
                <a:solidFill>
                  <a:srgbClr val="404040"/>
                </a:solidFill>
                <a:latin typeface="Times New Roman"/>
                <a:cs typeface="Times New Roman"/>
              </a:rPr>
              <a:t>Modèle</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dirty="0">
                <a:solidFill>
                  <a:srgbClr val="404040"/>
                </a:solidFill>
                <a:latin typeface="Times New Roman"/>
                <a:cs typeface="Times New Roman"/>
              </a:rPr>
              <a:t> </a:t>
            </a:r>
            <a:r>
              <a:rPr sz="1800" spc="-25" dirty="0">
                <a:solidFill>
                  <a:srgbClr val="404040"/>
                </a:solidFill>
                <a:latin typeface="Times New Roman"/>
                <a:cs typeface="Times New Roman"/>
              </a:rPr>
              <a:t>tablette</a:t>
            </a:r>
            <a:r>
              <a:rPr sz="1800" spc="5" dirty="0">
                <a:solidFill>
                  <a:srgbClr val="404040"/>
                </a:solidFill>
                <a:latin typeface="Times New Roman"/>
                <a:cs typeface="Times New Roman"/>
              </a:rPr>
              <a:t> </a:t>
            </a:r>
            <a:r>
              <a:rPr sz="1800" dirty="0">
                <a:solidFill>
                  <a:srgbClr val="404040"/>
                </a:solidFill>
                <a:latin typeface="Times New Roman"/>
                <a:cs typeface="Times New Roman"/>
              </a:rPr>
              <a:t>ou</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téléphone</a:t>
            </a:r>
            <a:r>
              <a:rPr sz="1800" spc="-25"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10" dirty="0">
                <a:solidFill>
                  <a:srgbClr val="404040"/>
                </a:solidFill>
                <a:latin typeface="Times New Roman"/>
                <a:cs typeface="Times New Roman"/>
              </a:rPr>
              <a:t> </a:t>
            </a:r>
            <a:r>
              <a:rPr sz="1800" spc="-60" dirty="0">
                <a:solidFill>
                  <a:srgbClr val="404040"/>
                </a:solidFill>
                <a:latin typeface="Times New Roman"/>
                <a:cs typeface="Times New Roman"/>
              </a:rPr>
              <a:t>simuler,</a:t>
            </a:r>
            <a:endParaRPr sz="1800">
              <a:latin typeface="Times New Roman"/>
              <a:cs typeface="Times New Roman"/>
            </a:endParaRPr>
          </a:p>
          <a:p>
            <a:pPr marL="299085" indent="-287020">
              <a:lnSpc>
                <a:spcPct val="100000"/>
              </a:lnSpc>
              <a:spcBef>
                <a:spcPts val="1185"/>
              </a:spcBef>
              <a:buClr>
                <a:srgbClr val="1CACE3"/>
              </a:buClr>
              <a:buFont typeface="Arial MT"/>
              <a:buChar char="•"/>
              <a:tabLst>
                <a:tab pos="299085" algn="l"/>
                <a:tab pos="299720" algn="l"/>
              </a:tabLst>
            </a:pPr>
            <a:r>
              <a:rPr sz="1800" spc="-55" dirty="0">
                <a:solidFill>
                  <a:srgbClr val="404040"/>
                </a:solidFill>
                <a:latin typeface="Times New Roman"/>
                <a:cs typeface="Times New Roman"/>
              </a:rPr>
              <a:t>Version</a:t>
            </a:r>
            <a:r>
              <a:rPr sz="1800" spc="-25" dirty="0">
                <a:solidFill>
                  <a:srgbClr val="404040"/>
                </a:solidFill>
                <a:latin typeface="Times New Roman"/>
                <a:cs typeface="Times New Roman"/>
              </a:rPr>
              <a:t> </a:t>
            </a:r>
            <a:r>
              <a:rPr sz="1800" spc="-10" dirty="0">
                <a:solidFill>
                  <a:srgbClr val="404040"/>
                </a:solidFill>
                <a:latin typeface="Times New Roman"/>
                <a:cs typeface="Times New Roman"/>
              </a:rPr>
              <a:t>du</a:t>
            </a:r>
            <a:r>
              <a:rPr sz="1800" dirty="0">
                <a:solidFill>
                  <a:srgbClr val="404040"/>
                </a:solidFill>
                <a:latin typeface="Times New Roman"/>
                <a:cs typeface="Times New Roman"/>
              </a:rPr>
              <a:t> </a:t>
            </a:r>
            <a:r>
              <a:rPr sz="1800" spc="-50" dirty="0">
                <a:solidFill>
                  <a:srgbClr val="404040"/>
                </a:solidFill>
                <a:latin typeface="Times New Roman"/>
                <a:cs typeface="Times New Roman"/>
              </a:rPr>
              <a:t>système</a:t>
            </a:r>
            <a:r>
              <a:rPr sz="1800" dirty="0">
                <a:solidFill>
                  <a:srgbClr val="404040"/>
                </a:solidFill>
                <a:latin typeface="Times New Roman"/>
                <a:cs typeface="Times New Roman"/>
              </a:rPr>
              <a:t> </a:t>
            </a:r>
            <a:r>
              <a:rPr sz="1800" spc="-25" dirty="0">
                <a:solidFill>
                  <a:srgbClr val="404040"/>
                </a:solidFill>
                <a:latin typeface="Times New Roman"/>
                <a:cs typeface="Times New Roman"/>
              </a:rPr>
              <a:t>Android,</a:t>
            </a:r>
            <a:endParaRPr sz="1800">
              <a:latin typeface="Times New Roman"/>
              <a:cs typeface="Times New Roman"/>
            </a:endParaRPr>
          </a:p>
          <a:p>
            <a:pPr marL="299085" indent="-287020">
              <a:lnSpc>
                <a:spcPct val="100000"/>
              </a:lnSpc>
              <a:spcBef>
                <a:spcPts val="1190"/>
              </a:spcBef>
              <a:buClr>
                <a:srgbClr val="1CACE3"/>
              </a:buClr>
              <a:buFont typeface="Arial MT"/>
              <a:buChar char="•"/>
              <a:tabLst>
                <a:tab pos="299085" algn="l"/>
                <a:tab pos="299720" algn="l"/>
              </a:tabLst>
            </a:pPr>
            <a:r>
              <a:rPr sz="1800" dirty="0">
                <a:solidFill>
                  <a:srgbClr val="404040"/>
                </a:solidFill>
                <a:latin typeface="Times New Roman"/>
                <a:cs typeface="Times New Roman"/>
              </a:rPr>
              <a:t>Or</a:t>
            </a:r>
            <a:r>
              <a:rPr sz="1800" spc="-10" dirty="0">
                <a:solidFill>
                  <a:srgbClr val="404040"/>
                </a:solidFill>
                <a:latin typeface="Times New Roman"/>
                <a:cs typeface="Times New Roman"/>
              </a:rPr>
              <a:t>i</a:t>
            </a:r>
            <a:r>
              <a:rPr sz="1800" spc="-60" dirty="0">
                <a:solidFill>
                  <a:srgbClr val="404040"/>
                </a:solidFill>
                <a:latin typeface="Times New Roman"/>
                <a:cs typeface="Times New Roman"/>
              </a:rPr>
              <a:t>e</a:t>
            </a:r>
            <a:r>
              <a:rPr sz="1800" spc="20" dirty="0">
                <a:solidFill>
                  <a:srgbClr val="404040"/>
                </a:solidFill>
                <a:latin typeface="Times New Roman"/>
                <a:cs typeface="Times New Roman"/>
              </a:rPr>
              <a:t>n</a:t>
            </a:r>
            <a:r>
              <a:rPr sz="1800" spc="15" dirty="0">
                <a:solidFill>
                  <a:srgbClr val="404040"/>
                </a:solidFill>
                <a:latin typeface="Times New Roman"/>
                <a:cs typeface="Times New Roman"/>
              </a:rPr>
              <a:t>t</a:t>
            </a:r>
            <a:r>
              <a:rPr sz="1800" spc="-25" dirty="0">
                <a:solidFill>
                  <a:srgbClr val="404040"/>
                </a:solidFill>
                <a:latin typeface="Times New Roman"/>
                <a:cs typeface="Times New Roman"/>
              </a:rPr>
              <a:t>ation</a:t>
            </a:r>
            <a:r>
              <a:rPr sz="1800" dirty="0">
                <a:solidFill>
                  <a:srgbClr val="404040"/>
                </a:solidFill>
                <a:latin typeface="Times New Roman"/>
                <a:cs typeface="Times New Roman"/>
              </a:rPr>
              <a:t> </a:t>
            </a:r>
            <a:r>
              <a:rPr sz="1800" spc="-25" dirty="0">
                <a:solidFill>
                  <a:srgbClr val="404040"/>
                </a:solidFill>
                <a:latin typeface="Times New Roman"/>
                <a:cs typeface="Times New Roman"/>
              </a:rPr>
              <a:t>e</a:t>
            </a:r>
            <a:r>
              <a:rPr sz="1800" spc="-10" dirty="0">
                <a:solidFill>
                  <a:srgbClr val="404040"/>
                </a:solidFill>
                <a:latin typeface="Times New Roman"/>
                <a:cs typeface="Times New Roman"/>
              </a:rPr>
              <a:t>t</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a:t>
            </a:r>
            <a:r>
              <a:rPr sz="1800" spc="-35" dirty="0">
                <a:solidFill>
                  <a:srgbClr val="404040"/>
                </a:solidFill>
                <a:latin typeface="Times New Roman"/>
                <a:cs typeface="Times New Roman"/>
              </a:rPr>
              <a:t>e</a:t>
            </a:r>
            <a:r>
              <a:rPr sz="1800" spc="-20" dirty="0">
                <a:solidFill>
                  <a:srgbClr val="404040"/>
                </a:solidFill>
                <a:latin typeface="Times New Roman"/>
                <a:cs typeface="Times New Roman"/>
              </a:rPr>
              <a:t>n</a:t>
            </a:r>
            <a:r>
              <a:rPr sz="1800" spc="-15" dirty="0">
                <a:solidFill>
                  <a:srgbClr val="404040"/>
                </a:solidFill>
                <a:latin typeface="Times New Roman"/>
                <a:cs typeface="Times New Roman"/>
              </a:rPr>
              <a:t>s</a:t>
            </a:r>
            <a:r>
              <a:rPr sz="1800" spc="-40" dirty="0">
                <a:solidFill>
                  <a:srgbClr val="404040"/>
                </a:solidFill>
                <a:latin typeface="Times New Roman"/>
                <a:cs typeface="Times New Roman"/>
              </a:rPr>
              <a:t>ité</a:t>
            </a:r>
            <a:r>
              <a:rPr sz="1800" dirty="0">
                <a:solidFill>
                  <a:srgbClr val="404040"/>
                </a:solidFill>
                <a:latin typeface="Times New Roman"/>
                <a:cs typeface="Times New Roman"/>
              </a:rPr>
              <a:t> </a:t>
            </a:r>
            <a:r>
              <a:rPr sz="1800" spc="-30" dirty="0">
                <a:solidFill>
                  <a:srgbClr val="404040"/>
                </a:solidFill>
                <a:latin typeface="Times New Roman"/>
                <a:cs typeface="Times New Roman"/>
              </a:rPr>
              <a:t>d</a:t>
            </a:r>
            <a:r>
              <a:rPr sz="1800" spc="-25" dirty="0">
                <a:solidFill>
                  <a:srgbClr val="404040"/>
                </a:solidFill>
                <a:latin typeface="Times New Roman"/>
                <a:cs typeface="Times New Roman"/>
              </a:rPr>
              <a:t>e</a:t>
            </a:r>
            <a:r>
              <a:rPr sz="1800" dirty="0">
                <a:solidFill>
                  <a:srgbClr val="404040"/>
                </a:solidFill>
                <a:latin typeface="Times New Roman"/>
                <a:cs typeface="Times New Roman"/>
              </a:rPr>
              <a:t> </a:t>
            </a:r>
            <a:r>
              <a:rPr sz="1800" spc="-140" dirty="0">
                <a:solidFill>
                  <a:srgbClr val="404040"/>
                </a:solidFill>
                <a:latin typeface="Times New Roman"/>
                <a:cs typeface="Times New Roman"/>
              </a:rPr>
              <a:t>l</a:t>
            </a:r>
            <a:r>
              <a:rPr sz="1800" spc="-160" dirty="0">
                <a:solidFill>
                  <a:srgbClr val="404040"/>
                </a:solidFill>
                <a:latin typeface="Times New Roman"/>
                <a:cs typeface="Times New Roman"/>
              </a:rPr>
              <a:t>‘</a:t>
            </a:r>
            <a:r>
              <a:rPr sz="1800" spc="5" dirty="0">
                <a:solidFill>
                  <a:srgbClr val="404040"/>
                </a:solidFill>
                <a:latin typeface="Times New Roman"/>
                <a:cs typeface="Times New Roman"/>
              </a:rPr>
              <a:t> </a:t>
            </a:r>
            <a:r>
              <a:rPr sz="1800" spc="-60" dirty="0">
                <a:solidFill>
                  <a:srgbClr val="404040"/>
                </a:solidFill>
                <a:latin typeface="Times New Roman"/>
                <a:cs typeface="Times New Roman"/>
              </a:rPr>
              <a:t>éc</a:t>
            </a:r>
            <a:r>
              <a:rPr sz="1800" spc="-25" dirty="0">
                <a:solidFill>
                  <a:srgbClr val="404040"/>
                </a:solidFill>
                <a:latin typeface="Times New Roman"/>
                <a:cs typeface="Times New Roman"/>
              </a:rPr>
              <a:t>ran</a:t>
            </a:r>
            <a:endParaRPr sz="1800">
              <a:latin typeface="Times New Roman"/>
              <a:cs typeface="Times New Roman"/>
            </a:endParaRPr>
          </a:p>
          <a:p>
            <a:pPr marL="12700">
              <a:lnSpc>
                <a:spcPct val="100000"/>
              </a:lnSpc>
              <a:spcBef>
                <a:spcPts val="1175"/>
              </a:spcBef>
            </a:pPr>
            <a:r>
              <a:rPr sz="1800" spc="5" dirty="0">
                <a:solidFill>
                  <a:srgbClr val="404040"/>
                </a:solidFill>
                <a:latin typeface="Times New Roman"/>
                <a:cs typeface="Times New Roman"/>
              </a:rPr>
              <a:t>Options</a:t>
            </a:r>
            <a:r>
              <a:rPr sz="1800" spc="-3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10" dirty="0">
                <a:solidFill>
                  <a:srgbClr val="404040"/>
                </a:solidFill>
                <a:latin typeface="Times New Roman"/>
                <a:cs typeface="Times New Roman"/>
              </a:rPr>
              <a:t> </a:t>
            </a:r>
            <a:r>
              <a:rPr sz="1800" spc="-40" dirty="0">
                <a:solidFill>
                  <a:srgbClr val="404040"/>
                </a:solidFill>
                <a:latin typeface="Times New Roman"/>
                <a:cs typeface="Times New Roman"/>
              </a:rPr>
              <a:t>simulation</a:t>
            </a:r>
            <a:r>
              <a:rPr sz="1800" spc="-15"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a:latin typeface="Times New Roman"/>
              <a:cs typeface="Times New Roman"/>
            </a:endParaRPr>
          </a:p>
          <a:p>
            <a:pPr marL="299085" marR="5080" indent="-287020">
              <a:lnSpc>
                <a:spcPts val="1939"/>
              </a:lnSpc>
              <a:spcBef>
                <a:spcPts val="1440"/>
              </a:spcBef>
              <a:buClr>
                <a:srgbClr val="1CACE3"/>
              </a:buClr>
              <a:buFont typeface="Arial MT"/>
              <a:buChar char="•"/>
              <a:tabLst>
                <a:tab pos="299085" algn="l"/>
                <a:tab pos="299720" algn="l"/>
              </a:tabLst>
            </a:pPr>
            <a:r>
              <a:rPr sz="1800" spc="-25" dirty="0">
                <a:solidFill>
                  <a:srgbClr val="404040"/>
                </a:solidFill>
                <a:latin typeface="Times New Roman"/>
                <a:cs typeface="Times New Roman"/>
              </a:rPr>
              <a:t>Snapshot</a:t>
            </a:r>
            <a:r>
              <a:rPr sz="1800" spc="8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70" dirty="0">
                <a:solidFill>
                  <a:srgbClr val="404040"/>
                </a:solidFill>
                <a:latin typeface="Times New Roman"/>
                <a:cs typeface="Times New Roman"/>
              </a:rPr>
              <a:t> </a:t>
            </a:r>
            <a:r>
              <a:rPr sz="1800" spc="-35" dirty="0">
                <a:solidFill>
                  <a:srgbClr val="404040"/>
                </a:solidFill>
                <a:latin typeface="Times New Roman"/>
                <a:cs typeface="Times New Roman"/>
              </a:rPr>
              <a:t>mémorise</a:t>
            </a:r>
            <a:r>
              <a:rPr sz="1800" spc="75" dirty="0">
                <a:solidFill>
                  <a:srgbClr val="404040"/>
                </a:solidFill>
                <a:latin typeface="Times New Roman"/>
                <a:cs typeface="Times New Roman"/>
              </a:rPr>
              <a:t> </a:t>
            </a:r>
            <a:r>
              <a:rPr sz="1800" spc="-150" dirty="0">
                <a:solidFill>
                  <a:srgbClr val="404040"/>
                </a:solidFill>
                <a:latin typeface="Times New Roman"/>
                <a:cs typeface="Times New Roman"/>
              </a:rPr>
              <a:t>l‘</a:t>
            </a:r>
            <a:r>
              <a:rPr sz="1800" spc="85" dirty="0">
                <a:solidFill>
                  <a:srgbClr val="404040"/>
                </a:solidFill>
                <a:latin typeface="Times New Roman"/>
                <a:cs typeface="Times New Roman"/>
              </a:rPr>
              <a:t> </a:t>
            </a:r>
            <a:r>
              <a:rPr sz="1800" spc="-20" dirty="0">
                <a:solidFill>
                  <a:srgbClr val="404040"/>
                </a:solidFill>
                <a:latin typeface="Times New Roman"/>
                <a:cs typeface="Times New Roman"/>
              </a:rPr>
              <a:t>état</a:t>
            </a:r>
            <a:r>
              <a:rPr sz="1800" spc="8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60" dirty="0">
                <a:solidFill>
                  <a:srgbClr val="404040"/>
                </a:solidFill>
                <a:latin typeface="Times New Roman"/>
                <a:cs typeface="Times New Roman"/>
              </a:rPr>
              <a:t> </a:t>
            </a:r>
            <a:r>
              <a:rPr sz="1800" spc="-85" dirty="0">
                <a:solidFill>
                  <a:srgbClr val="404040"/>
                </a:solidFill>
                <a:latin typeface="Times New Roman"/>
                <a:cs typeface="Times New Roman"/>
              </a:rPr>
              <a:t>la</a:t>
            </a:r>
            <a:r>
              <a:rPr sz="1800" spc="70" dirty="0">
                <a:solidFill>
                  <a:srgbClr val="404040"/>
                </a:solidFill>
                <a:latin typeface="Times New Roman"/>
                <a:cs typeface="Times New Roman"/>
              </a:rPr>
              <a:t> </a:t>
            </a:r>
            <a:r>
              <a:rPr sz="1800" spc="-40" dirty="0">
                <a:solidFill>
                  <a:srgbClr val="404040"/>
                </a:solidFill>
                <a:latin typeface="Times New Roman"/>
                <a:cs typeface="Times New Roman"/>
              </a:rPr>
              <a:t>machine</a:t>
            </a:r>
            <a:r>
              <a:rPr sz="1800" spc="80" dirty="0">
                <a:solidFill>
                  <a:srgbClr val="404040"/>
                </a:solidFill>
                <a:latin typeface="Times New Roman"/>
                <a:cs typeface="Times New Roman"/>
              </a:rPr>
              <a:t> </a:t>
            </a:r>
            <a:r>
              <a:rPr sz="1800" spc="-5" dirty="0">
                <a:solidFill>
                  <a:srgbClr val="404040"/>
                </a:solidFill>
                <a:latin typeface="Times New Roman"/>
                <a:cs typeface="Times New Roman"/>
              </a:rPr>
              <a:t>d'un</a:t>
            </a:r>
            <a:r>
              <a:rPr sz="1800" spc="70" dirty="0">
                <a:solidFill>
                  <a:srgbClr val="404040"/>
                </a:solidFill>
                <a:latin typeface="Times New Roman"/>
                <a:cs typeface="Times New Roman"/>
              </a:rPr>
              <a:t> </a:t>
            </a:r>
            <a:r>
              <a:rPr sz="1800" spc="-35" dirty="0">
                <a:solidFill>
                  <a:srgbClr val="404040"/>
                </a:solidFill>
                <a:latin typeface="Times New Roman"/>
                <a:cs typeface="Times New Roman"/>
              </a:rPr>
              <a:t>lancement</a:t>
            </a:r>
            <a:r>
              <a:rPr sz="1800" spc="90" dirty="0">
                <a:solidFill>
                  <a:srgbClr val="404040"/>
                </a:solidFill>
                <a:latin typeface="Times New Roman"/>
                <a:cs typeface="Times New Roman"/>
              </a:rPr>
              <a:t> </a:t>
            </a:r>
            <a:r>
              <a:rPr sz="1800" spc="-70" dirty="0">
                <a:solidFill>
                  <a:srgbClr val="404040"/>
                </a:solidFill>
                <a:latin typeface="Times New Roman"/>
                <a:cs typeface="Times New Roman"/>
              </a:rPr>
              <a:t>a </a:t>
            </a:r>
            <a:r>
              <a:rPr sz="1800" spc="-434" dirty="0">
                <a:solidFill>
                  <a:srgbClr val="404040"/>
                </a:solidFill>
                <a:latin typeface="Times New Roman"/>
                <a:cs typeface="Times New Roman"/>
              </a:rPr>
              <a:t> </a:t>
            </a:r>
            <a:r>
              <a:rPr sz="1800" spc="-40" dirty="0">
                <a:solidFill>
                  <a:srgbClr val="404040"/>
                </a:solidFill>
                <a:latin typeface="Times New Roman"/>
                <a:cs typeface="Times New Roman"/>
              </a:rPr>
              <a:t>l'autre,</a:t>
            </a:r>
            <a:r>
              <a:rPr sz="1800" spc="25" dirty="0">
                <a:solidFill>
                  <a:srgbClr val="404040"/>
                </a:solidFill>
                <a:latin typeface="Times New Roman"/>
                <a:cs typeface="Times New Roman"/>
              </a:rPr>
              <a:t> </a:t>
            </a:r>
            <a:r>
              <a:rPr sz="1800" spc="-55" dirty="0">
                <a:solidFill>
                  <a:srgbClr val="404040"/>
                </a:solidFill>
                <a:latin typeface="Times New Roman"/>
                <a:cs typeface="Times New Roman"/>
              </a:rPr>
              <a:t>mais</a:t>
            </a:r>
            <a:r>
              <a:rPr sz="1800" spc="10" dirty="0">
                <a:solidFill>
                  <a:srgbClr val="404040"/>
                </a:solidFill>
                <a:latin typeface="Times New Roman"/>
                <a:cs typeface="Times New Roman"/>
              </a:rPr>
              <a:t> </a:t>
            </a:r>
            <a:r>
              <a:rPr sz="1800" spc="-60" dirty="0">
                <a:solidFill>
                  <a:srgbClr val="404040"/>
                </a:solidFill>
                <a:latin typeface="Times New Roman"/>
                <a:cs typeface="Times New Roman"/>
              </a:rPr>
              <a:t>exclut</a:t>
            </a:r>
            <a:r>
              <a:rPr sz="1800" spc="35" dirty="0">
                <a:solidFill>
                  <a:srgbClr val="404040"/>
                </a:solidFill>
                <a:latin typeface="Times New Roman"/>
                <a:cs typeface="Times New Roman"/>
              </a:rPr>
              <a:t> </a:t>
            </a:r>
            <a:r>
              <a:rPr sz="1800" spc="-45" dirty="0">
                <a:solidFill>
                  <a:srgbClr val="404040"/>
                </a:solidFill>
                <a:latin typeface="Times New Roman"/>
                <a:cs typeface="Times New Roman"/>
              </a:rPr>
              <a:t>Use</a:t>
            </a:r>
            <a:r>
              <a:rPr sz="1800" dirty="0">
                <a:solidFill>
                  <a:srgbClr val="404040"/>
                </a:solidFill>
                <a:latin typeface="Times New Roman"/>
                <a:cs typeface="Times New Roman"/>
              </a:rPr>
              <a:t> </a:t>
            </a:r>
            <a:r>
              <a:rPr sz="1800" spc="15" dirty="0">
                <a:solidFill>
                  <a:srgbClr val="404040"/>
                </a:solidFill>
                <a:latin typeface="Times New Roman"/>
                <a:cs typeface="Times New Roman"/>
              </a:rPr>
              <a:t>Host</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GPU</a:t>
            </a:r>
            <a:endParaRPr sz="1800">
              <a:latin typeface="Times New Roman"/>
              <a:cs typeface="Times New Roman"/>
            </a:endParaRPr>
          </a:p>
          <a:p>
            <a:pPr marL="299085" indent="-287020">
              <a:lnSpc>
                <a:spcPts val="2055"/>
              </a:lnSpc>
              <a:spcBef>
                <a:spcPts val="1160"/>
              </a:spcBef>
              <a:buClr>
                <a:srgbClr val="1CACE3"/>
              </a:buClr>
              <a:buFont typeface="Arial MT"/>
              <a:buChar char="•"/>
              <a:tabLst>
                <a:tab pos="299085" algn="l"/>
                <a:tab pos="299720" algn="l"/>
              </a:tabLst>
            </a:pPr>
            <a:r>
              <a:rPr sz="1800" spc="-45" dirty="0">
                <a:solidFill>
                  <a:srgbClr val="404040"/>
                </a:solidFill>
                <a:latin typeface="Times New Roman"/>
                <a:cs typeface="Times New Roman"/>
              </a:rPr>
              <a:t>Use</a:t>
            </a:r>
            <a:r>
              <a:rPr sz="1800" spc="45" dirty="0">
                <a:solidFill>
                  <a:srgbClr val="404040"/>
                </a:solidFill>
                <a:latin typeface="Times New Roman"/>
                <a:cs typeface="Times New Roman"/>
              </a:rPr>
              <a:t> </a:t>
            </a:r>
            <a:r>
              <a:rPr sz="1800" spc="10" dirty="0">
                <a:solidFill>
                  <a:srgbClr val="404040"/>
                </a:solidFill>
                <a:latin typeface="Times New Roman"/>
                <a:cs typeface="Times New Roman"/>
              </a:rPr>
              <a:t>Host</a:t>
            </a:r>
            <a:r>
              <a:rPr sz="1800" spc="40" dirty="0">
                <a:solidFill>
                  <a:srgbClr val="404040"/>
                </a:solidFill>
                <a:latin typeface="Times New Roman"/>
                <a:cs typeface="Times New Roman"/>
              </a:rPr>
              <a:t> </a:t>
            </a:r>
            <a:r>
              <a:rPr sz="1800" spc="25" dirty="0">
                <a:solidFill>
                  <a:srgbClr val="404040"/>
                </a:solidFill>
                <a:latin typeface="Times New Roman"/>
                <a:cs typeface="Times New Roman"/>
              </a:rPr>
              <a:t>GPU</a:t>
            </a:r>
            <a:r>
              <a:rPr sz="1800" spc="5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45" dirty="0">
                <a:solidFill>
                  <a:srgbClr val="404040"/>
                </a:solidFill>
                <a:latin typeface="Times New Roman"/>
                <a:cs typeface="Times New Roman"/>
              </a:rPr>
              <a:t> </a:t>
            </a:r>
            <a:r>
              <a:rPr sz="1800" spc="-55" dirty="0">
                <a:solidFill>
                  <a:srgbClr val="404040"/>
                </a:solidFill>
                <a:latin typeface="Times New Roman"/>
                <a:cs typeface="Times New Roman"/>
              </a:rPr>
              <a:t>accélère</a:t>
            </a:r>
            <a:r>
              <a:rPr sz="1800" spc="50" dirty="0">
                <a:solidFill>
                  <a:srgbClr val="404040"/>
                </a:solidFill>
                <a:latin typeface="Times New Roman"/>
                <a:cs typeface="Times New Roman"/>
              </a:rPr>
              <a:t> </a:t>
            </a:r>
            <a:r>
              <a:rPr sz="1800" spc="-60" dirty="0">
                <a:solidFill>
                  <a:srgbClr val="404040"/>
                </a:solidFill>
                <a:latin typeface="Times New Roman"/>
                <a:cs typeface="Times New Roman"/>
              </a:rPr>
              <a:t>les</a:t>
            </a:r>
            <a:r>
              <a:rPr sz="1800" spc="60" dirty="0">
                <a:solidFill>
                  <a:srgbClr val="404040"/>
                </a:solidFill>
                <a:latin typeface="Times New Roman"/>
                <a:cs typeface="Times New Roman"/>
              </a:rPr>
              <a:t> </a:t>
            </a:r>
            <a:r>
              <a:rPr sz="1800" spc="-40" dirty="0">
                <a:solidFill>
                  <a:srgbClr val="404040"/>
                </a:solidFill>
                <a:latin typeface="Times New Roman"/>
                <a:cs typeface="Times New Roman"/>
              </a:rPr>
              <a:t>dessins</a:t>
            </a:r>
            <a:r>
              <a:rPr sz="1800" spc="55" dirty="0">
                <a:solidFill>
                  <a:srgbClr val="404040"/>
                </a:solidFill>
                <a:latin typeface="Times New Roman"/>
                <a:cs typeface="Times New Roman"/>
              </a:rPr>
              <a:t> </a:t>
            </a:r>
            <a:r>
              <a:rPr sz="1800" spc="10" dirty="0">
                <a:solidFill>
                  <a:srgbClr val="404040"/>
                </a:solidFill>
                <a:latin typeface="Times New Roman"/>
                <a:cs typeface="Times New Roman"/>
              </a:rPr>
              <a:t>2D</a:t>
            </a:r>
            <a:r>
              <a:rPr sz="1800" spc="60" dirty="0">
                <a:solidFill>
                  <a:srgbClr val="404040"/>
                </a:solidFill>
                <a:latin typeface="Times New Roman"/>
                <a:cs typeface="Times New Roman"/>
              </a:rPr>
              <a:t> </a:t>
            </a:r>
            <a:r>
              <a:rPr sz="1800" spc="-20" dirty="0">
                <a:solidFill>
                  <a:srgbClr val="404040"/>
                </a:solidFill>
                <a:latin typeface="Times New Roman"/>
                <a:cs typeface="Times New Roman"/>
              </a:rPr>
              <a:t>et</a:t>
            </a:r>
            <a:r>
              <a:rPr sz="1800" spc="60" dirty="0">
                <a:solidFill>
                  <a:srgbClr val="404040"/>
                </a:solidFill>
                <a:latin typeface="Times New Roman"/>
                <a:cs typeface="Times New Roman"/>
              </a:rPr>
              <a:t> </a:t>
            </a:r>
            <a:r>
              <a:rPr sz="1800" spc="10" dirty="0">
                <a:solidFill>
                  <a:srgbClr val="404040"/>
                </a:solidFill>
                <a:latin typeface="Times New Roman"/>
                <a:cs typeface="Times New Roman"/>
              </a:rPr>
              <a:t>3D</a:t>
            </a:r>
            <a:r>
              <a:rPr sz="1800" spc="45"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55" dirty="0">
                <a:solidFill>
                  <a:srgbClr val="404040"/>
                </a:solidFill>
                <a:latin typeface="Times New Roman"/>
                <a:cs typeface="Times New Roman"/>
              </a:rPr>
              <a:t> </a:t>
            </a:r>
            <a:r>
              <a:rPr sz="1800" spc="-55" dirty="0">
                <a:solidFill>
                  <a:srgbClr val="404040"/>
                </a:solidFill>
                <a:latin typeface="Times New Roman"/>
                <a:cs typeface="Times New Roman"/>
              </a:rPr>
              <a:t>l'aide</a:t>
            </a:r>
            <a:r>
              <a:rPr sz="1800" spc="50"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spc="50" dirty="0">
                <a:solidFill>
                  <a:srgbClr val="404040"/>
                </a:solidFill>
                <a:latin typeface="Times New Roman"/>
                <a:cs typeface="Times New Roman"/>
              </a:rPr>
              <a:t> </a:t>
            </a:r>
            <a:r>
              <a:rPr sz="1800" spc="-85" dirty="0">
                <a:solidFill>
                  <a:srgbClr val="404040"/>
                </a:solidFill>
                <a:latin typeface="Times New Roman"/>
                <a:cs typeface="Times New Roman"/>
              </a:rPr>
              <a:t>la</a:t>
            </a:r>
            <a:endParaRPr sz="1800">
              <a:latin typeface="Times New Roman"/>
              <a:cs typeface="Times New Roman"/>
            </a:endParaRPr>
          </a:p>
          <a:p>
            <a:pPr marL="299085">
              <a:lnSpc>
                <a:spcPts val="2055"/>
              </a:lnSpc>
            </a:pPr>
            <a:r>
              <a:rPr sz="1800" spc="-25" dirty="0">
                <a:solidFill>
                  <a:srgbClr val="404040"/>
                </a:solidFill>
                <a:latin typeface="Times New Roman"/>
                <a:cs typeface="Times New Roman"/>
              </a:rPr>
              <a:t>carte</a:t>
            </a:r>
            <a:r>
              <a:rPr sz="1800" spc="-5" dirty="0">
                <a:solidFill>
                  <a:srgbClr val="404040"/>
                </a:solidFill>
                <a:latin typeface="Times New Roman"/>
                <a:cs typeface="Times New Roman"/>
              </a:rPr>
              <a:t> </a:t>
            </a:r>
            <a:r>
              <a:rPr sz="1800" spc="-35" dirty="0">
                <a:solidFill>
                  <a:srgbClr val="404040"/>
                </a:solidFill>
                <a:latin typeface="Times New Roman"/>
                <a:cs typeface="Times New Roman"/>
              </a:rPr>
              <a:t>graphique</a:t>
            </a:r>
            <a:r>
              <a:rPr sz="1800" spc="-5" dirty="0">
                <a:solidFill>
                  <a:srgbClr val="404040"/>
                </a:solidFill>
                <a:latin typeface="Times New Roman"/>
                <a:cs typeface="Times New Roman"/>
              </a:rPr>
              <a:t> </a:t>
            </a:r>
            <a:r>
              <a:rPr sz="1800" spc="-10" dirty="0">
                <a:solidFill>
                  <a:srgbClr val="404040"/>
                </a:solidFill>
                <a:latin typeface="Times New Roman"/>
                <a:cs typeface="Times New Roman"/>
              </a:rPr>
              <a:t>du</a:t>
            </a:r>
            <a:r>
              <a:rPr sz="1800" spc="-15" dirty="0">
                <a:solidFill>
                  <a:srgbClr val="404040"/>
                </a:solidFill>
                <a:latin typeface="Times New Roman"/>
                <a:cs typeface="Times New Roman"/>
              </a:rPr>
              <a:t> </a:t>
            </a:r>
            <a:r>
              <a:rPr sz="1800" spc="-50" dirty="0">
                <a:solidFill>
                  <a:srgbClr val="404040"/>
                </a:solidFill>
                <a:latin typeface="Times New Roman"/>
                <a:cs typeface="Times New Roman"/>
              </a:rPr>
              <a:t>PC.</a:t>
            </a:r>
            <a:endParaRPr sz="1800">
              <a:latin typeface="Times New Roman"/>
              <a:cs typeface="Times New Roman"/>
            </a:endParaRPr>
          </a:p>
          <a:p>
            <a:pPr marL="12700">
              <a:lnSpc>
                <a:spcPct val="100000"/>
              </a:lnSpc>
              <a:spcBef>
                <a:spcPts val="1180"/>
              </a:spcBef>
            </a:pPr>
            <a:r>
              <a:rPr sz="1800" spc="5" dirty="0">
                <a:solidFill>
                  <a:srgbClr val="404040"/>
                </a:solidFill>
                <a:latin typeface="Times New Roman"/>
                <a:cs typeface="Times New Roman"/>
              </a:rPr>
              <a:t>Options</a:t>
            </a:r>
            <a:r>
              <a:rPr sz="1800" spc="-35" dirty="0">
                <a:solidFill>
                  <a:srgbClr val="404040"/>
                </a:solidFill>
                <a:latin typeface="Times New Roman"/>
                <a:cs typeface="Times New Roman"/>
              </a:rPr>
              <a:t> </a:t>
            </a:r>
            <a:r>
              <a:rPr sz="1800" spc="-60" dirty="0">
                <a:solidFill>
                  <a:srgbClr val="404040"/>
                </a:solidFill>
                <a:latin typeface="Times New Roman"/>
                <a:cs typeface="Times New Roman"/>
              </a:rPr>
              <a:t>avancées</a:t>
            </a:r>
            <a:r>
              <a:rPr sz="1800" spc="15"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a:latin typeface="Times New Roman"/>
              <a:cs typeface="Times New Roman"/>
            </a:endParaRPr>
          </a:p>
          <a:p>
            <a:pPr marL="299085" indent="-287020">
              <a:lnSpc>
                <a:spcPct val="100000"/>
              </a:lnSpc>
              <a:spcBef>
                <a:spcPts val="1185"/>
              </a:spcBef>
              <a:buClr>
                <a:srgbClr val="1CACE3"/>
              </a:buClr>
              <a:buFont typeface="Arial MT"/>
              <a:buChar char="•"/>
              <a:tabLst>
                <a:tab pos="299085" algn="l"/>
                <a:tab pos="299720" algn="l"/>
              </a:tabLst>
            </a:pPr>
            <a:r>
              <a:rPr sz="1800" spc="-85" dirty="0">
                <a:solidFill>
                  <a:srgbClr val="404040"/>
                </a:solidFill>
                <a:latin typeface="Times New Roman"/>
                <a:cs typeface="Times New Roman"/>
              </a:rPr>
              <a:t>RAM</a:t>
            </a:r>
            <a:r>
              <a:rPr sz="1800" spc="-1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5" dirty="0">
                <a:solidFill>
                  <a:srgbClr val="404040"/>
                </a:solidFill>
                <a:latin typeface="Times New Roman"/>
                <a:cs typeface="Times New Roman"/>
              </a:rPr>
              <a:t> </a:t>
            </a:r>
            <a:r>
              <a:rPr sz="1800" spc="-30" dirty="0">
                <a:solidFill>
                  <a:srgbClr val="404040"/>
                </a:solidFill>
                <a:latin typeface="Times New Roman"/>
                <a:cs typeface="Times New Roman"/>
              </a:rPr>
              <a:t>mémoire</a:t>
            </a:r>
            <a:r>
              <a:rPr sz="1800" spc="-10"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5" dirty="0">
                <a:solidFill>
                  <a:srgbClr val="404040"/>
                </a:solidFill>
                <a:latin typeface="Times New Roman"/>
                <a:cs typeface="Times New Roman"/>
              </a:rPr>
              <a:t> </a:t>
            </a:r>
            <a:r>
              <a:rPr sz="1800" spc="-55" dirty="0">
                <a:solidFill>
                  <a:srgbClr val="404040"/>
                </a:solidFill>
                <a:latin typeface="Times New Roman"/>
                <a:cs typeface="Times New Roman"/>
              </a:rPr>
              <a:t>allouer,</a:t>
            </a:r>
            <a:r>
              <a:rPr sz="1800" spc="40" dirty="0">
                <a:solidFill>
                  <a:srgbClr val="404040"/>
                </a:solidFill>
                <a:latin typeface="Times New Roman"/>
                <a:cs typeface="Times New Roman"/>
              </a:rPr>
              <a:t> </a:t>
            </a:r>
            <a:r>
              <a:rPr sz="1800" spc="-55" dirty="0">
                <a:solidFill>
                  <a:srgbClr val="404040"/>
                </a:solidFill>
                <a:latin typeface="Times New Roman"/>
                <a:cs typeface="Times New Roman"/>
              </a:rPr>
              <a:t>mais</a:t>
            </a:r>
            <a:r>
              <a:rPr sz="1800" spc="10" dirty="0">
                <a:solidFill>
                  <a:srgbClr val="404040"/>
                </a:solidFill>
                <a:latin typeface="Times New Roman"/>
                <a:cs typeface="Times New Roman"/>
              </a:rPr>
              <a:t> </a:t>
            </a:r>
            <a:r>
              <a:rPr sz="1800" spc="-30" dirty="0">
                <a:solidFill>
                  <a:srgbClr val="404040"/>
                </a:solidFill>
                <a:latin typeface="Times New Roman"/>
                <a:cs typeface="Times New Roman"/>
              </a:rPr>
              <a:t>est</a:t>
            </a:r>
            <a:r>
              <a:rPr sz="1800" spc="10" dirty="0">
                <a:solidFill>
                  <a:srgbClr val="404040"/>
                </a:solidFill>
                <a:latin typeface="Times New Roman"/>
                <a:cs typeface="Times New Roman"/>
              </a:rPr>
              <a:t> </a:t>
            </a:r>
            <a:r>
              <a:rPr sz="1800" spc="-55" dirty="0">
                <a:solidFill>
                  <a:srgbClr val="404040"/>
                </a:solidFill>
                <a:latin typeface="Times New Roman"/>
                <a:cs typeface="Times New Roman"/>
              </a:rPr>
              <a:t>limitée</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par</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votre</a:t>
            </a:r>
            <a:r>
              <a:rPr sz="1800" spc="5" dirty="0">
                <a:solidFill>
                  <a:srgbClr val="404040"/>
                </a:solidFill>
                <a:latin typeface="Times New Roman"/>
                <a:cs typeface="Times New Roman"/>
              </a:rPr>
              <a:t> </a:t>
            </a:r>
            <a:r>
              <a:rPr sz="1800" spc="-55" dirty="0">
                <a:solidFill>
                  <a:srgbClr val="404040"/>
                </a:solidFill>
                <a:latin typeface="Times New Roman"/>
                <a:cs typeface="Times New Roman"/>
              </a:rPr>
              <a:t>PC,</a:t>
            </a:r>
            <a:endParaRPr sz="1800">
              <a:latin typeface="Times New Roman"/>
              <a:cs typeface="Times New Roman"/>
            </a:endParaRPr>
          </a:p>
          <a:p>
            <a:pPr marL="299085" indent="-287020">
              <a:lnSpc>
                <a:spcPct val="100000"/>
              </a:lnSpc>
              <a:spcBef>
                <a:spcPts val="1190"/>
              </a:spcBef>
              <a:buClr>
                <a:srgbClr val="1CACE3"/>
              </a:buClr>
              <a:buFont typeface="Arial MT"/>
              <a:buChar char="•"/>
              <a:tabLst>
                <a:tab pos="299085" algn="l"/>
                <a:tab pos="299720" algn="l"/>
              </a:tabLst>
            </a:pPr>
            <a:r>
              <a:rPr sz="1800" spc="-15" dirty="0">
                <a:solidFill>
                  <a:srgbClr val="404040"/>
                </a:solidFill>
                <a:latin typeface="Times New Roman"/>
                <a:cs typeface="Times New Roman"/>
              </a:rPr>
              <a:t>Internal</a:t>
            </a:r>
            <a:r>
              <a:rPr sz="1800" dirty="0">
                <a:solidFill>
                  <a:srgbClr val="404040"/>
                </a:solidFill>
                <a:latin typeface="Times New Roman"/>
                <a:cs typeface="Times New Roman"/>
              </a:rPr>
              <a:t> </a:t>
            </a:r>
            <a:r>
              <a:rPr sz="1800" spc="-30" dirty="0">
                <a:solidFill>
                  <a:srgbClr val="404040"/>
                </a:solidFill>
                <a:latin typeface="Times New Roman"/>
                <a:cs typeface="Times New Roman"/>
              </a:rPr>
              <a:t>storage</a:t>
            </a:r>
            <a:r>
              <a:rPr sz="1800" spc="-5"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10" dirty="0">
                <a:solidFill>
                  <a:srgbClr val="404040"/>
                </a:solidFill>
                <a:latin typeface="Times New Roman"/>
                <a:cs typeface="Times New Roman"/>
              </a:rPr>
              <a:t> </a:t>
            </a:r>
            <a:r>
              <a:rPr sz="1800" spc="-50" dirty="0">
                <a:solidFill>
                  <a:srgbClr val="404040"/>
                </a:solidFill>
                <a:latin typeface="Times New Roman"/>
                <a:cs typeface="Times New Roman"/>
              </a:rPr>
              <a:t>capacité</a:t>
            </a:r>
            <a:r>
              <a:rPr sz="1800" spc="3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5" dirty="0">
                <a:solidFill>
                  <a:srgbClr val="404040"/>
                </a:solidFill>
                <a:latin typeface="Times New Roman"/>
                <a:cs typeface="Times New Roman"/>
              </a:rPr>
              <a:t> </a:t>
            </a:r>
            <a:r>
              <a:rPr sz="1800" spc="-45" dirty="0">
                <a:solidFill>
                  <a:srgbClr val="404040"/>
                </a:solidFill>
                <a:latin typeface="Times New Roman"/>
                <a:cs typeface="Times New Roman"/>
              </a:rPr>
              <a:t>stockage</a:t>
            </a:r>
            <a:r>
              <a:rPr sz="1800" spc="20" dirty="0">
                <a:solidFill>
                  <a:srgbClr val="404040"/>
                </a:solidFill>
                <a:latin typeface="Times New Roman"/>
                <a:cs typeface="Times New Roman"/>
              </a:rPr>
              <a:t> </a:t>
            </a:r>
            <a:r>
              <a:rPr sz="1800" spc="-25" dirty="0">
                <a:solidFill>
                  <a:srgbClr val="404040"/>
                </a:solidFill>
                <a:latin typeface="Times New Roman"/>
                <a:cs typeface="Times New Roman"/>
              </a:rPr>
              <a:t>interne,</a:t>
            </a:r>
            <a:endParaRPr sz="1800">
              <a:latin typeface="Times New Roman"/>
              <a:cs typeface="Times New Roman"/>
            </a:endParaRPr>
          </a:p>
          <a:p>
            <a:pPr marL="299085" indent="-287020">
              <a:lnSpc>
                <a:spcPct val="100000"/>
              </a:lnSpc>
              <a:spcBef>
                <a:spcPts val="1175"/>
              </a:spcBef>
              <a:buClr>
                <a:srgbClr val="1CACE3"/>
              </a:buClr>
              <a:buFont typeface="Arial MT"/>
              <a:buChar char="•"/>
              <a:tabLst>
                <a:tab pos="299085" algn="l"/>
                <a:tab pos="299720" algn="l"/>
              </a:tabLst>
            </a:pPr>
            <a:r>
              <a:rPr sz="1800" spc="-30" dirty="0">
                <a:solidFill>
                  <a:srgbClr val="404040"/>
                </a:solidFill>
                <a:latin typeface="Times New Roman"/>
                <a:cs typeface="Times New Roman"/>
              </a:rPr>
              <a:t>SD</a:t>
            </a:r>
            <a:r>
              <a:rPr sz="1800" spc="-5" dirty="0">
                <a:solidFill>
                  <a:srgbClr val="404040"/>
                </a:solidFill>
                <a:latin typeface="Times New Roman"/>
                <a:cs typeface="Times New Roman"/>
              </a:rPr>
              <a:t> </a:t>
            </a:r>
            <a:r>
              <a:rPr sz="1800" spc="-35" dirty="0">
                <a:solidFill>
                  <a:srgbClr val="404040"/>
                </a:solidFill>
                <a:latin typeface="Times New Roman"/>
                <a:cs typeface="Times New Roman"/>
              </a:rPr>
              <a:t>Card</a:t>
            </a:r>
            <a:r>
              <a:rPr sz="180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10" dirty="0">
                <a:solidFill>
                  <a:srgbClr val="404040"/>
                </a:solidFill>
                <a:latin typeface="Times New Roman"/>
                <a:cs typeface="Times New Roman"/>
              </a:rPr>
              <a:t> </a:t>
            </a:r>
            <a:r>
              <a:rPr sz="1800" spc="-50" dirty="0">
                <a:solidFill>
                  <a:srgbClr val="404040"/>
                </a:solidFill>
                <a:latin typeface="Times New Roman"/>
                <a:cs typeface="Times New Roman"/>
              </a:rPr>
              <a:t>capacité</a:t>
            </a:r>
            <a:r>
              <a:rPr sz="1800" spc="15"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5" dirty="0">
                <a:solidFill>
                  <a:srgbClr val="404040"/>
                </a:solidFill>
                <a:latin typeface="Times New Roman"/>
                <a:cs typeface="Times New Roman"/>
              </a:rPr>
              <a:t> </a:t>
            </a:r>
            <a:r>
              <a:rPr sz="1800" spc="-85" dirty="0">
                <a:solidFill>
                  <a:srgbClr val="404040"/>
                </a:solidFill>
                <a:latin typeface="Times New Roman"/>
                <a:cs typeface="Times New Roman"/>
              </a:rPr>
              <a:t>la</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carte</a:t>
            </a:r>
            <a:r>
              <a:rPr sz="1800" spc="5" dirty="0">
                <a:solidFill>
                  <a:srgbClr val="404040"/>
                </a:solidFill>
                <a:latin typeface="Times New Roman"/>
                <a:cs typeface="Times New Roman"/>
              </a:rPr>
              <a:t> </a:t>
            </a:r>
            <a:r>
              <a:rPr sz="1800" spc="-30" dirty="0">
                <a:solidFill>
                  <a:srgbClr val="404040"/>
                </a:solidFill>
                <a:latin typeface="Times New Roman"/>
                <a:cs typeface="Times New Roman"/>
              </a:rPr>
              <a:t>SD</a:t>
            </a:r>
            <a:r>
              <a:rPr sz="1800" dirty="0">
                <a:solidFill>
                  <a:srgbClr val="404040"/>
                </a:solidFill>
                <a:latin typeface="Times New Roman"/>
                <a:cs typeface="Times New Roman"/>
              </a:rPr>
              <a:t> </a:t>
            </a:r>
            <a:r>
              <a:rPr sz="1800" spc="-60" dirty="0">
                <a:solidFill>
                  <a:srgbClr val="404040"/>
                </a:solidFill>
                <a:latin typeface="Times New Roman"/>
                <a:cs typeface="Times New Roman"/>
              </a:rPr>
              <a:t>simulée</a:t>
            </a:r>
            <a:r>
              <a:rPr sz="1800" spc="20" dirty="0">
                <a:solidFill>
                  <a:srgbClr val="404040"/>
                </a:solidFill>
                <a:latin typeface="Times New Roman"/>
                <a:cs typeface="Times New Roman"/>
              </a:rPr>
              <a:t> </a:t>
            </a:r>
            <a:r>
              <a:rPr sz="1800" spc="-30" dirty="0">
                <a:solidFill>
                  <a:srgbClr val="404040"/>
                </a:solidFill>
                <a:latin typeface="Times New Roman"/>
                <a:cs typeface="Times New Roman"/>
              </a:rPr>
              <a:t>supplémentaire</a:t>
            </a:r>
            <a:endParaRPr sz="18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37</a:t>
            </a:fld>
            <a:endParaRP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10" dirty="0"/>
              <a:t> </a:t>
            </a:r>
            <a:r>
              <a:rPr spc="110" dirty="0"/>
              <a:t>E</a:t>
            </a:r>
            <a:r>
              <a:rPr spc="-195" dirty="0"/>
              <a:t>x</a:t>
            </a:r>
            <a:r>
              <a:rPr spc="-150" dirty="0"/>
              <a:t>éc</a:t>
            </a:r>
            <a:r>
              <a:rPr spc="-90" dirty="0"/>
              <a:t>u</a:t>
            </a:r>
            <a:r>
              <a:rPr spc="-10" dirty="0"/>
              <a:t>t</a:t>
            </a:r>
            <a:r>
              <a:rPr spc="-225" dirty="0"/>
              <a:t>i</a:t>
            </a:r>
            <a:r>
              <a:rPr spc="-15" dirty="0"/>
              <a:t>o</a:t>
            </a:r>
            <a:r>
              <a:rPr spc="35" dirty="0"/>
              <a:t>n</a:t>
            </a:r>
            <a:r>
              <a:rPr spc="-125" dirty="0"/>
              <a:t> </a:t>
            </a:r>
            <a:r>
              <a:rPr spc="-50" dirty="0"/>
              <a:t>d</a:t>
            </a:r>
            <a:r>
              <a:rPr spc="-100" dirty="0"/>
              <a:t>e</a:t>
            </a:r>
            <a:r>
              <a:rPr spc="-95" dirty="0"/>
              <a:t> </a:t>
            </a:r>
            <a:r>
              <a:rPr spc="-225" dirty="0"/>
              <a:t>l</a:t>
            </a:r>
            <a:r>
              <a:rPr spc="-70" dirty="0"/>
              <a:t>'</a:t>
            </a:r>
            <a:r>
              <a:rPr spc="-190" dirty="0"/>
              <a:t>a</a:t>
            </a:r>
            <a:r>
              <a:rPr spc="-15" dirty="0"/>
              <a:t>pp</a:t>
            </a:r>
            <a:r>
              <a:rPr spc="-225" dirty="0"/>
              <a:t>li</a:t>
            </a:r>
            <a:r>
              <a:rPr spc="-150" dirty="0"/>
              <a:t>c</a:t>
            </a:r>
            <a:r>
              <a:rPr spc="-190" dirty="0"/>
              <a:t>a</a:t>
            </a:r>
            <a:r>
              <a:rPr spc="-10" dirty="0"/>
              <a:t>t</a:t>
            </a:r>
            <a:r>
              <a:rPr spc="-225" dirty="0"/>
              <a:t>i</a:t>
            </a:r>
            <a:r>
              <a:rPr spc="-15" dirty="0"/>
              <a:t>o</a:t>
            </a:r>
            <a:r>
              <a:rPr spc="35" dirty="0"/>
              <a:t>n</a:t>
            </a:r>
          </a:p>
        </p:txBody>
      </p:sp>
      <p:pic>
        <p:nvPicPr>
          <p:cNvPr id="3" name="object 3"/>
          <p:cNvPicPr/>
          <p:nvPr/>
        </p:nvPicPr>
        <p:blipFill>
          <a:blip r:embed="rId2" cstate="print"/>
          <a:stretch>
            <a:fillRect/>
          </a:stretch>
        </p:blipFill>
        <p:spPr>
          <a:xfrm>
            <a:off x="6309359" y="1630679"/>
            <a:ext cx="5882640" cy="3791712"/>
          </a:xfrm>
          <a:prstGeom prst="rect">
            <a:avLst/>
          </a:prstGeom>
        </p:spPr>
      </p:pic>
      <p:sp>
        <p:nvSpPr>
          <p:cNvPr id="4" name="object 4"/>
          <p:cNvSpPr txBox="1"/>
          <p:nvPr/>
        </p:nvSpPr>
        <p:spPr>
          <a:xfrm>
            <a:off x="323189" y="993712"/>
            <a:ext cx="5617845" cy="5191125"/>
          </a:xfrm>
          <a:prstGeom prst="rect">
            <a:avLst/>
          </a:prstGeom>
        </p:spPr>
        <p:txBody>
          <a:bodyPr vert="horz" wrap="square" lIns="0" tIns="162560" rIns="0" bIns="0" rtlCol="0">
            <a:spAutoFit/>
          </a:bodyPr>
          <a:lstStyle/>
          <a:p>
            <a:pPr marL="12700">
              <a:lnSpc>
                <a:spcPct val="100000"/>
              </a:lnSpc>
              <a:spcBef>
                <a:spcPts val="1280"/>
              </a:spcBef>
            </a:pPr>
            <a:r>
              <a:rPr sz="1800" spc="-35" dirty="0">
                <a:solidFill>
                  <a:srgbClr val="404040"/>
                </a:solidFill>
                <a:latin typeface="Times New Roman"/>
                <a:cs typeface="Times New Roman"/>
              </a:rPr>
              <a:t>L'assistant</a:t>
            </a:r>
            <a:r>
              <a:rPr sz="1800" spc="-15"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dirty="0">
                <a:solidFill>
                  <a:srgbClr val="404040"/>
                </a:solidFill>
                <a:latin typeface="Times New Roman"/>
                <a:cs typeface="Times New Roman"/>
              </a:rPr>
              <a:t> </a:t>
            </a:r>
            <a:r>
              <a:rPr sz="1800" spc="-30" dirty="0">
                <a:solidFill>
                  <a:srgbClr val="404040"/>
                </a:solidFill>
                <a:latin typeface="Times New Roman"/>
                <a:cs typeface="Times New Roman"/>
              </a:rPr>
              <a:t>création</a:t>
            </a:r>
            <a:r>
              <a:rPr sz="1800" spc="10"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dirty="0">
                <a:solidFill>
                  <a:srgbClr val="404040"/>
                </a:solidFill>
                <a:latin typeface="Times New Roman"/>
                <a:cs typeface="Times New Roman"/>
              </a:rPr>
              <a:t> </a:t>
            </a:r>
            <a:r>
              <a:rPr sz="1800" spc="-25" dirty="0">
                <a:solidFill>
                  <a:srgbClr val="404040"/>
                </a:solidFill>
                <a:latin typeface="Times New Roman"/>
                <a:cs typeface="Times New Roman"/>
              </a:rPr>
              <a:t>tablette</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demande</a:t>
            </a:r>
            <a:r>
              <a:rPr sz="1800"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a:latin typeface="Times New Roman"/>
              <a:cs typeface="Times New Roman"/>
            </a:endParaRPr>
          </a:p>
          <a:p>
            <a:pPr marL="299085" indent="-287020">
              <a:lnSpc>
                <a:spcPct val="100000"/>
              </a:lnSpc>
              <a:spcBef>
                <a:spcPts val="1180"/>
              </a:spcBef>
              <a:buClr>
                <a:srgbClr val="1CACE3"/>
              </a:buClr>
              <a:buFont typeface="Arial MT"/>
              <a:buChar char="•"/>
              <a:tabLst>
                <a:tab pos="299085" algn="l"/>
                <a:tab pos="299720" algn="l"/>
              </a:tabLst>
            </a:pPr>
            <a:r>
              <a:rPr sz="1800" spc="-50" dirty="0">
                <a:solidFill>
                  <a:srgbClr val="404040"/>
                </a:solidFill>
                <a:latin typeface="Times New Roman"/>
                <a:cs typeface="Times New Roman"/>
              </a:rPr>
              <a:t>Modèle</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dirty="0">
                <a:solidFill>
                  <a:srgbClr val="404040"/>
                </a:solidFill>
                <a:latin typeface="Times New Roman"/>
                <a:cs typeface="Times New Roman"/>
              </a:rPr>
              <a:t> </a:t>
            </a:r>
            <a:r>
              <a:rPr sz="1800" spc="-25" dirty="0">
                <a:solidFill>
                  <a:srgbClr val="404040"/>
                </a:solidFill>
                <a:latin typeface="Times New Roman"/>
                <a:cs typeface="Times New Roman"/>
              </a:rPr>
              <a:t>tablette</a:t>
            </a:r>
            <a:r>
              <a:rPr sz="1800" spc="5" dirty="0">
                <a:solidFill>
                  <a:srgbClr val="404040"/>
                </a:solidFill>
                <a:latin typeface="Times New Roman"/>
                <a:cs typeface="Times New Roman"/>
              </a:rPr>
              <a:t> </a:t>
            </a:r>
            <a:r>
              <a:rPr sz="1800" dirty="0">
                <a:solidFill>
                  <a:srgbClr val="404040"/>
                </a:solidFill>
                <a:latin typeface="Times New Roman"/>
                <a:cs typeface="Times New Roman"/>
              </a:rPr>
              <a:t>ou</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téléphone</a:t>
            </a:r>
            <a:r>
              <a:rPr sz="1800" spc="-25"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10" dirty="0">
                <a:solidFill>
                  <a:srgbClr val="404040"/>
                </a:solidFill>
                <a:latin typeface="Times New Roman"/>
                <a:cs typeface="Times New Roman"/>
              </a:rPr>
              <a:t> </a:t>
            </a:r>
            <a:r>
              <a:rPr sz="1800" spc="-60" dirty="0">
                <a:solidFill>
                  <a:srgbClr val="404040"/>
                </a:solidFill>
                <a:latin typeface="Times New Roman"/>
                <a:cs typeface="Times New Roman"/>
              </a:rPr>
              <a:t>simuler,</a:t>
            </a:r>
            <a:endParaRPr sz="1800">
              <a:latin typeface="Times New Roman"/>
              <a:cs typeface="Times New Roman"/>
            </a:endParaRPr>
          </a:p>
          <a:p>
            <a:pPr marL="299085" indent="-287020">
              <a:lnSpc>
                <a:spcPct val="100000"/>
              </a:lnSpc>
              <a:spcBef>
                <a:spcPts val="1185"/>
              </a:spcBef>
              <a:buClr>
                <a:srgbClr val="1CACE3"/>
              </a:buClr>
              <a:buFont typeface="Arial MT"/>
              <a:buChar char="•"/>
              <a:tabLst>
                <a:tab pos="299085" algn="l"/>
                <a:tab pos="299720" algn="l"/>
              </a:tabLst>
            </a:pPr>
            <a:r>
              <a:rPr sz="1800" spc="-55" dirty="0">
                <a:solidFill>
                  <a:srgbClr val="404040"/>
                </a:solidFill>
                <a:latin typeface="Times New Roman"/>
                <a:cs typeface="Times New Roman"/>
              </a:rPr>
              <a:t>Version</a:t>
            </a:r>
            <a:r>
              <a:rPr sz="1800" spc="-25" dirty="0">
                <a:solidFill>
                  <a:srgbClr val="404040"/>
                </a:solidFill>
                <a:latin typeface="Times New Roman"/>
                <a:cs typeface="Times New Roman"/>
              </a:rPr>
              <a:t> </a:t>
            </a:r>
            <a:r>
              <a:rPr sz="1800" spc="-10" dirty="0">
                <a:solidFill>
                  <a:srgbClr val="404040"/>
                </a:solidFill>
                <a:latin typeface="Times New Roman"/>
                <a:cs typeface="Times New Roman"/>
              </a:rPr>
              <a:t>du</a:t>
            </a:r>
            <a:r>
              <a:rPr sz="1800" dirty="0">
                <a:solidFill>
                  <a:srgbClr val="404040"/>
                </a:solidFill>
                <a:latin typeface="Times New Roman"/>
                <a:cs typeface="Times New Roman"/>
              </a:rPr>
              <a:t> </a:t>
            </a:r>
            <a:r>
              <a:rPr sz="1800" spc="-50" dirty="0">
                <a:solidFill>
                  <a:srgbClr val="404040"/>
                </a:solidFill>
                <a:latin typeface="Times New Roman"/>
                <a:cs typeface="Times New Roman"/>
              </a:rPr>
              <a:t>système</a:t>
            </a:r>
            <a:r>
              <a:rPr sz="1800" dirty="0">
                <a:solidFill>
                  <a:srgbClr val="404040"/>
                </a:solidFill>
                <a:latin typeface="Times New Roman"/>
                <a:cs typeface="Times New Roman"/>
              </a:rPr>
              <a:t> </a:t>
            </a:r>
            <a:r>
              <a:rPr sz="1800" spc="-25" dirty="0">
                <a:solidFill>
                  <a:srgbClr val="404040"/>
                </a:solidFill>
                <a:latin typeface="Times New Roman"/>
                <a:cs typeface="Times New Roman"/>
              </a:rPr>
              <a:t>Android,</a:t>
            </a:r>
            <a:endParaRPr sz="1800">
              <a:latin typeface="Times New Roman"/>
              <a:cs typeface="Times New Roman"/>
            </a:endParaRPr>
          </a:p>
          <a:p>
            <a:pPr marL="299085" indent="-287020">
              <a:lnSpc>
                <a:spcPct val="100000"/>
              </a:lnSpc>
              <a:spcBef>
                <a:spcPts val="1190"/>
              </a:spcBef>
              <a:buClr>
                <a:srgbClr val="1CACE3"/>
              </a:buClr>
              <a:buFont typeface="Arial MT"/>
              <a:buChar char="•"/>
              <a:tabLst>
                <a:tab pos="299085" algn="l"/>
                <a:tab pos="299720" algn="l"/>
              </a:tabLst>
            </a:pPr>
            <a:r>
              <a:rPr sz="1800" dirty="0">
                <a:solidFill>
                  <a:srgbClr val="404040"/>
                </a:solidFill>
                <a:latin typeface="Times New Roman"/>
                <a:cs typeface="Times New Roman"/>
              </a:rPr>
              <a:t>Or</a:t>
            </a:r>
            <a:r>
              <a:rPr sz="1800" spc="-10" dirty="0">
                <a:solidFill>
                  <a:srgbClr val="404040"/>
                </a:solidFill>
                <a:latin typeface="Times New Roman"/>
                <a:cs typeface="Times New Roman"/>
              </a:rPr>
              <a:t>i</a:t>
            </a:r>
            <a:r>
              <a:rPr sz="1800" spc="-60" dirty="0">
                <a:solidFill>
                  <a:srgbClr val="404040"/>
                </a:solidFill>
                <a:latin typeface="Times New Roman"/>
                <a:cs typeface="Times New Roman"/>
              </a:rPr>
              <a:t>e</a:t>
            </a:r>
            <a:r>
              <a:rPr sz="1800" spc="20" dirty="0">
                <a:solidFill>
                  <a:srgbClr val="404040"/>
                </a:solidFill>
                <a:latin typeface="Times New Roman"/>
                <a:cs typeface="Times New Roman"/>
              </a:rPr>
              <a:t>n</a:t>
            </a:r>
            <a:r>
              <a:rPr sz="1800" spc="15" dirty="0">
                <a:solidFill>
                  <a:srgbClr val="404040"/>
                </a:solidFill>
                <a:latin typeface="Times New Roman"/>
                <a:cs typeface="Times New Roman"/>
              </a:rPr>
              <a:t>t</a:t>
            </a:r>
            <a:r>
              <a:rPr sz="1800" spc="-25" dirty="0">
                <a:solidFill>
                  <a:srgbClr val="404040"/>
                </a:solidFill>
                <a:latin typeface="Times New Roman"/>
                <a:cs typeface="Times New Roman"/>
              </a:rPr>
              <a:t>ation</a:t>
            </a:r>
            <a:r>
              <a:rPr sz="1800" dirty="0">
                <a:solidFill>
                  <a:srgbClr val="404040"/>
                </a:solidFill>
                <a:latin typeface="Times New Roman"/>
                <a:cs typeface="Times New Roman"/>
              </a:rPr>
              <a:t> </a:t>
            </a:r>
            <a:r>
              <a:rPr sz="1800" spc="-25" dirty="0">
                <a:solidFill>
                  <a:srgbClr val="404040"/>
                </a:solidFill>
                <a:latin typeface="Times New Roman"/>
                <a:cs typeface="Times New Roman"/>
              </a:rPr>
              <a:t>e</a:t>
            </a:r>
            <a:r>
              <a:rPr sz="1800" spc="-10" dirty="0">
                <a:solidFill>
                  <a:srgbClr val="404040"/>
                </a:solidFill>
                <a:latin typeface="Times New Roman"/>
                <a:cs typeface="Times New Roman"/>
              </a:rPr>
              <a:t>t</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d</a:t>
            </a:r>
            <a:r>
              <a:rPr sz="1800" spc="-35" dirty="0">
                <a:solidFill>
                  <a:srgbClr val="404040"/>
                </a:solidFill>
                <a:latin typeface="Times New Roman"/>
                <a:cs typeface="Times New Roman"/>
              </a:rPr>
              <a:t>e</a:t>
            </a:r>
            <a:r>
              <a:rPr sz="1800" spc="-20" dirty="0">
                <a:solidFill>
                  <a:srgbClr val="404040"/>
                </a:solidFill>
                <a:latin typeface="Times New Roman"/>
                <a:cs typeface="Times New Roman"/>
              </a:rPr>
              <a:t>n</a:t>
            </a:r>
            <a:r>
              <a:rPr sz="1800" spc="-15" dirty="0">
                <a:solidFill>
                  <a:srgbClr val="404040"/>
                </a:solidFill>
                <a:latin typeface="Times New Roman"/>
                <a:cs typeface="Times New Roman"/>
              </a:rPr>
              <a:t>s</a:t>
            </a:r>
            <a:r>
              <a:rPr sz="1800" spc="-40" dirty="0">
                <a:solidFill>
                  <a:srgbClr val="404040"/>
                </a:solidFill>
                <a:latin typeface="Times New Roman"/>
                <a:cs typeface="Times New Roman"/>
              </a:rPr>
              <a:t>ité</a:t>
            </a:r>
            <a:r>
              <a:rPr sz="1800" dirty="0">
                <a:solidFill>
                  <a:srgbClr val="404040"/>
                </a:solidFill>
                <a:latin typeface="Times New Roman"/>
                <a:cs typeface="Times New Roman"/>
              </a:rPr>
              <a:t> </a:t>
            </a:r>
            <a:r>
              <a:rPr sz="1800" spc="-30" dirty="0">
                <a:solidFill>
                  <a:srgbClr val="404040"/>
                </a:solidFill>
                <a:latin typeface="Times New Roman"/>
                <a:cs typeface="Times New Roman"/>
              </a:rPr>
              <a:t>d</a:t>
            </a:r>
            <a:r>
              <a:rPr sz="1800" spc="-25" dirty="0">
                <a:solidFill>
                  <a:srgbClr val="404040"/>
                </a:solidFill>
                <a:latin typeface="Times New Roman"/>
                <a:cs typeface="Times New Roman"/>
              </a:rPr>
              <a:t>e</a:t>
            </a:r>
            <a:r>
              <a:rPr sz="1800" dirty="0">
                <a:solidFill>
                  <a:srgbClr val="404040"/>
                </a:solidFill>
                <a:latin typeface="Times New Roman"/>
                <a:cs typeface="Times New Roman"/>
              </a:rPr>
              <a:t> </a:t>
            </a:r>
            <a:r>
              <a:rPr sz="1800" spc="-140" dirty="0">
                <a:solidFill>
                  <a:srgbClr val="404040"/>
                </a:solidFill>
                <a:latin typeface="Times New Roman"/>
                <a:cs typeface="Times New Roman"/>
              </a:rPr>
              <a:t>l</a:t>
            </a:r>
            <a:r>
              <a:rPr sz="1800" spc="-160" dirty="0">
                <a:solidFill>
                  <a:srgbClr val="404040"/>
                </a:solidFill>
                <a:latin typeface="Times New Roman"/>
                <a:cs typeface="Times New Roman"/>
              </a:rPr>
              <a:t>‘</a:t>
            </a:r>
            <a:r>
              <a:rPr sz="1800" spc="5" dirty="0">
                <a:solidFill>
                  <a:srgbClr val="404040"/>
                </a:solidFill>
                <a:latin typeface="Times New Roman"/>
                <a:cs typeface="Times New Roman"/>
              </a:rPr>
              <a:t> </a:t>
            </a:r>
            <a:r>
              <a:rPr sz="1800" spc="-60" dirty="0">
                <a:solidFill>
                  <a:srgbClr val="404040"/>
                </a:solidFill>
                <a:latin typeface="Times New Roman"/>
                <a:cs typeface="Times New Roman"/>
              </a:rPr>
              <a:t>éc</a:t>
            </a:r>
            <a:r>
              <a:rPr sz="1800" spc="-25" dirty="0">
                <a:solidFill>
                  <a:srgbClr val="404040"/>
                </a:solidFill>
                <a:latin typeface="Times New Roman"/>
                <a:cs typeface="Times New Roman"/>
              </a:rPr>
              <a:t>ran</a:t>
            </a:r>
            <a:endParaRPr sz="1800">
              <a:latin typeface="Times New Roman"/>
              <a:cs typeface="Times New Roman"/>
            </a:endParaRPr>
          </a:p>
          <a:p>
            <a:pPr marL="12700">
              <a:lnSpc>
                <a:spcPct val="100000"/>
              </a:lnSpc>
              <a:spcBef>
                <a:spcPts val="1175"/>
              </a:spcBef>
            </a:pPr>
            <a:r>
              <a:rPr sz="1800" spc="5" dirty="0">
                <a:solidFill>
                  <a:srgbClr val="404040"/>
                </a:solidFill>
                <a:latin typeface="Times New Roman"/>
                <a:cs typeface="Times New Roman"/>
              </a:rPr>
              <a:t>Options</a:t>
            </a:r>
            <a:r>
              <a:rPr sz="1800" spc="-3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10" dirty="0">
                <a:solidFill>
                  <a:srgbClr val="404040"/>
                </a:solidFill>
                <a:latin typeface="Times New Roman"/>
                <a:cs typeface="Times New Roman"/>
              </a:rPr>
              <a:t> </a:t>
            </a:r>
            <a:r>
              <a:rPr sz="1800" spc="-40" dirty="0">
                <a:solidFill>
                  <a:srgbClr val="404040"/>
                </a:solidFill>
                <a:latin typeface="Times New Roman"/>
                <a:cs typeface="Times New Roman"/>
              </a:rPr>
              <a:t>simulation</a:t>
            </a:r>
            <a:r>
              <a:rPr sz="1800" spc="-15"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a:latin typeface="Times New Roman"/>
              <a:cs typeface="Times New Roman"/>
            </a:endParaRPr>
          </a:p>
          <a:p>
            <a:pPr marL="299085" marR="5080" indent="-287020">
              <a:lnSpc>
                <a:spcPts val="1939"/>
              </a:lnSpc>
              <a:spcBef>
                <a:spcPts val="1440"/>
              </a:spcBef>
              <a:buClr>
                <a:srgbClr val="1CACE3"/>
              </a:buClr>
              <a:buFont typeface="Arial MT"/>
              <a:buChar char="•"/>
              <a:tabLst>
                <a:tab pos="299085" algn="l"/>
                <a:tab pos="299720" algn="l"/>
              </a:tabLst>
            </a:pPr>
            <a:r>
              <a:rPr sz="1800" spc="-25" dirty="0">
                <a:solidFill>
                  <a:srgbClr val="404040"/>
                </a:solidFill>
                <a:latin typeface="Times New Roman"/>
                <a:cs typeface="Times New Roman"/>
              </a:rPr>
              <a:t>Snapshot</a:t>
            </a:r>
            <a:r>
              <a:rPr sz="1800" spc="8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70" dirty="0">
                <a:solidFill>
                  <a:srgbClr val="404040"/>
                </a:solidFill>
                <a:latin typeface="Times New Roman"/>
                <a:cs typeface="Times New Roman"/>
              </a:rPr>
              <a:t> </a:t>
            </a:r>
            <a:r>
              <a:rPr sz="1800" spc="-35" dirty="0">
                <a:solidFill>
                  <a:srgbClr val="404040"/>
                </a:solidFill>
                <a:latin typeface="Times New Roman"/>
                <a:cs typeface="Times New Roman"/>
              </a:rPr>
              <a:t>mémorise</a:t>
            </a:r>
            <a:r>
              <a:rPr sz="1800" spc="75" dirty="0">
                <a:solidFill>
                  <a:srgbClr val="404040"/>
                </a:solidFill>
                <a:latin typeface="Times New Roman"/>
                <a:cs typeface="Times New Roman"/>
              </a:rPr>
              <a:t> </a:t>
            </a:r>
            <a:r>
              <a:rPr sz="1800" spc="-150" dirty="0">
                <a:solidFill>
                  <a:srgbClr val="404040"/>
                </a:solidFill>
                <a:latin typeface="Times New Roman"/>
                <a:cs typeface="Times New Roman"/>
              </a:rPr>
              <a:t>l‘</a:t>
            </a:r>
            <a:r>
              <a:rPr sz="1800" spc="85" dirty="0">
                <a:solidFill>
                  <a:srgbClr val="404040"/>
                </a:solidFill>
                <a:latin typeface="Times New Roman"/>
                <a:cs typeface="Times New Roman"/>
              </a:rPr>
              <a:t> </a:t>
            </a:r>
            <a:r>
              <a:rPr sz="1800" spc="-20" dirty="0">
                <a:solidFill>
                  <a:srgbClr val="404040"/>
                </a:solidFill>
                <a:latin typeface="Times New Roman"/>
                <a:cs typeface="Times New Roman"/>
              </a:rPr>
              <a:t>état</a:t>
            </a:r>
            <a:r>
              <a:rPr sz="1800" spc="8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60" dirty="0">
                <a:solidFill>
                  <a:srgbClr val="404040"/>
                </a:solidFill>
                <a:latin typeface="Times New Roman"/>
                <a:cs typeface="Times New Roman"/>
              </a:rPr>
              <a:t> </a:t>
            </a:r>
            <a:r>
              <a:rPr sz="1800" spc="-85" dirty="0">
                <a:solidFill>
                  <a:srgbClr val="404040"/>
                </a:solidFill>
                <a:latin typeface="Times New Roman"/>
                <a:cs typeface="Times New Roman"/>
              </a:rPr>
              <a:t>la</a:t>
            </a:r>
            <a:r>
              <a:rPr sz="1800" spc="70" dirty="0">
                <a:solidFill>
                  <a:srgbClr val="404040"/>
                </a:solidFill>
                <a:latin typeface="Times New Roman"/>
                <a:cs typeface="Times New Roman"/>
              </a:rPr>
              <a:t> </a:t>
            </a:r>
            <a:r>
              <a:rPr sz="1800" spc="-40" dirty="0">
                <a:solidFill>
                  <a:srgbClr val="404040"/>
                </a:solidFill>
                <a:latin typeface="Times New Roman"/>
                <a:cs typeface="Times New Roman"/>
              </a:rPr>
              <a:t>machine</a:t>
            </a:r>
            <a:r>
              <a:rPr sz="1800" spc="80" dirty="0">
                <a:solidFill>
                  <a:srgbClr val="404040"/>
                </a:solidFill>
                <a:latin typeface="Times New Roman"/>
                <a:cs typeface="Times New Roman"/>
              </a:rPr>
              <a:t> </a:t>
            </a:r>
            <a:r>
              <a:rPr sz="1800" spc="-5" dirty="0">
                <a:solidFill>
                  <a:srgbClr val="404040"/>
                </a:solidFill>
                <a:latin typeface="Times New Roman"/>
                <a:cs typeface="Times New Roman"/>
              </a:rPr>
              <a:t>d'un</a:t>
            </a:r>
            <a:r>
              <a:rPr sz="1800" spc="70" dirty="0">
                <a:solidFill>
                  <a:srgbClr val="404040"/>
                </a:solidFill>
                <a:latin typeface="Times New Roman"/>
                <a:cs typeface="Times New Roman"/>
              </a:rPr>
              <a:t> </a:t>
            </a:r>
            <a:r>
              <a:rPr sz="1800" spc="-35" dirty="0">
                <a:solidFill>
                  <a:srgbClr val="404040"/>
                </a:solidFill>
                <a:latin typeface="Times New Roman"/>
                <a:cs typeface="Times New Roman"/>
              </a:rPr>
              <a:t>lancement</a:t>
            </a:r>
            <a:r>
              <a:rPr sz="1800" spc="90" dirty="0">
                <a:solidFill>
                  <a:srgbClr val="404040"/>
                </a:solidFill>
                <a:latin typeface="Times New Roman"/>
                <a:cs typeface="Times New Roman"/>
              </a:rPr>
              <a:t> </a:t>
            </a:r>
            <a:r>
              <a:rPr sz="1800" spc="-70" dirty="0">
                <a:solidFill>
                  <a:srgbClr val="404040"/>
                </a:solidFill>
                <a:latin typeface="Times New Roman"/>
                <a:cs typeface="Times New Roman"/>
              </a:rPr>
              <a:t>a </a:t>
            </a:r>
            <a:r>
              <a:rPr sz="1800" spc="-434" dirty="0">
                <a:solidFill>
                  <a:srgbClr val="404040"/>
                </a:solidFill>
                <a:latin typeface="Times New Roman"/>
                <a:cs typeface="Times New Roman"/>
              </a:rPr>
              <a:t> </a:t>
            </a:r>
            <a:r>
              <a:rPr sz="1800" spc="-40" dirty="0">
                <a:solidFill>
                  <a:srgbClr val="404040"/>
                </a:solidFill>
                <a:latin typeface="Times New Roman"/>
                <a:cs typeface="Times New Roman"/>
              </a:rPr>
              <a:t>l'autre,</a:t>
            </a:r>
            <a:r>
              <a:rPr sz="1800" spc="25" dirty="0">
                <a:solidFill>
                  <a:srgbClr val="404040"/>
                </a:solidFill>
                <a:latin typeface="Times New Roman"/>
                <a:cs typeface="Times New Roman"/>
              </a:rPr>
              <a:t> </a:t>
            </a:r>
            <a:r>
              <a:rPr sz="1800" spc="-55" dirty="0">
                <a:solidFill>
                  <a:srgbClr val="404040"/>
                </a:solidFill>
                <a:latin typeface="Times New Roman"/>
                <a:cs typeface="Times New Roman"/>
              </a:rPr>
              <a:t>mais</a:t>
            </a:r>
            <a:r>
              <a:rPr sz="1800" spc="10" dirty="0">
                <a:solidFill>
                  <a:srgbClr val="404040"/>
                </a:solidFill>
                <a:latin typeface="Times New Roman"/>
                <a:cs typeface="Times New Roman"/>
              </a:rPr>
              <a:t> </a:t>
            </a:r>
            <a:r>
              <a:rPr sz="1800" spc="-60" dirty="0">
                <a:solidFill>
                  <a:srgbClr val="404040"/>
                </a:solidFill>
                <a:latin typeface="Times New Roman"/>
                <a:cs typeface="Times New Roman"/>
              </a:rPr>
              <a:t>exclut</a:t>
            </a:r>
            <a:r>
              <a:rPr sz="1800" spc="35" dirty="0">
                <a:solidFill>
                  <a:srgbClr val="404040"/>
                </a:solidFill>
                <a:latin typeface="Times New Roman"/>
                <a:cs typeface="Times New Roman"/>
              </a:rPr>
              <a:t> </a:t>
            </a:r>
            <a:r>
              <a:rPr sz="1800" spc="-45" dirty="0">
                <a:solidFill>
                  <a:srgbClr val="404040"/>
                </a:solidFill>
                <a:latin typeface="Times New Roman"/>
                <a:cs typeface="Times New Roman"/>
              </a:rPr>
              <a:t>Use</a:t>
            </a:r>
            <a:r>
              <a:rPr sz="1800" dirty="0">
                <a:solidFill>
                  <a:srgbClr val="404040"/>
                </a:solidFill>
                <a:latin typeface="Times New Roman"/>
                <a:cs typeface="Times New Roman"/>
              </a:rPr>
              <a:t> </a:t>
            </a:r>
            <a:r>
              <a:rPr sz="1800" spc="15" dirty="0">
                <a:solidFill>
                  <a:srgbClr val="404040"/>
                </a:solidFill>
                <a:latin typeface="Times New Roman"/>
                <a:cs typeface="Times New Roman"/>
              </a:rPr>
              <a:t>Host</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GPU</a:t>
            </a:r>
            <a:endParaRPr sz="1800">
              <a:latin typeface="Times New Roman"/>
              <a:cs typeface="Times New Roman"/>
            </a:endParaRPr>
          </a:p>
          <a:p>
            <a:pPr marL="299085" indent="-287020">
              <a:lnSpc>
                <a:spcPts val="2055"/>
              </a:lnSpc>
              <a:spcBef>
                <a:spcPts val="1160"/>
              </a:spcBef>
              <a:buClr>
                <a:srgbClr val="1CACE3"/>
              </a:buClr>
              <a:buFont typeface="Arial MT"/>
              <a:buChar char="•"/>
              <a:tabLst>
                <a:tab pos="299085" algn="l"/>
                <a:tab pos="299720" algn="l"/>
              </a:tabLst>
            </a:pPr>
            <a:r>
              <a:rPr sz="1800" spc="-45" dirty="0">
                <a:solidFill>
                  <a:srgbClr val="404040"/>
                </a:solidFill>
                <a:latin typeface="Times New Roman"/>
                <a:cs typeface="Times New Roman"/>
              </a:rPr>
              <a:t>Use</a:t>
            </a:r>
            <a:r>
              <a:rPr sz="1800" spc="45" dirty="0">
                <a:solidFill>
                  <a:srgbClr val="404040"/>
                </a:solidFill>
                <a:latin typeface="Times New Roman"/>
                <a:cs typeface="Times New Roman"/>
              </a:rPr>
              <a:t> </a:t>
            </a:r>
            <a:r>
              <a:rPr sz="1800" spc="10" dirty="0">
                <a:solidFill>
                  <a:srgbClr val="404040"/>
                </a:solidFill>
                <a:latin typeface="Times New Roman"/>
                <a:cs typeface="Times New Roman"/>
              </a:rPr>
              <a:t>Host</a:t>
            </a:r>
            <a:r>
              <a:rPr sz="1800" spc="40" dirty="0">
                <a:solidFill>
                  <a:srgbClr val="404040"/>
                </a:solidFill>
                <a:latin typeface="Times New Roman"/>
                <a:cs typeface="Times New Roman"/>
              </a:rPr>
              <a:t> </a:t>
            </a:r>
            <a:r>
              <a:rPr sz="1800" spc="25" dirty="0">
                <a:solidFill>
                  <a:srgbClr val="404040"/>
                </a:solidFill>
                <a:latin typeface="Times New Roman"/>
                <a:cs typeface="Times New Roman"/>
              </a:rPr>
              <a:t>GPU</a:t>
            </a:r>
            <a:r>
              <a:rPr sz="1800" spc="5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45" dirty="0">
                <a:solidFill>
                  <a:srgbClr val="404040"/>
                </a:solidFill>
                <a:latin typeface="Times New Roman"/>
                <a:cs typeface="Times New Roman"/>
              </a:rPr>
              <a:t> </a:t>
            </a:r>
            <a:r>
              <a:rPr sz="1800" spc="-55" dirty="0">
                <a:solidFill>
                  <a:srgbClr val="404040"/>
                </a:solidFill>
                <a:latin typeface="Times New Roman"/>
                <a:cs typeface="Times New Roman"/>
              </a:rPr>
              <a:t>accélère</a:t>
            </a:r>
            <a:r>
              <a:rPr sz="1800" spc="50" dirty="0">
                <a:solidFill>
                  <a:srgbClr val="404040"/>
                </a:solidFill>
                <a:latin typeface="Times New Roman"/>
                <a:cs typeface="Times New Roman"/>
              </a:rPr>
              <a:t> </a:t>
            </a:r>
            <a:r>
              <a:rPr sz="1800" spc="-60" dirty="0">
                <a:solidFill>
                  <a:srgbClr val="404040"/>
                </a:solidFill>
                <a:latin typeface="Times New Roman"/>
                <a:cs typeface="Times New Roman"/>
              </a:rPr>
              <a:t>les</a:t>
            </a:r>
            <a:r>
              <a:rPr sz="1800" spc="60" dirty="0">
                <a:solidFill>
                  <a:srgbClr val="404040"/>
                </a:solidFill>
                <a:latin typeface="Times New Roman"/>
                <a:cs typeface="Times New Roman"/>
              </a:rPr>
              <a:t> </a:t>
            </a:r>
            <a:r>
              <a:rPr sz="1800" spc="-40" dirty="0">
                <a:solidFill>
                  <a:srgbClr val="404040"/>
                </a:solidFill>
                <a:latin typeface="Times New Roman"/>
                <a:cs typeface="Times New Roman"/>
              </a:rPr>
              <a:t>dessins</a:t>
            </a:r>
            <a:r>
              <a:rPr sz="1800" spc="55" dirty="0">
                <a:solidFill>
                  <a:srgbClr val="404040"/>
                </a:solidFill>
                <a:latin typeface="Times New Roman"/>
                <a:cs typeface="Times New Roman"/>
              </a:rPr>
              <a:t> </a:t>
            </a:r>
            <a:r>
              <a:rPr sz="1800" spc="10" dirty="0">
                <a:solidFill>
                  <a:srgbClr val="404040"/>
                </a:solidFill>
                <a:latin typeface="Times New Roman"/>
                <a:cs typeface="Times New Roman"/>
              </a:rPr>
              <a:t>2D</a:t>
            </a:r>
            <a:r>
              <a:rPr sz="1800" spc="60" dirty="0">
                <a:solidFill>
                  <a:srgbClr val="404040"/>
                </a:solidFill>
                <a:latin typeface="Times New Roman"/>
                <a:cs typeface="Times New Roman"/>
              </a:rPr>
              <a:t> </a:t>
            </a:r>
            <a:r>
              <a:rPr sz="1800" spc="-20" dirty="0">
                <a:solidFill>
                  <a:srgbClr val="404040"/>
                </a:solidFill>
                <a:latin typeface="Times New Roman"/>
                <a:cs typeface="Times New Roman"/>
              </a:rPr>
              <a:t>et</a:t>
            </a:r>
            <a:r>
              <a:rPr sz="1800" spc="60" dirty="0">
                <a:solidFill>
                  <a:srgbClr val="404040"/>
                </a:solidFill>
                <a:latin typeface="Times New Roman"/>
                <a:cs typeface="Times New Roman"/>
              </a:rPr>
              <a:t> </a:t>
            </a:r>
            <a:r>
              <a:rPr sz="1800" spc="10" dirty="0">
                <a:solidFill>
                  <a:srgbClr val="404040"/>
                </a:solidFill>
                <a:latin typeface="Times New Roman"/>
                <a:cs typeface="Times New Roman"/>
              </a:rPr>
              <a:t>3D</a:t>
            </a:r>
            <a:r>
              <a:rPr sz="1800" spc="45"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55" dirty="0">
                <a:solidFill>
                  <a:srgbClr val="404040"/>
                </a:solidFill>
                <a:latin typeface="Times New Roman"/>
                <a:cs typeface="Times New Roman"/>
              </a:rPr>
              <a:t> </a:t>
            </a:r>
            <a:r>
              <a:rPr sz="1800" spc="-55" dirty="0">
                <a:solidFill>
                  <a:srgbClr val="404040"/>
                </a:solidFill>
                <a:latin typeface="Times New Roman"/>
                <a:cs typeface="Times New Roman"/>
              </a:rPr>
              <a:t>l'aide</a:t>
            </a:r>
            <a:r>
              <a:rPr sz="1800" spc="50" dirty="0">
                <a:solidFill>
                  <a:srgbClr val="404040"/>
                </a:solidFill>
                <a:latin typeface="Times New Roman"/>
                <a:cs typeface="Times New Roman"/>
              </a:rPr>
              <a:t> </a:t>
            </a:r>
            <a:r>
              <a:rPr sz="1800" spc="-30" dirty="0">
                <a:solidFill>
                  <a:srgbClr val="404040"/>
                </a:solidFill>
                <a:latin typeface="Times New Roman"/>
                <a:cs typeface="Times New Roman"/>
              </a:rPr>
              <a:t>de</a:t>
            </a:r>
            <a:r>
              <a:rPr sz="1800" spc="50" dirty="0">
                <a:solidFill>
                  <a:srgbClr val="404040"/>
                </a:solidFill>
                <a:latin typeface="Times New Roman"/>
                <a:cs typeface="Times New Roman"/>
              </a:rPr>
              <a:t> </a:t>
            </a:r>
            <a:r>
              <a:rPr sz="1800" spc="-85" dirty="0">
                <a:solidFill>
                  <a:srgbClr val="404040"/>
                </a:solidFill>
                <a:latin typeface="Times New Roman"/>
                <a:cs typeface="Times New Roman"/>
              </a:rPr>
              <a:t>la</a:t>
            </a:r>
            <a:endParaRPr sz="1800">
              <a:latin typeface="Times New Roman"/>
              <a:cs typeface="Times New Roman"/>
            </a:endParaRPr>
          </a:p>
          <a:p>
            <a:pPr marL="299085">
              <a:lnSpc>
                <a:spcPts val="2055"/>
              </a:lnSpc>
            </a:pPr>
            <a:r>
              <a:rPr sz="1800" spc="-25" dirty="0">
                <a:solidFill>
                  <a:srgbClr val="404040"/>
                </a:solidFill>
                <a:latin typeface="Times New Roman"/>
                <a:cs typeface="Times New Roman"/>
              </a:rPr>
              <a:t>carte</a:t>
            </a:r>
            <a:r>
              <a:rPr sz="1800" spc="-5" dirty="0">
                <a:solidFill>
                  <a:srgbClr val="404040"/>
                </a:solidFill>
                <a:latin typeface="Times New Roman"/>
                <a:cs typeface="Times New Roman"/>
              </a:rPr>
              <a:t> </a:t>
            </a:r>
            <a:r>
              <a:rPr sz="1800" spc="-35" dirty="0">
                <a:solidFill>
                  <a:srgbClr val="404040"/>
                </a:solidFill>
                <a:latin typeface="Times New Roman"/>
                <a:cs typeface="Times New Roman"/>
              </a:rPr>
              <a:t>graphique</a:t>
            </a:r>
            <a:r>
              <a:rPr sz="1800" spc="-5" dirty="0">
                <a:solidFill>
                  <a:srgbClr val="404040"/>
                </a:solidFill>
                <a:latin typeface="Times New Roman"/>
                <a:cs typeface="Times New Roman"/>
              </a:rPr>
              <a:t> </a:t>
            </a:r>
            <a:r>
              <a:rPr sz="1800" spc="-10" dirty="0">
                <a:solidFill>
                  <a:srgbClr val="404040"/>
                </a:solidFill>
                <a:latin typeface="Times New Roman"/>
                <a:cs typeface="Times New Roman"/>
              </a:rPr>
              <a:t>du</a:t>
            </a:r>
            <a:r>
              <a:rPr sz="1800" spc="-15" dirty="0">
                <a:solidFill>
                  <a:srgbClr val="404040"/>
                </a:solidFill>
                <a:latin typeface="Times New Roman"/>
                <a:cs typeface="Times New Roman"/>
              </a:rPr>
              <a:t> </a:t>
            </a:r>
            <a:r>
              <a:rPr sz="1800" spc="-50" dirty="0">
                <a:solidFill>
                  <a:srgbClr val="404040"/>
                </a:solidFill>
                <a:latin typeface="Times New Roman"/>
                <a:cs typeface="Times New Roman"/>
              </a:rPr>
              <a:t>PC.</a:t>
            </a:r>
            <a:endParaRPr sz="1800">
              <a:latin typeface="Times New Roman"/>
              <a:cs typeface="Times New Roman"/>
            </a:endParaRPr>
          </a:p>
          <a:p>
            <a:pPr marL="12700">
              <a:lnSpc>
                <a:spcPct val="100000"/>
              </a:lnSpc>
              <a:spcBef>
                <a:spcPts val="1180"/>
              </a:spcBef>
            </a:pPr>
            <a:r>
              <a:rPr sz="1800" spc="5" dirty="0">
                <a:solidFill>
                  <a:srgbClr val="404040"/>
                </a:solidFill>
                <a:latin typeface="Times New Roman"/>
                <a:cs typeface="Times New Roman"/>
              </a:rPr>
              <a:t>Options</a:t>
            </a:r>
            <a:r>
              <a:rPr sz="1800" spc="-35" dirty="0">
                <a:solidFill>
                  <a:srgbClr val="404040"/>
                </a:solidFill>
                <a:latin typeface="Times New Roman"/>
                <a:cs typeface="Times New Roman"/>
              </a:rPr>
              <a:t> </a:t>
            </a:r>
            <a:r>
              <a:rPr sz="1800" spc="-60" dirty="0">
                <a:solidFill>
                  <a:srgbClr val="404040"/>
                </a:solidFill>
                <a:latin typeface="Times New Roman"/>
                <a:cs typeface="Times New Roman"/>
              </a:rPr>
              <a:t>avancées</a:t>
            </a:r>
            <a:r>
              <a:rPr sz="1800" spc="15" dirty="0">
                <a:solidFill>
                  <a:srgbClr val="404040"/>
                </a:solidFill>
                <a:latin typeface="Times New Roman"/>
                <a:cs typeface="Times New Roman"/>
              </a:rPr>
              <a:t> </a:t>
            </a:r>
            <a:r>
              <a:rPr sz="1800" spc="-110" dirty="0">
                <a:solidFill>
                  <a:srgbClr val="404040"/>
                </a:solidFill>
                <a:latin typeface="Times New Roman"/>
                <a:cs typeface="Times New Roman"/>
              </a:rPr>
              <a:t>:</a:t>
            </a:r>
            <a:endParaRPr sz="1800">
              <a:latin typeface="Times New Roman"/>
              <a:cs typeface="Times New Roman"/>
            </a:endParaRPr>
          </a:p>
          <a:p>
            <a:pPr marL="299085" indent="-287020">
              <a:lnSpc>
                <a:spcPct val="100000"/>
              </a:lnSpc>
              <a:spcBef>
                <a:spcPts val="1185"/>
              </a:spcBef>
              <a:buClr>
                <a:srgbClr val="1CACE3"/>
              </a:buClr>
              <a:buFont typeface="Arial MT"/>
              <a:buChar char="•"/>
              <a:tabLst>
                <a:tab pos="299085" algn="l"/>
                <a:tab pos="299720" algn="l"/>
              </a:tabLst>
            </a:pPr>
            <a:r>
              <a:rPr sz="1800" spc="-85" dirty="0">
                <a:solidFill>
                  <a:srgbClr val="404040"/>
                </a:solidFill>
                <a:latin typeface="Times New Roman"/>
                <a:cs typeface="Times New Roman"/>
              </a:rPr>
              <a:t>RAM</a:t>
            </a:r>
            <a:r>
              <a:rPr sz="1800" spc="-1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5" dirty="0">
                <a:solidFill>
                  <a:srgbClr val="404040"/>
                </a:solidFill>
                <a:latin typeface="Times New Roman"/>
                <a:cs typeface="Times New Roman"/>
              </a:rPr>
              <a:t> </a:t>
            </a:r>
            <a:r>
              <a:rPr sz="1800" spc="-30" dirty="0">
                <a:solidFill>
                  <a:srgbClr val="404040"/>
                </a:solidFill>
                <a:latin typeface="Times New Roman"/>
                <a:cs typeface="Times New Roman"/>
              </a:rPr>
              <a:t>mémoire</a:t>
            </a:r>
            <a:r>
              <a:rPr sz="1800" spc="-10" dirty="0">
                <a:solidFill>
                  <a:srgbClr val="404040"/>
                </a:solidFill>
                <a:latin typeface="Times New Roman"/>
                <a:cs typeface="Times New Roman"/>
              </a:rPr>
              <a:t> </a:t>
            </a:r>
            <a:r>
              <a:rPr sz="1800" spc="-70" dirty="0">
                <a:solidFill>
                  <a:srgbClr val="404040"/>
                </a:solidFill>
                <a:latin typeface="Times New Roman"/>
                <a:cs typeface="Times New Roman"/>
              </a:rPr>
              <a:t>a</a:t>
            </a:r>
            <a:r>
              <a:rPr sz="1800" spc="5" dirty="0">
                <a:solidFill>
                  <a:srgbClr val="404040"/>
                </a:solidFill>
                <a:latin typeface="Times New Roman"/>
                <a:cs typeface="Times New Roman"/>
              </a:rPr>
              <a:t> </a:t>
            </a:r>
            <a:r>
              <a:rPr sz="1800" spc="-55" dirty="0">
                <a:solidFill>
                  <a:srgbClr val="404040"/>
                </a:solidFill>
                <a:latin typeface="Times New Roman"/>
                <a:cs typeface="Times New Roman"/>
              </a:rPr>
              <a:t>allouer,</a:t>
            </a:r>
            <a:r>
              <a:rPr sz="1800" spc="40" dirty="0">
                <a:solidFill>
                  <a:srgbClr val="404040"/>
                </a:solidFill>
                <a:latin typeface="Times New Roman"/>
                <a:cs typeface="Times New Roman"/>
              </a:rPr>
              <a:t> </a:t>
            </a:r>
            <a:r>
              <a:rPr sz="1800" spc="-55" dirty="0">
                <a:solidFill>
                  <a:srgbClr val="404040"/>
                </a:solidFill>
                <a:latin typeface="Times New Roman"/>
                <a:cs typeface="Times New Roman"/>
              </a:rPr>
              <a:t>mais</a:t>
            </a:r>
            <a:r>
              <a:rPr sz="1800" spc="10" dirty="0">
                <a:solidFill>
                  <a:srgbClr val="404040"/>
                </a:solidFill>
                <a:latin typeface="Times New Roman"/>
                <a:cs typeface="Times New Roman"/>
              </a:rPr>
              <a:t> </a:t>
            </a:r>
            <a:r>
              <a:rPr sz="1800" spc="-30" dirty="0">
                <a:solidFill>
                  <a:srgbClr val="404040"/>
                </a:solidFill>
                <a:latin typeface="Times New Roman"/>
                <a:cs typeface="Times New Roman"/>
              </a:rPr>
              <a:t>est</a:t>
            </a:r>
            <a:r>
              <a:rPr sz="1800" spc="10" dirty="0">
                <a:solidFill>
                  <a:srgbClr val="404040"/>
                </a:solidFill>
                <a:latin typeface="Times New Roman"/>
                <a:cs typeface="Times New Roman"/>
              </a:rPr>
              <a:t> </a:t>
            </a:r>
            <a:r>
              <a:rPr sz="1800" spc="-55" dirty="0">
                <a:solidFill>
                  <a:srgbClr val="404040"/>
                </a:solidFill>
                <a:latin typeface="Times New Roman"/>
                <a:cs typeface="Times New Roman"/>
              </a:rPr>
              <a:t>limitée</a:t>
            </a:r>
            <a:r>
              <a:rPr sz="1800" spc="15" dirty="0">
                <a:solidFill>
                  <a:srgbClr val="404040"/>
                </a:solidFill>
                <a:latin typeface="Times New Roman"/>
                <a:cs typeface="Times New Roman"/>
              </a:rPr>
              <a:t> </a:t>
            </a:r>
            <a:r>
              <a:rPr sz="1800" spc="-20" dirty="0">
                <a:solidFill>
                  <a:srgbClr val="404040"/>
                </a:solidFill>
                <a:latin typeface="Times New Roman"/>
                <a:cs typeface="Times New Roman"/>
              </a:rPr>
              <a:t>par</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votre</a:t>
            </a:r>
            <a:r>
              <a:rPr sz="1800" spc="5" dirty="0">
                <a:solidFill>
                  <a:srgbClr val="404040"/>
                </a:solidFill>
                <a:latin typeface="Times New Roman"/>
                <a:cs typeface="Times New Roman"/>
              </a:rPr>
              <a:t> </a:t>
            </a:r>
            <a:r>
              <a:rPr sz="1800" spc="-55" dirty="0">
                <a:solidFill>
                  <a:srgbClr val="404040"/>
                </a:solidFill>
                <a:latin typeface="Times New Roman"/>
                <a:cs typeface="Times New Roman"/>
              </a:rPr>
              <a:t>PC,</a:t>
            </a:r>
            <a:endParaRPr sz="1800">
              <a:latin typeface="Times New Roman"/>
              <a:cs typeface="Times New Roman"/>
            </a:endParaRPr>
          </a:p>
          <a:p>
            <a:pPr marL="299085" indent="-287020">
              <a:lnSpc>
                <a:spcPct val="100000"/>
              </a:lnSpc>
              <a:spcBef>
                <a:spcPts val="1190"/>
              </a:spcBef>
              <a:buClr>
                <a:srgbClr val="1CACE3"/>
              </a:buClr>
              <a:buFont typeface="Arial MT"/>
              <a:buChar char="•"/>
              <a:tabLst>
                <a:tab pos="299085" algn="l"/>
                <a:tab pos="299720" algn="l"/>
              </a:tabLst>
            </a:pPr>
            <a:r>
              <a:rPr sz="1800" spc="-15" dirty="0">
                <a:solidFill>
                  <a:srgbClr val="404040"/>
                </a:solidFill>
                <a:latin typeface="Times New Roman"/>
                <a:cs typeface="Times New Roman"/>
              </a:rPr>
              <a:t>Internal</a:t>
            </a:r>
            <a:r>
              <a:rPr sz="1800" dirty="0">
                <a:solidFill>
                  <a:srgbClr val="404040"/>
                </a:solidFill>
                <a:latin typeface="Times New Roman"/>
                <a:cs typeface="Times New Roman"/>
              </a:rPr>
              <a:t> </a:t>
            </a:r>
            <a:r>
              <a:rPr sz="1800" spc="-30" dirty="0">
                <a:solidFill>
                  <a:srgbClr val="404040"/>
                </a:solidFill>
                <a:latin typeface="Times New Roman"/>
                <a:cs typeface="Times New Roman"/>
              </a:rPr>
              <a:t>storage</a:t>
            </a:r>
            <a:r>
              <a:rPr sz="1800" spc="-5"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10" dirty="0">
                <a:solidFill>
                  <a:srgbClr val="404040"/>
                </a:solidFill>
                <a:latin typeface="Times New Roman"/>
                <a:cs typeface="Times New Roman"/>
              </a:rPr>
              <a:t> </a:t>
            </a:r>
            <a:r>
              <a:rPr sz="1800" spc="-50" dirty="0">
                <a:solidFill>
                  <a:srgbClr val="404040"/>
                </a:solidFill>
                <a:latin typeface="Times New Roman"/>
                <a:cs typeface="Times New Roman"/>
              </a:rPr>
              <a:t>capacité</a:t>
            </a:r>
            <a:r>
              <a:rPr sz="1800" spc="30"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5" dirty="0">
                <a:solidFill>
                  <a:srgbClr val="404040"/>
                </a:solidFill>
                <a:latin typeface="Times New Roman"/>
                <a:cs typeface="Times New Roman"/>
              </a:rPr>
              <a:t> </a:t>
            </a:r>
            <a:r>
              <a:rPr sz="1800" spc="-45" dirty="0">
                <a:solidFill>
                  <a:srgbClr val="404040"/>
                </a:solidFill>
                <a:latin typeface="Times New Roman"/>
                <a:cs typeface="Times New Roman"/>
              </a:rPr>
              <a:t>stockage</a:t>
            </a:r>
            <a:r>
              <a:rPr sz="1800" spc="20" dirty="0">
                <a:solidFill>
                  <a:srgbClr val="404040"/>
                </a:solidFill>
                <a:latin typeface="Times New Roman"/>
                <a:cs typeface="Times New Roman"/>
              </a:rPr>
              <a:t> </a:t>
            </a:r>
            <a:r>
              <a:rPr sz="1800" spc="-25" dirty="0">
                <a:solidFill>
                  <a:srgbClr val="404040"/>
                </a:solidFill>
                <a:latin typeface="Times New Roman"/>
                <a:cs typeface="Times New Roman"/>
              </a:rPr>
              <a:t>interne,</a:t>
            </a:r>
            <a:endParaRPr sz="1800">
              <a:latin typeface="Times New Roman"/>
              <a:cs typeface="Times New Roman"/>
            </a:endParaRPr>
          </a:p>
          <a:p>
            <a:pPr marL="299085" indent="-287020">
              <a:lnSpc>
                <a:spcPct val="100000"/>
              </a:lnSpc>
              <a:spcBef>
                <a:spcPts val="1175"/>
              </a:spcBef>
              <a:buClr>
                <a:srgbClr val="1CACE3"/>
              </a:buClr>
              <a:buFont typeface="Arial MT"/>
              <a:buChar char="•"/>
              <a:tabLst>
                <a:tab pos="299085" algn="l"/>
                <a:tab pos="299720" algn="l"/>
              </a:tabLst>
            </a:pPr>
            <a:r>
              <a:rPr sz="1800" spc="-30" dirty="0">
                <a:solidFill>
                  <a:srgbClr val="404040"/>
                </a:solidFill>
                <a:latin typeface="Times New Roman"/>
                <a:cs typeface="Times New Roman"/>
              </a:rPr>
              <a:t>SD</a:t>
            </a:r>
            <a:r>
              <a:rPr sz="1800" spc="-5" dirty="0">
                <a:solidFill>
                  <a:srgbClr val="404040"/>
                </a:solidFill>
                <a:latin typeface="Times New Roman"/>
                <a:cs typeface="Times New Roman"/>
              </a:rPr>
              <a:t> </a:t>
            </a:r>
            <a:r>
              <a:rPr sz="1800" spc="-35" dirty="0">
                <a:solidFill>
                  <a:srgbClr val="404040"/>
                </a:solidFill>
                <a:latin typeface="Times New Roman"/>
                <a:cs typeface="Times New Roman"/>
              </a:rPr>
              <a:t>Card</a:t>
            </a:r>
            <a:r>
              <a:rPr sz="1800" dirty="0">
                <a:solidFill>
                  <a:srgbClr val="404040"/>
                </a:solidFill>
                <a:latin typeface="Times New Roman"/>
                <a:cs typeface="Times New Roman"/>
              </a:rPr>
              <a:t> </a:t>
            </a:r>
            <a:r>
              <a:rPr sz="1800" spc="-110" dirty="0">
                <a:solidFill>
                  <a:srgbClr val="404040"/>
                </a:solidFill>
                <a:latin typeface="Times New Roman"/>
                <a:cs typeface="Times New Roman"/>
              </a:rPr>
              <a:t>:</a:t>
            </a:r>
            <a:r>
              <a:rPr sz="1800" spc="10" dirty="0">
                <a:solidFill>
                  <a:srgbClr val="404040"/>
                </a:solidFill>
                <a:latin typeface="Times New Roman"/>
                <a:cs typeface="Times New Roman"/>
              </a:rPr>
              <a:t> </a:t>
            </a:r>
            <a:r>
              <a:rPr sz="1800" spc="-50" dirty="0">
                <a:solidFill>
                  <a:srgbClr val="404040"/>
                </a:solidFill>
                <a:latin typeface="Times New Roman"/>
                <a:cs typeface="Times New Roman"/>
              </a:rPr>
              <a:t>capacité</a:t>
            </a:r>
            <a:r>
              <a:rPr sz="1800" spc="15" dirty="0">
                <a:solidFill>
                  <a:srgbClr val="404040"/>
                </a:solidFill>
                <a:latin typeface="Times New Roman"/>
                <a:cs typeface="Times New Roman"/>
              </a:rPr>
              <a:t> </a:t>
            </a:r>
            <a:r>
              <a:rPr sz="1800" spc="-25" dirty="0">
                <a:solidFill>
                  <a:srgbClr val="404040"/>
                </a:solidFill>
                <a:latin typeface="Times New Roman"/>
                <a:cs typeface="Times New Roman"/>
              </a:rPr>
              <a:t>de</a:t>
            </a:r>
            <a:r>
              <a:rPr sz="1800" spc="5" dirty="0">
                <a:solidFill>
                  <a:srgbClr val="404040"/>
                </a:solidFill>
                <a:latin typeface="Times New Roman"/>
                <a:cs typeface="Times New Roman"/>
              </a:rPr>
              <a:t> </a:t>
            </a:r>
            <a:r>
              <a:rPr sz="1800" spc="-85" dirty="0">
                <a:solidFill>
                  <a:srgbClr val="404040"/>
                </a:solidFill>
                <a:latin typeface="Times New Roman"/>
                <a:cs typeface="Times New Roman"/>
              </a:rPr>
              <a:t>la</a:t>
            </a:r>
            <a:r>
              <a:rPr sz="1800" spc="5" dirty="0">
                <a:solidFill>
                  <a:srgbClr val="404040"/>
                </a:solidFill>
                <a:latin typeface="Times New Roman"/>
                <a:cs typeface="Times New Roman"/>
              </a:rPr>
              <a:t> </a:t>
            </a:r>
            <a:r>
              <a:rPr sz="1800" spc="-25" dirty="0">
                <a:solidFill>
                  <a:srgbClr val="404040"/>
                </a:solidFill>
                <a:latin typeface="Times New Roman"/>
                <a:cs typeface="Times New Roman"/>
              </a:rPr>
              <a:t>carte</a:t>
            </a:r>
            <a:r>
              <a:rPr sz="1800" spc="5" dirty="0">
                <a:solidFill>
                  <a:srgbClr val="404040"/>
                </a:solidFill>
                <a:latin typeface="Times New Roman"/>
                <a:cs typeface="Times New Roman"/>
              </a:rPr>
              <a:t> </a:t>
            </a:r>
            <a:r>
              <a:rPr sz="1800" spc="-30" dirty="0">
                <a:solidFill>
                  <a:srgbClr val="404040"/>
                </a:solidFill>
                <a:latin typeface="Times New Roman"/>
                <a:cs typeface="Times New Roman"/>
              </a:rPr>
              <a:t>SD</a:t>
            </a:r>
            <a:r>
              <a:rPr sz="1800" dirty="0">
                <a:solidFill>
                  <a:srgbClr val="404040"/>
                </a:solidFill>
                <a:latin typeface="Times New Roman"/>
                <a:cs typeface="Times New Roman"/>
              </a:rPr>
              <a:t> </a:t>
            </a:r>
            <a:r>
              <a:rPr sz="1800" spc="-60" dirty="0">
                <a:solidFill>
                  <a:srgbClr val="404040"/>
                </a:solidFill>
                <a:latin typeface="Times New Roman"/>
                <a:cs typeface="Times New Roman"/>
              </a:rPr>
              <a:t>simulée</a:t>
            </a:r>
            <a:r>
              <a:rPr sz="1800" spc="20" dirty="0">
                <a:solidFill>
                  <a:srgbClr val="404040"/>
                </a:solidFill>
                <a:latin typeface="Times New Roman"/>
                <a:cs typeface="Times New Roman"/>
              </a:rPr>
              <a:t> </a:t>
            </a:r>
            <a:r>
              <a:rPr sz="1800" spc="-30" dirty="0">
                <a:solidFill>
                  <a:srgbClr val="404040"/>
                </a:solidFill>
                <a:latin typeface="Times New Roman"/>
                <a:cs typeface="Times New Roman"/>
              </a:rPr>
              <a:t>supplémentaire</a:t>
            </a:r>
            <a:endParaRPr sz="18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38</a:t>
            </a:fld>
            <a:endParaRP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7588884" cy="574040"/>
          </a:xfrm>
          <a:prstGeom prst="rect">
            <a:avLst/>
          </a:prstGeom>
        </p:spPr>
        <p:txBody>
          <a:bodyPr vert="horz" wrap="square" lIns="0" tIns="12700" rIns="0" bIns="0" rtlCol="0">
            <a:spAutoFit/>
          </a:bodyPr>
          <a:lstStyle/>
          <a:p>
            <a:pPr marL="12700">
              <a:lnSpc>
                <a:spcPct val="100000"/>
              </a:lnSpc>
              <a:spcBef>
                <a:spcPts val="100"/>
              </a:spcBef>
            </a:pPr>
            <a:r>
              <a:rPr spc="-220" dirty="0"/>
              <a:t>A</a:t>
            </a:r>
            <a:r>
              <a:rPr spc="-15" dirty="0"/>
              <a:t>n</a:t>
            </a:r>
            <a:r>
              <a:rPr spc="-50" dirty="0"/>
              <a:t>dr</a:t>
            </a:r>
            <a:r>
              <a:rPr spc="-15" dirty="0"/>
              <a:t>o</a:t>
            </a:r>
            <a:r>
              <a:rPr spc="-225" dirty="0"/>
              <a:t>i</a:t>
            </a:r>
            <a:r>
              <a:rPr dirty="0"/>
              <a:t>d</a:t>
            </a:r>
            <a:r>
              <a:rPr spc="-114" dirty="0"/>
              <a:t> </a:t>
            </a:r>
            <a:r>
              <a:rPr spc="-325" dirty="0"/>
              <a:t>S</a:t>
            </a:r>
            <a:r>
              <a:rPr spc="-10" dirty="0"/>
              <a:t>t</a:t>
            </a:r>
            <a:r>
              <a:rPr spc="-90" dirty="0"/>
              <a:t>u</a:t>
            </a:r>
            <a:r>
              <a:rPr spc="-50" dirty="0"/>
              <a:t>d</a:t>
            </a:r>
            <a:r>
              <a:rPr spc="-225" dirty="0"/>
              <a:t>i</a:t>
            </a:r>
            <a:r>
              <a:rPr spc="35" dirty="0"/>
              <a:t>o</a:t>
            </a:r>
            <a:r>
              <a:rPr spc="-110" dirty="0"/>
              <a:t> </a:t>
            </a:r>
            <a:r>
              <a:rPr spc="-215" dirty="0"/>
              <a:t>:</a:t>
            </a:r>
            <a:r>
              <a:rPr spc="-110" dirty="0"/>
              <a:t> </a:t>
            </a:r>
            <a:r>
              <a:rPr spc="-190" dirty="0"/>
              <a:t>La</a:t>
            </a:r>
            <a:r>
              <a:rPr spc="-15" dirty="0"/>
              <a:t>n</a:t>
            </a:r>
            <a:r>
              <a:rPr spc="-150" dirty="0"/>
              <a:t>ce</a:t>
            </a:r>
            <a:r>
              <a:rPr spc="-80" dirty="0"/>
              <a:t>m</a:t>
            </a:r>
            <a:r>
              <a:rPr spc="-150" dirty="0"/>
              <a:t>e</a:t>
            </a:r>
            <a:r>
              <a:rPr spc="-15" dirty="0"/>
              <a:t>n</a:t>
            </a:r>
            <a:r>
              <a:rPr spc="45" dirty="0"/>
              <a:t>t</a:t>
            </a:r>
            <a:r>
              <a:rPr spc="-114" dirty="0"/>
              <a:t> </a:t>
            </a:r>
            <a:r>
              <a:rPr spc="-50" dirty="0"/>
              <a:t>d</a:t>
            </a:r>
            <a:r>
              <a:rPr spc="-100" dirty="0"/>
              <a:t>e </a:t>
            </a:r>
            <a:r>
              <a:rPr spc="-225" dirty="0"/>
              <a:t>l</a:t>
            </a:r>
            <a:r>
              <a:rPr spc="-70" dirty="0"/>
              <a:t>'</a:t>
            </a:r>
            <a:r>
              <a:rPr spc="-190" dirty="0"/>
              <a:t>a</a:t>
            </a:r>
            <a:r>
              <a:rPr spc="-15" dirty="0"/>
              <a:t>pp</a:t>
            </a:r>
            <a:r>
              <a:rPr spc="-225" dirty="0"/>
              <a:t>li</a:t>
            </a:r>
            <a:r>
              <a:rPr spc="-150" dirty="0"/>
              <a:t>c</a:t>
            </a:r>
            <a:r>
              <a:rPr spc="-190" dirty="0"/>
              <a:t>a</a:t>
            </a:r>
            <a:r>
              <a:rPr spc="-10" dirty="0"/>
              <a:t>t</a:t>
            </a:r>
            <a:r>
              <a:rPr spc="-225" dirty="0"/>
              <a:t>i</a:t>
            </a:r>
            <a:r>
              <a:rPr spc="-15" dirty="0"/>
              <a:t>o</a:t>
            </a:r>
            <a:r>
              <a:rPr spc="35" dirty="0"/>
              <a:t>n</a:t>
            </a:r>
          </a:p>
        </p:txBody>
      </p:sp>
      <p:pic>
        <p:nvPicPr>
          <p:cNvPr id="3" name="object 3"/>
          <p:cNvPicPr/>
          <p:nvPr/>
        </p:nvPicPr>
        <p:blipFill>
          <a:blip r:embed="rId2" cstate="print"/>
          <a:stretch>
            <a:fillRect/>
          </a:stretch>
        </p:blipFill>
        <p:spPr>
          <a:xfrm>
            <a:off x="7697723" y="1226819"/>
            <a:ext cx="3179064" cy="5070348"/>
          </a:xfrm>
          <a:prstGeom prst="rect">
            <a:avLst/>
          </a:prstGeom>
        </p:spPr>
      </p:pic>
      <p:grpSp>
        <p:nvGrpSpPr>
          <p:cNvPr id="4" name="object 4"/>
          <p:cNvGrpSpPr/>
          <p:nvPr/>
        </p:nvGrpSpPr>
        <p:grpSpPr>
          <a:xfrm>
            <a:off x="1097280" y="3156204"/>
            <a:ext cx="4564380" cy="508000"/>
            <a:chOff x="1097280" y="3156204"/>
            <a:chExt cx="4564380" cy="508000"/>
          </a:xfrm>
        </p:grpSpPr>
        <p:pic>
          <p:nvPicPr>
            <p:cNvPr id="5" name="object 5"/>
            <p:cNvPicPr/>
            <p:nvPr/>
          </p:nvPicPr>
          <p:blipFill>
            <a:blip r:embed="rId3" cstate="print"/>
            <a:stretch>
              <a:fillRect/>
            </a:stretch>
          </p:blipFill>
          <p:spPr>
            <a:xfrm>
              <a:off x="1097280" y="3168396"/>
              <a:ext cx="4564380" cy="495299"/>
            </a:xfrm>
            <a:prstGeom prst="rect">
              <a:avLst/>
            </a:prstGeom>
          </p:spPr>
        </p:pic>
        <p:sp>
          <p:nvSpPr>
            <p:cNvPr id="6" name="object 6"/>
            <p:cNvSpPr/>
            <p:nvPr/>
          </p:nvSpPr>
          <p:spPr>
            <a:xfrm>
              <a:off x="4125468" y="3163824"/>
              <a:ext cx="254635" cy="291465"/>
            </a:xfrm>
            <a:custGeom>
              <a:avLst/>
              <a:gdLst/>
              <a:ahLst/>
              <a:cxnLst/>
              <a:rect l="l" t="t" r="r" b="b"/>
              <a:pathLst>
                <a:path w="254635" h="291464">
                  <a:moveTo>
                    <a:pt x="0" y="145541"/>
                  </a:moveTo>
                  <a:lnTo>
                    <a:pt x="6492" y="99535"/>
                  </a:lnTo>
                  <a:lnTo>
                    <a:pt x="24566" y="59582"/>
                  </a:lnTo>
                  <a:lnTo>
                    <a:pt x="52120" y="28078"/>
                  </a:lnTo>
                  <a:lnTo>
                    <a:pt x="87050" y="7418"/>
                  </a:lnTo>
                  <a:lnTo>
                    <a:pt x="127254" y="0"/>
                  </a:lnTo>
                  <a:lnTo>
                    <a:pt x="167457" y="7418"/>
                  </a:lnTo>
                  <a:lnTo>
                    <a:pt x="202387" y="28078"/>
                  </a:lnTo>
                  <a:lnTo>
                    <a:pt x="229941" y="59582"/>
                  </a:lnTo>
                  <a:lnTo>
                    <a:pt x="248015" y="99535"/>
                  </a:lnTo>
                  <a:lnTo>
                    <a:pt x="254508" y="145541"/>
                  </a:lnTo>
                  <a:lnTo>
                    <a:pt x="248015" y="191548"/>
                  </a:lnTo>
                  <a:lnTo>
                    <a:pt x="229941" y="231501"/>
                  </a:lnTo>
                  <a:lnTo>
                    <a:pt x="202387" y="263005"/>
                  </a:lnTo>
                  <a:lnTo>
                    <a:pt x="167457" y="283665"/>
                  </a:lnTo>
                  <a:lnTo>
                    <a:pt x="127254" y="291084"/>
                  </a:lnTo>
                  <a:lnTo>
                    <a:pt x="87050" y="283665"/>
                  </a:lnTo>
                  <a:lnTo>
                    <a:pt x="52120" y="263005"/>
                  </a:lnTo>
                  <a:lnTo>
                    <a:pt x="24566" y="231501"/>
                  </a:lnTo>
                  <a:lnTo>
                    <a:pt x="6492" y="191548"/>
                  </a:lnTo>
                  <a:lnTo>
                    <a:pt x="0" y="145541"/>
                  </a:lnTo>
                  <a:close/>
                </a:path>
              </a:pathLst>
            </a:custGeom>
            <a:ln w="15240">
              <a:solidFill>
                <a:srgbClr val="FF0000"/>
              </a:solidFill>
            </a:ln>
          </p:spPr>
          <p:txBody>
            <a:bodyPr wrap="square" lIns="0" tIns="0" rIns="0" bIns="0" rtlCol="0"/>
            <a:lstStyle/>
            <a:p>
              <a:endParaRPr/>
            </a:p>
          </p:txBody>
        </p:sp>
      </p:grpSp>
      <p:grpSp>
        <p:nvGrpSpPr>
          <p:cNvPr id="7" name="object 7"/>
          <p:cNvGrpSpPr/>
          <p:nvPr/>
        </p:nvGrpSpPr>
        <p:grpSpPr>
          <a:xfrm>
            <a:off x="6152388" y="3162300"/>
            <a:ext cx="757555" cy="299085"/>
            <a:chOff x="6152388" y="3162300"/>
            <a:chExt cx="757555" cy="299085"/>
          </a:xfrm>
        </p:grpSpPr>
        <p:pic>
          <p:nvPicPr>
            <p:cNvPr id="8" name="object 8"/>
            <p:cNvPicPr/>
            <p:nvPr/>
          </p:nvPicPr>
          <p:blipFill>
            <a:blip r:embed="rId4" cstate="print"/>
            <a:stretch>
              <a:fillRect/>
            </a:stretch>
          </p:blipFill>
          <p:spPr>
            <a:xfrm>
              <a:off x="6158484" y="3168395"/>
              <a:ext cx="745236" cy="286512"/>
            </a:xfrm>
            <a:prstGeom prst="rect">
              <a:avLst/>
            </a:prstGeom>
          </p:spPr>
        </p:pic>
        <p:sp>
          <p:nvSpPr>
            <p:cNvPr id="9" name="object 9"/>
            <p:cNvSpPr/>
            <p:nvPr/>
          </p:nvSpPr>
          <p:spPr>
            <a:xfrm>
              <a:off x="6158484" y="3168395"/>
              <a:ext cx="745490" cy="287020"/>
            </a:xfrm>
            <a:custGeom>
              <a:avLst/>
              <a:gdLst/>
              <a:ahLst/>
              <a:cxnLst/>
              <a:rect l="l" t="t" r="r" b="b"/>
              <a:pathLst>
                <a:path w="745490" h="287020">
                  <a:moveTo>
                    <a:pt x="0" y="71627"/>
                  </a:moveTo>
                  <a:lnTo>
                    <a:pt x="601980" y="71627"/>
                  </a:lnTo>
                  <a:lnTo>
                    <a:pt x="601980" y="0"/>
                  </a:lnTo>
                  <a:lnTo>
                    <a:pt x="745236" y="143255"/>
                  </a:lnTo>
                  <a:lnTo>
                    <a:pt x="601980" y="286512"/>
                  </a:lnTo>
                  <a:lnTo>
                    <a:pt x="601980" y="214883"/>
                  </a:lnTo>
                  <a:lnTo>
                    <a:pt x="0" y="214883"/>
                  </a:lnTo>
                  <a:lnTo>
                    <a:pt x="0" y="71627"/>
                  </a:lnTo>
                  <a:close/>
                </a:path>
              </a:pathLst>
            </a:custGeom>
            <a:ln w="12192">
              <a:solidFill>
                <a:srgbClr val="1CACE3"/>
              </a:solidFill>
            </a:ln>
          </p:spPr>
          <p:txBody>
            <a:bodyPr wrap="square" lIns="0" tIns="0" rIns="0" bIns="0" rtlCol="0"/>
            <a:lstStyle/>
            <a:p>
              <a:endParaRPr/>
            </a:p>
          </p:txBody>
        </p:sp>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39</a:t>
            </a:fld>
            <a:endParaRP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3998595" cy="574040"/>
          </a:xfrm>
          <a:prstGeom prst="rect">
            <a:avLst/>
          </a:prstGeom>
        </p:spPr>
        <p:txBody>
          <a:bodyPr vert="horz" wrap="square" lIns="0" tIns="12700" rIns="0" bIns="0" rtlCol="0">
            <a:spAutoFit/>
          </a:bodyPr>
          <a:lstStyle/>
          <a:p>
            <a:pPr marL="12700">
              <a:lnSpc>
                <a:spcPct val="100000"/>
              </a:lnSpc>
              <a:spcBef>
                <a:spcPts val="100"/>
              </a:spcBef>
            </a:pPr>
            <a:r>
              <a:rPr spc="-85" dirty="0"/>
              <a:t>Android</a:t>
            </a:r>
            <a:r>
              <a:rPr spc="-135" dirty="0"/>
              <a:t> </a:t>
            </a:r>
            <a:r>
              <a:rPr spc="-65" dirty="0"/>
              <a:t>Debug</a:t>
            </a:r>
            <a:r>
              <a:rPr spc="-130" dirty="0"/>
              <a:t> </a:t>
            </a:r>
            <a:r>
              <a:rPr spc="-145" dirty="0"/>
              <a:t>Bridge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40</a:t>
            </a:fld>
            <a:endParaRPr dirty="0"/>
          </a:p>
        </p:txBody>
      </p:sp>
      <p:sp>
        <p:nvSpPr>
          <p:cNvPr id="3" name="object 3"/>
          <p:cNvSpPr txBox="1">
            <a:spLocks noGrp="1"/>
          </p:cNvSpPr>
          <p:nvPr>
            <p:ph type="body" idx="1"/>
          </p:nvPr>
        </p:nvSpPr>
        <p:spPr>
          <a:prstGeom prst="rect">
            <a:avLst/>
          </a:prstGeom>
        </p:spPr>
        <p:txBody>
          <a:bodyPr vert="horz" wrap="square" lIns="0" tIns="49530" rIns="0" bIns="0" rtlCol="0">
            <a:spAutoFit/>
          </a:bodyPr>
          <a:lstStyle/>
          <a:p>
            <a:pPr marL="74295" marR="5080">
              <a:lnSpc>
                <a:spcPts val="2380"/>
              </a:lnSpc>
              <a:spcBef>
                <a:spcPts val="390"/>
              </a:spcBef>
              <a:tabLst>
                <a:tab pos="1127125" algn="l"/>
                <a:tab pos="2005330" algn="l"/>
                <a:tab pos="2860675" algn="l"/>
                <a:tab pos="3300729" algn="l"/>
                <a:tab pos="3837304" algn="l"/>
                <a:tab pos="5007610" algn="l"/>
                <a:tab pos="5696585" algn="l"/>
                <a:tab pos="6118860" algn="l"/>
                <a:tab pos="8126730" algn="l"/>
                <a:tab pos="9062085" algn="l"/>
                <a:tab pos="9854565" algn="l"/>
              </a:tabLst>
            </a:pPr>
            <a:r>
              <a:rPr spc="-35" dirty="0"/>
              <a:t>An</a:t>
            </a:r>
            <a:r>
              <a:rPr spc="-20" dirty="0"/>
              <a:t>d</a:t>
            </a:r>
            <a:r>
              <a:rPr spc="5" dirty="0"/>
              <a:t>r</a:t>
            </a:r>
            <a:r>
              <a:rPr spc="-35" dirty="0"/>
              <a:t>oi</a:t>
            </a:r>
            <a:r>
              <a:rPr spc="-40" dirty="0"/>
              <a:t>d</a:t>
            </a:r>
            <a:r>
              <a:rPr dirty="0"/>
              <a:t>	</a:t>
            </a:r>
            <a:r>
              <a:rPr spc="5" dirty="0"/>
              <a:t>Debu</a:t>
            </a:r>
            <a:r>
              <a:rPr spc="-120" dirty="0"/>
              <a:t>g</a:t>
            </a:r>
            <a:r>
              <a:rPr dirty="0"/>
              <a:t>	</a:t>
            </a:r>
            <a:r>
              <a:rPr spc="-70" dirty="0"/>
              <a:t>Brid</a:t>
            </a:r>
            <a:r>
              <a:rPr spc="-45" dirty="0"/>
              <a:t>g</a:t>
            </a:r>
            <a:r>
              <a:rPr spc="-65" dirty="0"/>
              <a:t>e</a:t>
            </a:r>
            <a:r>
              <a:rPr dirty="0"/>
              <a:t>	</a:t>
            </a:r>
            <a:r>
              <a:rPr spc="-30" dirty="0"/>
              <a:t>est</a:t>
            </a:r>
            <a:r>
              <a:rPr dirty="0"/>
              <a:t>	</a:t>
            </a:r>
            <a:r>
              <a:rPr spc="-25" dirty="0"/>
              <a:t>une</a:t>
            </a:r>
            <a:r>
              <a:rPr dirty="0"/>
              <a:t>	</a:t>
            </a:r>
            <a:r>
              <a:rPr spc="25" dirty="0"/>
              <a:t>p</a:t>
            </a:r>
            <a:r>
              <a:rPr spc="-70" dirty="0"/>
              <a:t>asserell</a:t>
            </a:r>
            <a:r>
              <a:rPr spc="-80" dirty="0"/>
              <a:t>e</a:t>
            </a:r>
            <a:r>
              <a:rPr dirty="0"/>
              <a:t>	</a:t>
            </a:r>
            <a:r>
              <a:rPr spc="-15" dirty="0"/>
              <a:t>entre</a:t>
            </a:r>
            <a:r>
              <a:rPr dirty="0"/>
              <a:t>	</a:t>
            </a:r>
            <a:r>
              <a:rPr spc="-5" dirty="0"/>
              <a:t>un</a:t>
            </a:r>
            <a:r>
              <a:rPr dirty="0"/>
              <a:t>	</a:t>
            </a:r>
            <a:r>
              <a:rPr spc="-80" dirty="0"/>
              <a:t>Sma</a:t>
            </a:r>
            <a:r>
              <a:rPr dirty="0"/>
              <a:t>r</a:t>
            </a:r>
            <a:r>
              <a:rPr spc="30" dirty="0"/>
              <a:t>t</a:t>
            </a:r>
            <a:r>
              <a:rPr spc="25" dirty="0"/>
              <a:t>ph</a:t>
            </a:r>
            <a:r>
              <a:rPr spc="15" dirty="0"/>
              <a:t>o</a:t>
            </a:r>
            <a:r>
              <a:rPr spc="10" dirty="0"/>
              <a:t>n</a:t>
            </a:r>
            <a:r>
              <a:rPr spc="260" dirty="0"/>
              <a:t>e</a:t>
            </a:r>
            <a:r>
              <a:rPr spc="170" dirty="0"/>
              <a:t>/</a:t>
            </a:r>
            <a:r>
              <a:rPr spc="-25" dirty="0"/>
              <a:t>une</a:t>
            </a:r>
            <a:r>
              <a:rPr dirty="0"/>
              <a:t>	</a:t>
            </a:r>
            <a:r>
              <a:rPr spc="-35" dirty="0"/>
              <a:t>tablet</a:t>
            </a:r>
            <a:r>
              <a:rPr spc="-20" dirty="0"/>
              <a:t>te</a:t>
            </a:r>
            <a:r>
              <a:rPr dirty="0"/>
              <a:t>	</a:t>
            </a:r>
            <a:r>
              <a:rPr spc="-90" dirty="0"/>
              <a:t>(</a:t>
            </a:r>
            <a:r>
              <a:rPr spc="-45" dirty="0"/>
              <a:t>ré</a:t>
            </a:r>
            <a:r>
              <a:rPr spc="-60" dirty="0"/>
              <a:t>e</a:t>
            </a:r>
            <a:r>
              <a:rPr spc="-95" dirty="0"/>
              <a:t>lle</a:t>
            </a:r>
            <a:r>
              <a:rPr dirty="0"/>
              <a:t>	</a:t>
            </a:r>
            <a:r>
              <a:rPr spc="-10" dirty="0"/>
              <a:t>ou  </a:t>
            </a:r>
            <a:r>
              <a:rPr spc="-60" dirty="0"/>
              <a:t>virtuelle)</a:t>
            </a:r>
            <a:r>
              <a:rPr spc="-35" dirty="0"/>
              <a:t> </a:t>
            </a:r>
            <a:r>
              <a:rPr spc="-20" dirty="0"/>
              <a:t>et</a:t>
            </a:r>
            <a:r>
              <a:rPr spc="-5" dirty="0"/>
              <a:t> </a:t>
            </a:r>
            <a:r>
              <a:rPr spc="-30" dirty="0"/>
              <a:t>votre</a:t>
            </a:r>
            <a:r>
              <a:rPr spc="20" dirty="0"/>
              <a:t> </a:t>
            </a:r>
            <a:r>
              <a:rPr spc="-35" dirty="0"/>
              <a:t>PC</a:t>
            </a:r>
          </a:p>
          <a:p>
            <a:pPr marL="296545" indent="-222885">
              <a:lnSpc>
                <a:spcPct val="100000"/>
              </a:lnSpc>
              <a:spcBef>
                <a:spcPts val="1090"/>
              </a:spcBef>
              <a:buClr>
                <a:srgbClr val="1CACE3"/>
              </a:buClr>
              <a:buSzPct val="95454"/>
              <a:buFont typeface="Wingdings"/>
              <a:buChar char=""/>
              <a:tabLst>
                <a:tab pos="297180" algn="l"/>
              </a:tabLst>
            </a:pPr>
            <a:r>
              <a:rPr spc="-50" dirty="0"/>
              <a:t>Serveur</a:t>
            </a:r>
            <a:r>
              <a:rPr spc="-15" dirty="0"/>
              <a:t> </a:t>
            </a:r>
            <a:r>
              <a:rPr spc="-30" dirty="0"/>
              <a:t>de</a:t>
            </a:r>
            <a:r>
              <a:rPr spc="-20" dirty="0"/>
              <a:t> </a:t>
            </a:r>
            <a:r>
              <a:rPr spc="-30" dirty="0"/>
              <a:t>connexion</a:t>
            </a:r>
            <a:r>
              <a:rPr spc="15" dirty="0"/>
              <a:t> </a:t>
            </a:r>
            <a:r>
              <a:rPr spc="-40" dirty="0"/>
              <a:t>des</a:t>
            </a:r>
            <a:r>
              <a:rPr spc="-10" dirty="0"/>
              <a:t> </a:t>
            </a:r>
            <a:r>
              <a:rPr spc="-35" dirty="0"/>
              <a:t>tablettes</a:t>
            </a:r>
          </a:p>
          <a:p>
            <a:pPr marL="296545" indent="-222885">
              <a:lnSpc>
                <a:spcPct val="100000"/>
              </a:lnSpc>
              <a:spcBef>
                <a:spcPts val="1140"/>
              </a:spcBef>
              <a:buClr>
                <a:srgbClr val="1CACE3"/>
              </a:buClr>
              <a:buSzPct val="95454"/>
              <a:buFont typeface="Wingdings"/>
              <a:buChar char=""/>
              <a:tabLst>
                <a:tab pos="297180" algn="l"/>
              </a:tabLst>
            </a:pPr>
            <a:r>
              <a:rPr spc="-35" dirty="0"/>
              <a:t>Commande</a:t>
            </a:r>
            <a:r>
              <a:rPr spc="35" dirty="0"/>
              <a:t> </a:t>
            </a:r>
            <a:r>
              <a:rPr spc="-30" dirty="0"/>
              <a:t>de</a:t>
            </a:r>
            <a:r>
              <a:rPr spc="-15" dirty="0"/>
              <a:t> </a:t>
            </a:r>
            <a:r>
              <a:rPr spc="-35" dirty="0"/>
              <a:t>communication</a:t>
            </a:r>
          </a:p>
          <a:p>
            <a:pPr marL="74295">
              <a:lnSpc>
                <a:spcPct val="100000"/>
              </a:lnSpc>
              <a:spcBef>
                <a:spcPts val="1140"/>
              </a:spcBef>
            </a:pPr>
            <a:r>
              <a:rPr spc="-45" dirty="0"/>
              <a:t>ADB</a:t>
            </a:r>
            <a:r>
              <a:rPr spc="10" dirty="0"/>
              <a:t> </a:t>
            </a:r>
            <a:r>
              <a:rPr spc="-10" dirty="0"/>
              <a:t>emprunte</a:t>
            </a:r>
            <a:r>
              <a:rPr spc="20" dirty="0"/>
              <a:t> </a:t>
            </a:r>
            <a:r>
              <a:rPr spc="-85" dirty="0"/>
              <a:t>à</a:t>
            </a:r>
            <a:r>
              <a:rPr spc="10" dirty="0"/>
              <a:t> </a:t>
            </a:r>
            <a:r>
              <a:rPr spc="5" dirty="0"/>
              <a:t>FTP</a:t>
            </a:r>
            <a:r>
              <a:rPr spc="15" dirty="0"/>
              <a:t> </a:t>
            </a:r>
            <a:r>
              <a:rPr spc="-20" dirty="0"/>
              <a:t>(transfert</a:t>
            </a:r>
            <a:r>
              <a:rPr spc="-5" dirty="0"/>
              <a:t> </a:t>
            </a:r>
            <a:r>
              <a:rPr spc="-30" dirty="0"/>
              <a:t>de</a:t>
            </a:r>
            <a:r>
              <a:rPr dirty="0"/>
              <a:t> </a:t>
            </a:r>
            <a:r>
              <a:rPr spc="-65" dirty="0"/>
              <a:t>fichiers)</a:t>
            </a:r>
            <a:r>
              <a:rPr dirty="0"/>
              <a:t> </a:t>
            </a:r>
            <a:r>
              <a:rPr spc="-20" dirty="0"/>
              <a:t>et</a:t>
            </a:r>
            <a:r>
              <a:rPr spc="-5" dirty="0"/>
              <a:t> </a:t>
            </a:r>
            <a:r>
              <a:rPr spc="-90" dirty="0"/>
              <a:t>SSH</a:t>
            </a:r>
            <a:r>
              <a:rPr spc="-10" dirty="0"/>
              <a:t> </a:t>
            </a:r>
            <a:r>
              <a:rPr spc="-40" dirty="0"/>
              <a:t>(connexion</a:t>
            </a:r>
            <a:r>
              <a:rPr spc="50" dirty="0"/>
              <a:t> </a:t>
            </a:r>
            <a:r>
              <a:rPr spc="-85" dirty="0"/>
              <a:t>à</a:t>
            </a:r>
            <a:r>
              <a:rPr spc="10" dirty="0"/>
              <a:t> </a:t>
            </a:r>
            <a:r>
              <a:rPr spc="-5" dirty="0"/>
              <a:t>un </a:t>
            </a:r>
            <a:r>
              <a:rPr spc="-70" dirty="0"/>
              <a:t>shell).</a:t>
            </a:r>
          </a:p>
          <a:p>
            <a:pPr marL="61594">
              <a:lnSpc>
                <a:spcPct val="100000"/>
              </a:lnSpc>
            </a:pPr>
            <a:endParaRPr sz="2400"/>
          </a:p>
          <a:p>
            <a:pPr marL="74295">
              <a:lnSpc>
                <a:spcPct val="100000"/>
              </a:lnSpc>
              <a:spcBef>
                <a:spcPts val="2150"/>
              </a:spcBef>
            </a:pPr>
            <a:r>
              <a:rPr spc="-45" dirty="0"/>
              <a:t>ADB</a:t>
            </a:r>
            <a:r>
              <a:rPr spc="5" dirty="0"/>
              <a:t> </a:t>
            </a:r>
            <a:r>
              <a:rPr spc="-30" dirty="0"/>
              <a:t>est</a:t>
            </a:r>
            <a:r>
              <a:rPr spc="-5" dirty="0"/>
              <a:t> </a:t>
            </a:r>
            <a:r>
              <a:rPr spc="-65" dirty="0"/>
              <a:t>utilisé</a:t>
            </a:r>
            <a:r>
              <a:rPr spc="-30" dirty="0"/>
              <a:t> </a:t>
            </a:r>
            <a:r>
              <a:rPr spc="-25" dirty="0"/>
              <a:t>en</a:t>
            </a:r>
            <a:r>
              <a:rPr spc="5" dirty="0"/>
              <a:t> </a:t>
            </a:r>
            <a:r>
              <a:rPr spc="-75" dirty="0"/>
              <a:t>ligne</a:t>
            </a:r>
            <a:r>
              <a:rPr dirty="0"/>
              <a:t> </a:t>
            </a:r>
            <a:r>
              <a:rPr spc="-30" dirty="0"/>
              <a:t>de</a:t>
            </a:r>
            <a:r>
              <a:rPr spc="-20" dirty="0"/>
              <a:t> </a:t>
            </a:r>
            <a:r>
              <a:rPr spc="-30" dirty="0"/>
              <a:t>commande</a:t>
            </a:r>
            <a:r>
              <a:rPr spc="50" dirty="0"/>
              <a:t> </a:t>
            </a:r>
            <a:r>
              <a:rPr spc="-135" dirty="0"/>
              <a:t>:</a:t>
            </a:r>
            <a:r>
              <a:rPr spc="-5" dirty="0"/>
              <a:t> </a:t>
            </a:r>
            <a:r>
              <a:rPr sz="1600" spc="-5" dirty="0">
                <a:latin typeface="Arial Black"/>
                <a:cs typeface="Arial Black"/>
              </a:rPr>
              <a:t>adb commande</a:t>
            </a:r>
            <a:r>
              <a:rPr sz="1600" spc="-20" dirty="0">
                <a:latin typeface="Arial Black"/>
                <a:cs typeface="Arial Black"/>
              </a:rPr>
              <a:t> </a:t>
            </a:r>
            <a:r>
              <a:rPr sz="1600" dirty="0">
                <a:latin typeface="Arial Black"/>
                <a:cs typeface="Arial Black"/>
              </a:rPr>
              <a:t>paramètres...</a:t>
            </a:r>
            <a:endParaRPr sz="1600">
              <a:latin typeface="Arial Black"/>
              <a:cs typeface="Arial Black"/>
            </a:endParaRPr>
          </a:p>
          <a:p>
            <a:pPr marL="165735">
              <a:lnSpc>
                <a:spcPct val="100000"/>
              </a:lnSpc>
              <a:spcBef>
                <a:spcPts val="1140"/>
              </a:spcBef>
            </a:pPr>
            <a:r>
              <a:rPr spc="-10" dirty="0"/>
              <a:t>Gestion</a:t>
            </a:r>
            <a:r>
              <a:rPr spc="-20" dirty="0"/>
              <a:t> </a:t>
            </a:r>
            <a:r>
              <a:rPr spc="-15" dirty="0"/>
              <a:t>du </a:t>
            </a:r>
            <a:r>
              <a:rPr spc="-35" dirty="0"/>
              <a:t>serveur</a:t>
            </a:r>
          </a:p>
          <a:p>
            <a:pPr marL="863600" lvl="1" indent="-222885">
              <a:lnSpc>
                <a:spcPct val="100000"/>
              </a:lnSpc>
              <a:spcBef>
                <a:spcPts val="135"/>
              </a:spcBef>
              <a:buClr>
                <a:srgbClr val="1CACE3"/>
              </a:buClr>
              <a:buSzPct val="95454"/>
              <a:buFont typeface="Wingdings"/>
              <a:buChar char=""/>
              <a:tabLst>
                <a:tab pos="864235" algn="l"/>
              </a:tabLst>
            </a:pPr>
            <a:r>
              <a:rPr sz="2200" spc="-30" dirty="0">
                <a:solidFill>
                  <a:srgbClr val="404040"/>
                </a:solidFill>
                <a:latin typeface="Times New Roman"/>
                <a:cs typeface="Times New Roman"/>
              </a:rPr>
              <a:t>adb</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start-server</a:t>
            </a:r>
            <a:r>
              <a:rPr sz="2200" spc="2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démarre</a:t>
            </a:r>
            <a:r>
              <a:rPr sz="2200" spc="10" dirty="0">
                <a:solidFill>
                  <a:srgbClr val="404040"/>
                </a:solidFill>
                <a:latin typeface="Times New Roman"/>
                <a:cs typeface="Times New Roman"/>
              </a:rPr>
              <a:t> </a:t>
            </a:r>
            <a:r>
              <a:rPr sz="2200" spc="-90" dirty="0">
                <a:solidFill>
                  <a:srgbClr val="404040"/>
                </a:solidFill>
                <a:latin typeface="Times New Roman"/>
                <a:cs typeface="Times New Roman"/>
              </a:rPr>
              <a:t>le</a:t>
            </a:r>
            <a:r>
              <a:rPr sz="2200" spc="-5" dirty="0">
                <a:solidFill>
                  <a:srgbClr val="404040"/>
                </a:solidFill>
                <a:latin typeface="Times New Roman"/>
                <a:cs typeface="Times New Roman"/>
              </a:rPr>
              <a:t> </a:t>
            </a:r>
            <a:r>
              <a:rPr sz="2200" spc="-45" dirty="0">
                <a:solidFill>
                  <a:srgbClr val="404040"/>
                </a:solidFill>
                <a:latin typeface="Times New Roman"/>
                <a:cs typeface="Times New Roman"/>
              </a:rPr>
              <a:t>serveur,</a:t>
            </a:r>
            <a:endParaRPr sz="2200">
              <a:latin typeface="Times New Roman"/>
              <a:cs typeface="Times New Roman"/>
            </a:endParaRPr>
          </a:p>
          <a:p>
            <a:pPr marL="863600" lvl="1" indent="-222885">
              <a:lnSpc>
                <a:spcPct val="100000"/>
              </a:lnSpc>
              <a:spcBef>
                <a:spcPts val="335"/>
              </a:spcBef>
              <a:buClr>
                <a:srgbClr val="1CACE3"/>
              </a:buClr>
              <a:buSzPct val="95454"/>
              <a:buFont typeface="Wingdings"/>
              <a:buChar char=""/>
              <a:tabLst>
                <a:tab pos="864235" algn="l"/>
              </a:tabLst>
            </a:pPr>
            <a:r>
              <a:rPr sz="2200" spc="-30" dirty="0">
                <a:solidFill>
                  <a:srgbClr val="404040"/>
                </a:solidFill>
                <a:latin typeface="Times New Roman"/>
                <a:cs typeface="Times New Roman"/>
              </a:rPr>
              <a:t>ad</a:t>
            </a:r>
            <a:r>
              <a:rPr sz="2200" spc="-25" dirty="0">
                <a:solidFill>
                  <a:srgbClr val="404040"/>
                </a:solidFill>
                <a:latin typeface="Times New Roman"/>
                <a:cs typeface="Times New Roman"/>
              </a:rPr>
              <a:t>b</a:t>
            </a:r>
            <a:r>
              <a:rPr sz="2200" spc="10" dirty="0">
                <a:solidFill>
                  <a:srgbClr val="404040"/>
                </a:solidFill>
                <a:latin typeface="Times New Roman"/>
                <a:cs typeface="Times New Roman"/>
              </a:rPr>
              <a:t> </a:t>
            </a:r>
            <a:r>
              <a:rPr sz="2200" spc="-105" dirty="0">
                <a:solidFill>
                  <a:srgbClr val="404040"/>
                </a:solidFill>
                <a:latin typeface="Times New Roman"/>
                <a:cs typeface="Times New Roman"/>
              </a:rPr>
              <a:t>kil</a:t>
            </a:r>
            <a:r>
              <a:rPr sz="2200" spc="-90" dirty="0">
                <a:solidFill>
                  <a:srgbClr val="404040"/>
                </a:solidFill>
                <a:latin typeface="Times New Roman"/>
                <a:cs typeface="Times New Roman"/>
              </a:rPr>
              <a:t>l</a:t>
            </a:r>
            <a:r>
              <a:rPr sz="2200" spc="-55" dirty="0">
                <a:solidFill>
                  <a:srgbClr val="404040"/>
                </a:solidFill>
                <a:latin typeface="Times New Roman"/>
                <a:cs typeface="Times New Roman"/>
              </a:rPr>
              <a:t>-</a:t>
            </a:r>
            <a:r>
              <a:rPr sz="2200" spc="-45" dirty="0">
                <a:solidFill>
                  <a:srgbClr val="404040"/>
                </a:solidFill>
                <a:latin typeface="Times New Roman"/>
                <a:cs typeface="Times New Roman"/>
              </a:rPr>
              <a:t>se</a:t>
            </a:r>
            <a:r>
              <a:rPr sz="2200" spc="45" dirty="0">
                <a:solidFill>
                  <a:srgbClr val="404040"/>
                </a:solidFill>
                <a:latin typeface="Times New Roman"/>
                <a:cs typeface="Times New Roman"/>
              </a:rPr>
              <a:t>r</a:t>
            </a:r>
            <a:r>
              <a:rPr sz="2200" spc="-110" dirty="0">
                <a:solidFill>
                  <a:srgbClr val="404040"/>
                </a:solidFill>
                <a:latin typeface="Times New Roman"/>
                <a:cs typeface="Times New Roman"/>
              </a:rPr>
              <a:t>v</a:t>
            </a:r>
            <a:r>
              <a:rPr sz="2200" spc="-35" dirty="0">
                <a:solidFill>
                  <a:srgbClr val="404040"/>
                </a:solidFill>
                <a:latin typeface="Times New Roman"/>
                <a:cs typeface="Times New Roman"/>
              </a:rPr>
              <a:t>er</a:t>
            </a:r>
            <a:r>
              <a:rPr sz="2200" spc="10" dirty="0">
                <a:solidFill>
                  <a:srgbClr val="404040"/>
                </a:solidFill>
                <a:latin typeface="Times New Roman"/>
                <a:cs typeface="Times New Roman"/>
              </a:rPr>
              <a:t> </a:t>
            </a:r>
            <a:r>
              <a:rPr sz="2200" spc="-135" dirty="0">
                <a:solidFill>
                  <a:srgbClr val="404040"/>
                </a:solidFill>
                <a:latin typeface="Times New Roman"/>
                <a:cs typeface="Times New Roman"/>
              </a:rPr>
              <a:t>:</a:t>
            </a:r>
            <a:r>
              <a:rPr sz="2200" dirty="0">
                <a:solidFill>
                  <a:srgbClr val="404040"/>
                </a:solidFill>
                <a:latin typeface="Times New Roman"/>
                <a:cs typeface="Times New Roman"/>
              </a:rPr>
              <a:t> </a:t>
            </a:r>
            <a:r>
              <a:rPr sz="2200" spc="-55" dirty="0">
                <a:solidFill>
                  <a:srgbClr val="404040"/>
                </a:solidFill>
                <a:latin typeface="Times New Roman"/>
                <a:cs typeface="Times New Roman"/>
              </a:rPr>
              <a:t>a</a:t>
            </a:r>
            <a:r>
              <a:rPr sz="2200" spc="15" dirty="0">
                <a:solidFill>
                  <a:srgbClr val="404040"/>
                </a:solidFill>
                <a:latin typeface="Times New Roman"/>
                <a:cs typeface="Times New Roman"/>
              </a:rPr>
              <a:t>r</a:t>
            </a:r>
            <a:r>
              <a:rPr sz="2200" spc="-20" dirty="0">
                <a:solidFill>
                  <a:srgbClr val="404040"/>
                </a:solidFill>
                <a:latin typeface="Times New Roman"/>
                <a:cs typeface="Times New Roman"/>
              </a:rPr>
              <a:t>rêt</a:t>
            </a:r>
            <a:r>
              <a:rPr sz="2200" spc="-65" dirty="0">
                <a:solidFill>
                  <a:srgbClr val="404040"/>
                </a:solidFill>
                <a:latin typeface="Times New Roman"/>
                <a:cs typeface="Times New Roman"/>
              </a:rPr>
              <a:t>e</a:t>
            </a:r>
            <a:r>
              <a:rPr sz="2200" spc="20" dirty="0">
                <a:solidFill>
                  <a:srgbClr val="404040"/>
                </a:solidFill>
                <a:latin typeface="Times New Roman"/>
                <a:cs typeface="Times New Roman"/>
              </a:rPr>
              <a:t> </a:t>
            </a:r>
            <a:r>
              <a:rPr sz="2200" spc="-90" dirty="0">
                <a:solidFill>
                  <a:srgbClr val="404040"/>
                </a:solidFill>
                <a:latin typeface="Times New Roman"/>
                <a:cs typeface="Times New Roman"/>
              </a:rPr>
              <a:t>le</a:t>
            </a:r>
            <a:r>
              <a:rPr sz="2200" spc="-15" dirty="0">
                <a:solidFill>
                  <a:srgbClr val="404040"/>
                </a:solidFill>
                <a:latin typeface="Times New Roman"/>
                <a:cs typeface="Times New Roman"/>
              </a:rPr>
              <a:t> </a:t>
            </a:r>
            <a:r>
              <a:rPr sz="2200" spc="-45" dirty="0">
                <a:solidFill>
                  <a:srgbClr val="404040"/>
                </a:solidFill>
                <a:latin typeface="Times New Roman"/>
                <a:cs typeface="Times New Roman"/>
              </a:rPr>
              <a:t>se</a:t>
            </a:r>
            <a:r>
              <a:rPr sz="2200" spc="45" dirty="0">
                <a:solidFill>
                  <a:srgbClr val="404040"/>
                </a:solidFill>
                <a:latin typeface="Times New Roman"/>
                <a:cs typeface="Times New Roman"/>
              </a:rPr>
              <a:t>r</a:t>
            </a:r>
            <a:r>
              <a:rPr sz="2200" spc="-110" dirty="0">
                <a:solidFill>
                  <a:srgbClr val="404040"/>
                </a:solidFill>
                <a:latin typeface="Times New Roman"/>
                <a:cs typeface="Times New Roman"/>
              </a:rPr>
              <a:t>v</a:t>
            </a:r>
            <a:r>
              <a:rPr sz="2200" spc="-35" dirty="0">
                <a:solidFill>
                  <a:srgbClr val="404040"/>
                </a:solidFill>
                <a:latin typeface="Times New Roman"/>
                <a:cs typeface="Times New Roman"/>
              </a:rPr>
              <a:t>eu</a:t>
            </a:r>
            <a:r>
              <a:rPr sz="2200" spc="-85" dirty="0">
                <a:solidFill>
                  <a:srgbClr val="404040"/>
                </a:solidFill>
                <a:latin typeface="Times New Roman"/>
                <a:cs typeface="Times New Roman"/>
              </a:rPr>
              <a:t>r</a:t>
            </a:r>
            <a:r>
              <a:rPr sz="2200" spc="-70" dirty="0">
                <a:solidFill>
                  <a:srgbClr val="404040"/>
                </a:solidFill>
                <a:latin typeface="Times New Roman"/>
                <a:cs typeface="Times New Roman"/>
              </a:rPr>
              <a:t>,</a:t>
            </a:r>
            <a:endParaRPr sz="2200">
              <a:latin typeface="Times New Roman"/>
              <a:cs typeface="Times New Roman"/>
            </a:endParaRPr>
          </a:p>
          <a:p>
            <a:pPr marL="863600" lvl="1" indent="-222885">
              <a:lnSpc>
                <a:spcPct val="100000"/>
              </a:lnSpc>
              <a:spcBef>
                <a:spcPts val="340"/>
              </a:spcBef>
              <a:buClr>
                <a:srgbClr val="1CACE3"/>
              </a:buClr>
              <a:buSzPct val="95454"/>
              <a:buFont typeface="Wingdings"/>
              <a:buChar char=""/>
              <a:tabLst>
                <a:tab pos="864235" algn="l"/>
              </a:tabLst>
            </a:pPr>
            <a:r>
              <a:rPr sz="2200" spc="-30" dirty="0">
                <a:solidFill>
                  <a:srgbClr val="404040"/>
                </a:solidFill>
                <a:latin typeface="Times New Roman"/>
                <a:cs typeface="Times New Roman"/>
              </a:rPr>
              <a:t>adb</a:t>
            </a:r>
            <a:r>
              <a:rPr sz="2200" spc="10" dirty="0">
                <a:solidFill>
                  <a:srgbClr val="404040"/>
                </a:solidFill>
                <a:latin typeface="Times New Roman"/>
                <a:cs typeface="Times New Roman"/>
              </a:rPr>
              <a:t> </a:t>
            </a:r>
            <a:r>
              <a:rPr sz="2200" spc="-65" dirty="0">
                <a:solidFill>
                  <a:srgbClr val="404040"/>
                </a:solidFill>
                <a:latin typeface="Times New Roman"/>
                <a:cs typeface="Times New Roman"/>
              </a:rPr>
              <a:t>devices</a:t>
            </a:r>
            <a:r>
              <a:rPr sz="2200" spc="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dirty="0">
                <a:solidFill>
                  <a:srgbClr val="404040"/>
                </a:solidFill>
                <a:latin typeface="Times New Roman"/>
                <a:cs typeface="Times New Roman"/>
              </a:rPr>
              <a:t> </a:t>
            </a:r>
            <a:r>
              <a:rPr sz="2200" spc="-65" dirty="0">
                <a:solidFill>
                  <a:srgbClr val="404040"/>
                </a:solidFill>
                <a:latin typeface="Times New Roman"/>
                <a:cs typeface="Times New Roman"/>
              </a:rPr>
              <a:t>liste</a:t>
            </a:r>
            <a:r>
              <a:rPr sz="2200" spc="-20"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spc="-5" dirty="0">
                <a:solidFill>
                  <a:srgbClr val="404040"/>
                </a:solidFill>
                <a:latin typeface="Times New Roman"/>
                <a:cs typeface="Times New Roman"/>
              </a:rPr>
              <a:t> </a:t>
            </a:r>
            <a:r>
              <a:rPr sz="2200" spc="-35" dirty="0">
                <a:solidFill>
                  <a:srgbClr val="404040"/>
                </a:solidFill>
                <a:latin typeface="Times New Roman"/>
                <a:cs typeface="Times New Roman"/>
              </a:rPr>
              <a:t>tablettes</a:t>
            </a:r>
            <a:r>
              <a:rPr sz="2200" spc="25" dirty="0">
                <a:solidFill>
                  <a:srgbClr val="404040"/>
                </a:solidFill>
                <a:latin typeface="Times New Roman"/>
                <a:cs typeface="Times New Roman"/>
              </a:rPr>
              <a:t> </a:t>
            </a:r>
            <a:r>
              <a:rPr sz="2200" spc="-45" dirty="0">
                <a:solidFill>
                  <a:srgbClr val="404040"/>
                </a:solidFill>
                <a:latin typeface="Times New Roman"/>
                <a:cs typeface="Times New Roman"/>
              </a:rPr>
              <a:t>connectées.</a:t>
            </a:r>
            <a:endParaRPr sz="2200">
              <a:latin typeface="Times New Roman"/>
              <a:cs typeface="Times New Roman"/>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3998595" cy="574040"/>
          </a:xfrm>
          <a:prstGeom prst="rect">
            <a:avLst/>
          </a:prstGeom>
        </p:spPr>
        <p:txBody>
          <a:bodyPr vert="horz" wrap="square" lIns="0" tIns="12700" rIns="0" bIns="0" rtlCol="0">
            <a:spAutoFit/>
          </a:bodyPr>
          <a:lstStyle/>
          <a:p>
            <a:pPr marL="12700">
              <a:lnSpc>
                <a:spcPct val="100000"/>
              </a:lnSpc>
              <a:spcBef>
                <a:spcPts val="100"/>
              </a:spcBef>
            </a:pPr>
            <a:r>
              <a:rPr spc="-85" dirty="0"/>
              <a:t>Android</a:t>
            </a:r>
            <a:r>
              <a:rPr spc="-135" dirty="0"/>
              <a:t> </a:t>
            </a:r>
            <a:r>
              <a:rPr spc="-65" dirty="0"/>
              <a:t>Debug</a:t>
            </a:r>
            <a:r>
              <a:rPr spc="-130" dirty="0"/>
              <a:t> </a:t>
            </a:r>
            <a:r>
              <a:rPr spc="-145" dirty="0"/>
              <a:t>Bridge</a:t>
            </a:r>
          </a:p>
        </p:txBody>
      </p:sp>
      <p:sp>
        <p:nvSpPr>
          <p:cNvPr id="3" name="object 3"/>
          <p:cNvSpPr txBox="1"/>
          <p:nvPr/>
        </p:nvSpPr>
        <p:spPr>
          <a:xfrm>
            <a:off x="1084580" y="1163192"/>
            <a:ext cx="1118870" cy="360680"/>
          </a:xfrm>
          <a:prstGeom prst="rect">
            <a:avLst/>
          </a:prstGeom>
        </p:spPr>
        <p:txBody>
          <a:bodyPr vert="horz" wrap="square" lIns="0" tIns="12065" rIns="0" bIns="0" rtlCol="0">
            <a:spAutoFit/>
          </a:bodyPr>
          <a:lstStyle/>
          <a:p>
            <a:pPr marL="12700">
              <a:lnSpc>
                <a:spcPct val="100000"/>
              </a:lnSpc>
              <a:spcBef>
                <a:spcPts val="95"/>
              </a:spcBef>
            </a:pPr>
            <a:r>
              <a:rPr sz="2200" spc="-40" dirty="0">
                <a:solidFill>
                  <a:srgbClr val="404040"/>
                </a:solidFill>
                <a:latin typeface="Times New Roman"/>
                <a:cs typeface="Times New Roman"/>
              </a:rPr>
              <a:t>Exemple</a:t>
            </a:r>
            <a:r>
              <a:rPr sz="2200" spc="-60" dirty="0">
                <a:solidFill>
                  <a:srgbClr val="404040"/>
                </a:solidFill>
                <a:latin typeface="Times New Roman"/>
                <a:cs typeface="Times New Roman"/>
              </a:rPr>
              <a:t> </a:t>
            </a:r>
            <a:r>
              <a:rPr sz="2200" spc="-135" dirty="0">
                <a:solidFill>
                  <a:srgbClr val="404040"/>
                </a:solidFill>
                <a:latin typeface="Times New Roman"/>
                <a:cs typeface="Times New Roman"/>
              </a:rPr>
              <a:t>:</a:t>
            </a:r>
            <a:endParaRPr sz="2200">
              <a:latin typeface="Times New Roman"/>
              <a:cs typeface="Times New Roman"/>
            </a:endParaRPr>
          </a:p>
        </p:txBody>
      </p:sp>
      <p:sp>
        <p:nvSpPr>
          <p:cNvPr id="4" name="object 4"/>
          <p:cNvSpPr txBox="1"/>
          <p:nvPr/>
        </p:nvSpPr>
        <p:spPr>
          <a:xfrm>
            <a:off x="1084580" y="2602229"/>
            <a:ext cx="10085705" cy="3159125"/>
          </a:xfrm>
          <a:prstGeom prst="rect">
            <a:avLst/>
          </a:prstGeom>
        </p:spPr>
        <p:txBody>
          <a:bodyPr vert="horz" wrap="square" lIns="0" tIns="49530" rIns="0" bIns="0" rtlCol="0">
            <a:spAutoFit/>
          </a:bodyPr>
          <a:lstStyle/>
          <a:p>
            <a:pPr marL="12700" marR="5080">
              <a:lnSpc>
                <a:spcPts val="2380"/>
              </a:lnSpc>
              <a:spcBef>
                <a:spcPts val="390"/>
              </a:spcBef>
            </a:pPr>
            <a:r>
              <a:rPr sz="2200" spc="-45" dirty="0">
                <a:solidFill>
                  <a:srgbClr val="404040"/>
                </a:solidFill>
                <a:latin typeface="Times New Roman"/>
                <a:cs typeface="Times New Roman"/>
              </a:rPr>
              <a:t>Chaque</a:t>
            </a:r>
            <a:r>
              <a:rPr sz="2200" spc="20" dirty="0">
                <a:solidFill>
                  <a:srgbClr val="404040"/>
                </a:solidFill>
                <a:latin typeface="Times New Roman"/>
                <a:cs typeface="Times New Roman"/>
              </a:rPr>
              <a:t> </a:t>
            </a:r>
            <a:r>
              <a:rPr sz="2200" spc="-30" dirty="0">
                <a:solidFill>
                  <a:srgbClr val="404040"/>
                </a:solidFill>
                <a:latin typeface="Times New Roman"/>
                <a:cs typeface="Times New Roman"/>
              </a:rPr>
              <a:t>tablette</a:t>
            </a:r>
            <a:r>
              <a:rPr sz="2200" spc="30" dirty="0">
                <a:solidFill>
                  <a:srgbClr val="404040"/>
                </a:solidFill>
                <a:latin typeface="Times New Roman"/>
                <a:cs typeface="Times New Roman"/>
              </a:rPr>
              <a:t> </a:t>
            </a:r>
            <a:r>
              <a:rPr sz="2200" spc="-70" dirty="0">
                <a:solidFill>
                  <a:srgbClr val="404040"/>
                </a:solidFill>
                <a:latin typeface="Times New Roman"/>
                <a:cs typeface="Times New Roman"/>
              </a:rPr>
              <a:t>(device)</a:t>
            </a:r>
            <a:r>
              <a:rPr sz="2200" spc="40" dirty="0">
                <a:solidFill>
                  <a:srgbClr val="404040"/>
                </a:solidFill>
                <a:latin typeface="Times New Roman"/>
                <a:cs typeface="Times New Roman"/>
              </a:rPr>
              <a:t> </a:t>
            </a:r>
            <a:r>
              <a:rPr sz="2200" spc="-30" dirty="0">
                <a:solidFill>
                  <a:srgbClr val="404040"/>
                </a:solidFill>
                <a:latin typeface="Times New Roman"/>
                <a:cs typeface="Times New Roman"/>
              </a:rPr>
              <a:t>possède</a:t>
            </a:r>
            <a:r>
              <a:rPr sz="2200" spc="30" dirty="0">
                <a:solidFill>
                  <a:srgbClr val="404040"/>
                </a:solidFill>
                <a:latin typeface="Times New Roman"/>
                <a:cs typeface="Times New Roman"/>
              </a:rPr>
              <a:t> </a:t>
            </a:r>
            <a:r>
              <a:rPr sz="2200" spc="-5" dirty="0">
                <a:solidFill>
                  <a:srgbClr val="404040"/>
                </a:solidFill>
                <a:latin typeface="Times New Roman"/>
                <a:cs typeface="Times New Roman"/>
              </a:rPr>
              <a:t>un</a:t>
            </a:r>
            <a:r>
              <a:rPr sz="2200" spc="30" dirty="0">
                <a:solidFill>
                  <a:srgbClr val="404040"/>
                </a:solidFill>
                <a:latin typeface="Times New Roman"/>
                <a:cs typeface="Times New Roman"/>
              </a:rPr>
              <a:t> </a:t>
            </a:r>
            <a:r>
              <a:rPr sz="2200" spc="-45" dirty="0">
                <a:solidFill>
                  <a:srgbClr val="404040"/>
                </a:solidFill>
                <a:latin typeface="Times New Roman"/>
                <a:cs typeface="Times New Roman"/>
              </a:rPr>
              <a:t>identifiant,</a:t>
            </a:r>
            <a:r>
              <a:rPr sz="2200" spc="35" dirty="0">
                <a:solidFill>
                  <a:srgbClr val="404040"/>
                </a:solidFill>
                <a:latin typeface="Times New Roman"/>
                <a:cs typeface="Times New Roman"/>
              </a:rPr>
              <a:t> </a:t>
            </a:r>
            <a:r>
              <a:rPr sz="2200" spc="-95" dirty="0">
                <a:solidFill>
                  <a:srgbClr val="404040"/>
                </a:solidFill>
                <a:latin typeface="Times New Roman"/>
                <a:cs typeface="Times New Roman"/>
              </a:rPr>
              <a:t>ex:</a:t>
            </a:r>
            <a:r>
              <a:rPr sz="2200" spc="30" dirty="0">
                <a:solidFill>
                  <a:srgbClr val="404040"/>
                </a:solidFill>
                <a:latin typeface="Times New Roman"/>
                <a:cs typeface="Times New Roman"/>
              </a:rPr>
              <a:t> </a:t>
            </a:r>
            <a:r>
              <a:rPr sz="2200" spc="-45" dirty="0">
                <a:solidFill>
                  <a:srgbClr val="404040"/>
                </a:solidFill>
                <a:latin typeface="Times New Roman"/>
                <a:cs typeface="Times New Roman"/>
              </a:rPr>
              <a:t>c1608df1b170d4f</a:t>
            </a:r>
            <a:r>
              <a:rPr sz="2200" spc="325" dirty="0">
                <a:solidFill>
                  <a:srgbClr val="404040"/>
                </a:solidFill>
                <a:latin typeface="Times New Roman"/>
                <a:cs typeface="Times New Roman"/>
              </a:rPr>
              <a:t> </a:t>
            </a:r>
            <a:r>
              <a:rPr sz="2200" spc="-5" dirty="0">
                <a:solidFill>
                  <a:srgbClr val="404040"/>
                </a:solidFill>
                <a:latin typeface="Times New Roman"/>
                <a:cs typeface="Times New Roman"/>
              </a:rPr>
              <a:t>ou</a:t>
            </a:r>
            <a:r>
              <a:rPr sz="2200" spc="35" dirty="0">
                <a:solidFill>
                  <a:srgbClr val="404040"/>
                </a:solidFill>
                <a:latin typeface="Times New Roman"/>
                <a:cs typeface="Times New Roman"/>
              </a:rPr>
              <a:t> </a:t>
            </a:r>
            <a:r>
              <a:rPr sz="2200" spc="-50" dirty="0">
                <a:solidFill>
                  <a:srgbClr val="404040"/>
                </a:solidFill>
                <a:latin typeface="Times New Roman"/>
                <a:cs typeface="Times New Roman"/>
              </a:rPr>
              <a:t>emulator-5554</a:t>
            </a:r>
            <a:r>
              <a:rPr sz="2200" spc="40" dirty="0">
                <a:solidFill>
                  <a:srgbClr val="404040"/>
                </a:solidFill>
                <a:latin typeface="Times New Roman"/>
                <a:cs typeface="Times New Roman"/>
              </a:rPr>
              <a:t> </a:t>
            </a:r>
            <a:r>
              <a:rPr sz="2200" spc="-105" dirty="0">
                <a:solidFill>
                  <a:srgbClr val="404040"/>
                </a:solidFill>
                <a:latin typeface="Times New Roman"/>
                <a:cs typeface="Times New Roman"/>
              </a:rPr>
              <a:t>qu’il </a:t>
            </a:r>
            <a:r>
              <a:rPr sz="2200" spc="-535" dirty="0">
                <a:solidFill>
                  <a:srgbClr val="404040"/>
                </a:solidFill>
                <a:latin typeface="Times New Roman"/>
                <a:cs typeface="Times New Roman"/>
              </a:rPr>
              <a:t> </a:t>
            </a:r>
            <a:r>
              <a:rPr sz="2200" spc="-30" dirty="0">
                <a:solidFill>
                  <a:srgbClr val="404040"/>
                </a:solidFill>
                <a:latin typeface="Times New Roman"/>
                <a:cs typeface="Times New Roman"/>
              </a:rPr>
              <a:t>faut</a:t>
            </a:r>
            <a:r>
              <a:rPr sz="2200" spc="5" dirty="0">
                <a:solidFill>
                  <a:srgbClr val="404040"/>
                </a:solidFill>
                <a:latin typeface="Times New Roman"/>
                <a:cs typeface="Times New Roman"/>
              </a:rPr>
              <a:t> </a:t>
            </a:r>
            <a:r>
              <a:rPr sz="2200" spc="-15" dirty="0">
                <a:solidFill>
                  <a:srgbClr val="404040"/>
                </a:solidFill>
                <a:latin typeface="Times New Roman"/>
                <a:cs typeface="Times New Roman"/>
              </a:rPr>
              <a:t>fournir</a:t>
            </a:r>
            <a:r>
              <a:rPr sz="2200" spc="5" dirty="0">
                <a:solidFill>
                  <a:srgbClr val="404040"/>
                </a:solidFill>
                <a:latin typeface="Times New Roman"/>
                <a:cs typeface="Times New Roman"/>
              </a:rPr>
              <a:t> </a:t>
            </a:r>
            <a:r>
              <a:rPr sz="2200" spc="-75" dirty="0">
                <a:solidFill>
                  <a:srgbClr val="404040"/>
                </a:solidFill>
                <a:latin typeface="Times New Roman"/>
                <a:cs typeface="Times New Roman"/>
              </a:rPr>
              <a:t>aux</a:t>
            </a:r>
            <a:r>
              <a:rPr sz="2200" spc="15" dirty="0">
                <a:solidFill>
                  <a:srgbClr val="404040"/>
                </a:solidFill>
                <a:latin typeface="Times New Roman"/>
                <a:cs typeface="Times New Roman"/>
              </a:rPr>
              <a:t> </a:t>
            </a:r>
            <a:r>
              <a:rPr sz="2200" spc="-35" dirty="0">
                <a:solidFill>
                  <a:srgbClr val="404040"/>
                </a:solidFill>
                <a:latin typeface="Times New Roman"/>
                <a:cs typeface="Times New Roman"/>
              </a:rPr>
              <a:t>commandes</a:t>
            </a:r>
            <a:r>
              <a:rPr sz="2200" spc="40" dirty="0">
                <a:solidFill>
                  <a:srgbClr val="404040"/>
                </a:solidFill>
                <a:latin typeface="Times New Roman"/>
                <a:cs typeface="Times New Roman"/>
              </a:rPr>
              <a:t> </a:t>
            </a:r>
            <a:r>
              <a:rPr sz="2200" spc="-30" dirty="0">
                <a:solidFill>
                  <a:srgbClr val="404040"/>
                </a:solidFill>
                <a:latin typeface="Times New Roman"/>
                <a:cs typeface="Times New Roman"/>
              </a:rPr>
              <a:t>adb</a:t>
            </a:r>
            <a:r>
              <a:rPr sz="2200" spc="20" dirty="0">
                <a:solidFill>
                  <a:srgbClr val="404040"/>
                </a:solidFill>
                <a:latin typeface="Times New Roman"/>
                <a:cs typeface="Times New Roman"/>
              </a:rPr>
              <a:t> </a:t>
            </a:r>
            <a:r>
              <a:rPr sz="2200" spc="-85" dirty="0">
                <a:solidFill>
                  <a:srgbClr val="404040"/>
                </a:solidFill>
                <a:latin typeface="Times New Roman"/>
                <a:cs typeface="Times New Roman"/>
              </a:rPr>
              <a:t>à</a:t>
            </a:r>
            <a:r>
              <a:rPr sz="2200" spc="-5" dirty="0">
                <a:solidFill>
                  <a:srgbClr val="404040"/>
                </a:solidFill>
                <a:latin typeface="Times New Roman"/>
                <a:cs typeface="Times New Roman"/>
              </a:rPr>
              <a:t> </a:t>
            </a:r>
            <a:r>
              <a:rPr sz="2200" spc="-105" dirty="0">
                <a:solidFill>
                  <a:srgbClr val="404040"/>
                </a:solidFill>
                <a:latin typeface="Times New Roman"/>
                <a:cs typeface="Times New Roman"/>
              </a:rPr>
              <a:t>l’aide</a:t>
            </a:r>
            <a:r>
              <a:rPr sz="2200" spc="20" dirty="0">
                <a:solidFill>
                  <a:srgbClr val="404040"/>
                </a:solidFill>
                <a:latin typeface="Times New Roman"/>
                <a:cs typeface="Times New Roman"/>
              </a:rPr>
              <a:t> </a:t>
            </a:r>
            <a:r>
              <a:rPr sz="2200" spc="-30" dirty="0">
                <a:solidFill>
                  <a:srgbClr val="404040"/>
                </a:solidFill>
                <a:latin typeface="Times New Roman"/>
                <a:cs typeface="Times New Roman"/>
              </a:rPr>
              <a:t>de</a:t>
            </a:r>
            <a:r>
              <a:rPr sz="2200" spc="-15" dirty="0">
                <a:solidFill>
                  <a:srgbClr val="404040"/>
                </a:solidFill>
                <a:latin typeface="Times New Roman"/>
                <a:cs typeface="Times New Roman"/>
              </a:rPr>
              <a:t> </a:t>
            </a:r>
            <a:r>
              <a:rPr sz="2200" spc="-50" dirty="0">
                <a:solidFill>
                  <a:srgbClr val="404040"/>
                </a:solidFill>
                <a:latin typeface="Times New Roman"/>
                <a:cs typeface="Times New Roman"/>
              </a:rPr>
              <a:t>l’option</a:t>
            </a:r>
            <a:r>
              <a:rPr sz="2200" spc="30" dirty="0">
                <a:solidFill>
                  <a:srgbClr val="404040"/>
                </a:solidFill>
                <a:latin typeface="Times New Roman"/>
                <a:cs typeface="Times New Roman"/>
              </a:rPr>
              <a:t> </a:t>
            </a:r>
            <a:r>
              <a:rPr sz="2200" spc="-90" dirty="0">
                <a:solidFill>
                  <a:srgbClr val="404040"/>
                </a:solidFill>
                <a:latin typeface="Times New Roman"/>
                <a:cs typeface="Times New Roman"/>
              </a:rPr>
              <a:t>-s.</a:t>
            </a:r>
            <a:endParaRPr sz="2200">
              <a:latin typeface="Times New Roman"/>
              <a:cs typeface="Times New Roman"/>
            </a:endParaRPr>
          </a:p>
          <a:p>
            <a:pPr marL="12700" marR="3947795">
              <a:lnSpc>
                <a:spcPts val="3779"/>
              </a:lnSpc>
              <a:spcBef>
                <a:spcPts val="265"/>
              </a:spcBef>
            </a:pPr>
            <a:r>
              <a:rPr sz="2200" spc="-50" dirty="0">
                <a:solidFill>
                  <a:srgbClr val="404040"/>
                </a:solidFill>
                <a:latin typeface="Times New Roman"/>
                <a:cs typeface="Times New Roman"/>
              </a:rPr>
              <a:t>Par</a:t>
            </a:r>
            <a:r>
              <a:rPr sz="2200" spc="20" dirty="0">
                <a:solidFill>
                  <a:srgbClr val="404040"/>
                </a:solidFill>
                <a:latin typeface="Times New Roman"/>
                <a:cs typeface="Times New Roman"/>
              </a:rPr>
              <a:t> </a:t>
            </a:r>
            <a:r>
              <a:rPr sz="2200" spc="-35" dirty="0">
                <a:solidFill>
                  <a:srgbClr val="404040"/>
                </a:solidFill>
                <a:latin typeface="Times New Roman"/>
                <a:cs typeface="Times New Roman"/>
              </a:rPr>
              <a:t>défaut,</a:t>
            </a:r>
            <a:r>
              <a:rPr sz="2200" spc="15" dirty="0">
                <a:solidFill>
                  <a:srgbClr val="404040"/>
                </a:solidFill>
                <a:latin typeface="Times New Roman"/>
                <a:cs typeface="Times New Roman"/>
              </a:rPr>
              <a:t> </a:t>
            </a:r>
            <a:r>
              <a:rPr sz="2200" spc="-85" dirty="0">
                <a:solidFill>
                  <a:srgbClr val="404040"/>
                </a:solidFill>
                <a:latin typeface="Times New Roman"/>
                <a:cs typeface="Times New Roman"/>
              </a:rPr>
              <a:t>c’est</a:t>
            </a:r>
            <a:r>
              <a:rPr sz="2200" spc="5"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spc="10" dirty="0">
                <a:solidFill>
                  <a:srgbClr val="404040"/>
                </a:solidFill>
                <a:latin typeface="Times New Roman"/>
                <a:cs typeface="Times New Roman"/>
              </a:rPr>
              <a:t> </a:t>
            </a:r>
            <a:r>
              <a:rPr sz="2200" spc="-65" dirty="0">
                <a:solidFill>
                  <a:srgbClr val="404040"/>
                </a:solidFill>
                <a:latin typeface="Times New Roman"/>
                <a:cs typeface="Times New Roman"/>
              </a:rPr>
              <a:t>seule</a:t>
            </a:r>
            <a:r>
              <a:rPr sz="2200" spc="-5" dirty="0">
                <a:solidFill>
                  <a:srgbClr val="404040"/>
                </a:solidFill>
                <a:latin typeface="Times New Roman"/>
                <a:cs typeface="Times New Roman"/>
              </a:rPr>
              <a:t> </a:t>
            </a:r>
            <a:r>
              <a:rPr sz="2200" spc="-35" dirty="0">
                <a:solidFill>
                  <a:srgbClr val="404040"/>
                </a:solidFill>
                <a:latin typeface="Times New Roman"/>
                <a:cs typeface="Times New Roman"/>
              </a:rPr>
              <a:t>tablette</a:t>
            </a:r>
            <a:r>
              <a:rPr sz="2200" spc="10" dirty="0">
                <a:solidFill>
                  <a:srgbClr val="404040"/>
                </a:solidFill>
                <a:latin typeface="Times New Roman"/>
                <a:cs typeface="Times New Roman"/>
              </a:rPr>
              <a:t> </a:t>
            </a:r>
            <a:r>
              <a:rPr sz="2200" spc="-75" dirty="0">
                <a:solidFill>
                  <a:srgbClr val="404040"/>
                </a:solidFill>
                <a:latin typeface="Times New Roman"/>
                <a:cs typeface="Times New Roman"/>
              </a:rPr>
              <a:t>active</a:t>
            </a:r>
            <a:r>
              <a:rPr sz="2200" spc="15" dirty="0">
                <a:solidFill>
                  <a:srgbClr val="404040"/>
                </a:solidFill>
                <a:latin typeface="Times New Roman"/>
                <a:cs typeface="Times New Roman"/>
              </a:rPr>
              <a:t> </a:t>
            </a:r>
            <a:r>
              <a:rPr sz="2200" spc="-55" dirty="0">
                <a:solidFill>
                  <a:srgbClr val="404040"/>
                </a:solidFill>
                <a:latin typeface="Times New Roman"/>
                <a:cs typeface="Times New Roman"/>
              </a:rPr>
              <a:t>qui</a:t>
            </a:r>
            <a:r>
              <a:rPr sz="2200" spc="-20" dirty="0">
                <a:solidFill>
                  <a:srgbClr val="404040"/>
                </a:solidFill>
                <a:latin typeface="Times New Roman"/>
                <a:cs typeface="Times New Roman"/>
              </a:rPr>
              <a:t> </a:t>
            </a:r>
            <a:r>
              <a:rPr sz="2200" spc="-30" dirty="0">
                <a:solidFill>
                  <a:srgbClr val="404040"/>
                </a:solidFill>
                <a:latin typeface="Times New Roman"/>
                <a:cs typeface="Times New Roman"/>
              </a:rPr>
              <a:t>est</a:t>
            </a:r>
            <a:r>
              <a:rPr sz="2200" dirty="0">
                <a:solidFill>
                  <a:srgbClr val="404040"/>
                </a:solidFill>
                <a:latin typeface="Times New Roman"/>
                <a:cs typeface="Times New Roman"/>
              </a:rPr>
              <a:t> </a:t>
            </a:r>
            <a:r>
              <a:rPr sz="2200" spc="-40" dirty="0">
                <a:solidFill>
                  <a:srgbClr val="404040"/>
                </a:solidFill>
                <a:latin typeface="Times New Roman"/>
                <a:cs typeface="Times New Roman"/>
              </a:rPr>
              <a:t>concernée. </a:t>
            </a:r>
            <a:r>
              <a:rPr sz="2200" spc="-535" dirty="0">
                <a:solidFill>
                  <a:srgbClr val="404040"/>
                </a:solidFill>
                <a:latin typeface="Times New Roman"/>
                <a:cs typeface="Times New Roman"/>
              </a:rPr>
              <a:t> </a:t>
            </a:r>
            <a:r>
              <a:rPr sz="2200" spc="-35" dirty="0">
                <a:solidFill>
                  <a:srgbClr val="404040"/>
                </a:solidFill>
                <a:latin typeface="Times New Roman"/>
                <a:cs typeface="Times New Roman"/>
              </a:rPr>
              <a:t>Connexion</a:t>
            </a:r>
            <a:r>
              <a:rPr sz="2200" spc="25" dirty="0">
                <a:solidFill>
                  <a:srgbClr val="404040"/>
                </a:solidFill>
                <a:latin typeface="Times New Roman"/>
                <a:cs typeface="Times New Roman"/>
              </a:rPr>
              <a:t> </a:t>
            </a:r>
            <a:r>
              <a:rPr sz="2200" spc="-85" dirty="0">
                <a:solidFill>
                  <a:srgbClr val="404040"/>
                </a:solidFill>
                <a:latin typeface="Times New Roman"/>
                <a:cs typeface="Times New Roman"/>
              </a:rPr>
              <a:t>à</a:t>
            </a:r>
            <a:r>
              <a:rPr sz="2200" spc="5" dirty="0">
                <a:solidFill>
                  <a:srgbClr val="404040"/>
                </a:solidFill>
                <a:latin typeface="Times New Roman"/>
                <a:cs typeface="Times New Roman"/>
              </a:rPr>
              <a:t> </a:t>
            </a:r>
            <a:r>
              <a:rPr sz="2200" spc="-5" dirty="0">
                <a:solidFill>
                  <a:srgbClr val="404040"/>
                </a:solidFill>
                <a:latin typeface="Times New Roman"/>
                <a:cs typeface="Times New Roman"/>
              </a:rPr>
              <a:t>un </a:t>
            </a:r>
            <a:r>
              <a:rPr sz="2200" spc="-65" dirty="0">
                <a:solidFill>
                  <a:srgbClr val="404040"/>
                </a:solidFill>
                <a:latin typeface="Times New Roman"/>
                <a:cs typeface="Times New Roman"/>
              </a:rPr>
              <a:t>shell</a:t>
            </a:r>
            <a:endParaRPr sz="2200">
              <a:latin typeface="Times New Roman"/>
              <a:cs typeface="Times New Roman"/>
            </a:endParaRPr>
          </a:p>
          <a:p>
            <a:pPr marL="802005" indent="-222885">
              <a:lnSpc>
                <a:spcPts val="2460"/>
              </a:lnSpc>
              <a:buClr>
                <a:srgbClr val="1CACE3"/>
              </a:buClr>
              <a:buSzPct val="95454"/>
              <a:buFont typeface="Wingdings"/>
              <a:buChar char=""/>
              <a:tabLst>
                <a:tab pos="802640" algn="l"/>
              </a:tabLst>
            </a:pPr>
            <a:r>
              <a:rPr sz="2200" spc="-30" dirty="0">
                <a:solidFill>
                  <a:srgbClr val="404040"/>
                </a:solidFill>
                <a:latin typeface="Times New Roman"/>
                <a:cs typeface="Times New Roman"/>
              </a:rPr>
              <a:t>adb</a:t>
            </a:r>
            <a:r>
              <a:rPr sz="2200" spc="15" dirty="0">
                <a:solidFill>
                  <a:srgbClr val="404040"/>
                </a:solidFill>
                <a:latin typeface="Times New Roman"/>
                <a:cs typeface="Times New Roman"/>
              </a:rPr>
              <a:t> </a:t>
            </a:r>
            <a:r>
              <a:rPr sz="2200" spc="-55" dirty="0">
                <a:solidFill>
                  <a:srgbClr val="404040"/>
                </a:solidFill>
                <a:latin typeface="Times New Roman"/>
                <a:cs typeface="Times New Roman"/>
              </a:rPr>
              <a:t>-s</a:t>
            </a:r>
            <a:r>
              <a:rPr sz="2200" spc="5" dirty="0">
                <a:solidFill>
                  <a:srgbClr val="404040"/>
                </a:solidFill>
                <a:latin typeface="Times New Roman"/>
                <a:cs typeface="Times New Roman"/>
              </a:rPr>
              <a:t> </a:t>
            </a:r>
            <a:r>
              <a:rPr sz="2200" spc="-40" dirty="0">
                <a:solidFill>
                  <a:srgbClr val="404040"/>
                </a:solidFill>
                <a:latin typeface="Times New Roman"/>
                <a:cs typeface="Times New Roman"/>
              </a:rPr>
              <a:t>identifiant</a:t>
            </a:r>
            <a:r>
              <a:rPr sz="2200" spc="20" dirty="0">
                <a:solidFill>
                  <a:srgbClr val="404040"/>
                </a:solidFill>
                <a:latin typeface="Times New Roman"/>
                <a:cs typeface="Times New Roman"/>
              </a:rPr>
              <a:t> </a:t>
            </a:r>
            <a:r>
              <a:rPr sz="2200" spc="-65" dirty="0">
                <a:solidFill>
                  <a:srgbClr val="404040"/>
                </a:solidFill>
                <a:latin typeface="Times New Roman"/>
                <a:cs typeface="Times New Roman"/>
              </a:rPr>
              <a:t>shell</a:t>
            </a:r>
            <a:r>
              <a:rPr sz="2200" spc="-10" dirty="0">
                <a:solidFill>
                  <a:srgbClr val="404040"/>
                </a:solidFill>
                <a:latin typeface="Times New Roman"/>
                <a:cs typeface="Times New Roman"/>
              </a:rPr>
              <a:t> </a:t>
            </a:r>
            <a:r>
              <a:rPr sz="2200" spc="-40" dirty="0">
                <a:solidFill>
                  <a:srgbClr val="404040"/>
                </a:solidFill>
                <a:latin typeface="Times New Roman"/>
                <a:cs typeface="Times New Roman"/>
              </a:rPr>
              <a:t>commande_unix.</a:t>
            </a:r>
            <a:r>
              <a:rPr sz="2200" spc="5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5" dirty="0">
                <a:solidFill>
                  <a:srgbClr val="404040"/>
                </a:solidFill>
                <a:latin typeface="Times New Roman"/>
                <a:cs typeface="Times New Roman"/>
              </a:rPr>
              <a:t> </a:t>
            </a:r>
            <a:r>
              <a:rPr sz="2200" spc="-50" dirty="0">
                <a:solidFill>
                  <a:srgbClr val="404040"/>
                </a:solidFill>
                <a:latin typeface="Times New Roman"/>
                <a:cs typeface="Times New Roman"/>
              </a:rPr>
              <a:t>exécute</a:t>
            </a:r>
            <a:r>
              <a:rPr sz="2200" spc="5"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spc="5" dirty="0">
                <a:solidFill>
                  <a:srgbClr val="404040"/>
                </a:solidFill>
                <a:latin typeface="Times New Roman"/>
                <a:cs typeface="Times New Roman"/>
              </a:rPr>
              <a:t> </a:t>
            </a:r>
            <a:r>
              <a:rPr sz="2200" spc="-25" dirty="0">
                <a:solidFill>
                  <a:srgbClr val="404040"/>
                </a:solidFill>
                <a:latin typeface="Times New Roman"/>
                <a:cs typeface="Times New Roman"/>
              </a:rPr>
              <a:t>commande</a:t>
            </a:r>
            <a:r>
              <a:rPr sz="2200" spc="50" dirty="0">
                <a:solidFill>
                  <a:srgbClr val="404040"/>
                </a:solidFill>
                <a:latin typeface="Times New Roman"/>
                <a:cs typeface="Times New Roman"/>
              </a:rPr>
              <a:t> </a:t>
            </a:r>
            <a:r>
              <a:rPr sz="2200" spc="-25" dirty="0">
                <a:solidFill>
                  <a:srgbClr val="404040"/>
                </a:solidFill>
                <a:latin typeface="Times New Roman"/>
                <a:cs typeface="Times New Roman"/>
              </a:rPr>
              <a:t>sur</a:t>
            </a:r>
            <a:r>
              <a:rPr sz="2200"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tablette</a:t>
            </a:r>
            <a:endParaRPr sz="2200">
              <a:latin typeface="Times New Roman"/>
              <a:cs typeface="Times New Roman"/>
            </a:endParaRPr>
          </a:p>
          <a:p>
            <a:pPr marL="802005" indent="-222885">
              <a:lnSpc>
                <a:spcPct val="100000"/>
              </a:lnSpc>
              <a:spcBef>
                <a:spcPts val="335"/>
              </a:spcBef>
              <a:buClr>
                <a:srgbClr val="1CACE3"/>
              </a:buClr>
              <a:buSzPct val="95454"/>
              <a:buFont typeface="Wingdings"/>
              <a:buChar char=""/>
              <a:tabLst>
                <a:tab pos="802640" algn="l"/>
              </a:tabLst>
            </a:pPr>
            <a:r>
              <a:rPr sz="2200" spc="-30" dirty="0">
                <a:solidFill>
                  <a:srgbClr val="404040"/>
                </a:solidFill>
                <a:latin typeface="Times New Roman"/>
                <a:cs typeface="Times New Roman"/>
              </a:rPr>
              <a:t>adb</a:t>
            </a:r>
            <a:r>
              <a:rPr sz="2200" spc="15" dirty="0">
                <a:solidFill>
                  <a:srgbClr val="404040"/>
                </a:solidFill>
                <a:latin typeface="Times New Roman"/>
                <a:cs typeface="Times New Roman"/>
              </a:rPr>
              <a:t> </a:t>
            </a:r>
            <a:r>
              <a:rPr sz="2200" spc="-55" dirty="0">
                <a:solidFill>
                  <a:srgbClr val="404040"/>
                </a:solidFill>
                <a:latin typeface="Times New Roman"/>
                <a:cs typeface="Times New Roman"/>
              </a:rPr>
              <a:t>-s</a:t>
            </a:r>
            <a:r>
              <a:rPr sz="2200" spc="5" dirty="0">
                <a:solidFill>
                  <a:srgbClr val="404040"/>
                </a:solidFill>
                <a:latin typeface="Times New Roman"/>
                <a:cs typeface="Times New Roman"/>
              </a:rPr>
              <a:t> </a:t>
            </a:r>
            <a:r>
              <a:rPr sz="2200" spc="-40" dirty="0">
                <a:solidFill>
                  <a:srgbClr val="404040"/>
                </a:solidFill>
                <a:latin typeface="Times New Roman"/>
                <a:cs typeface="Times New Roman"/>
              </a:rPr>
              <a:t>identifiant</a:t>
            </a:r>
            <a:r>
              <a:rPr sz="2200" spc="20" dirty="0">
                <a:solidFill>
                  <a:srgbClr val="404040"/>
                </a:solidFill>
                <a:latin typeface="Times New Roman"/>
                <a:cs typeface="Times New Roman"/>
              </a:rPr>
              <a:t> </a:t>
            </a:r>
            <a:r>
              <a:rPr sz="2200" spc="-65" dirty="0">
                <a:solidFill>
                  <a:srgbClr val="404040"/>
                </a:solidFill>
                <a:latin typeface="Times New Roman"/>
                <a:cs typeface="Times New Roman"/>
              </a:rPr>
              <a:t>shell</a:t>
            </a:r>
            <a:r>
              <a:rPr sz="2200" spc="-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5" dirty="0">
                <a:solidFill>
                  <a:srgbClr val="404040"/>
                </a:solidFill>
                <a:latin typeface="Times New Roman"/>
                <a:cs typeface="Times New Roman"/>
              </a:rPr>
              <a:t> </a:t>
            </a:r>
            <a:r>
              <a:rPr sz="2200" spc="-35" dirty="0">
                <a:solidFill>
                  <a:srgbClr val="404040"/>
                </a:solidFill>
                <a:latin typeface="Times New Roman"/>
                <a:cs typeface="Times New Roman"/>
              </a:rPr>
              <a:t>ouvre</a:t>
            </a:r>
            <a:r>
              <a:rPr sz="2200" spc="10" dirty="0">
                <a:solidFill>
                  <a:srgbClr val="404040"/>
                </a:solidFill>
                <a:latin typeface="Times New Roman"/>
                <a:cs typeface="Times New Roman"/>
              </a:rPr>
              <a:t> </a:t>
            </a:r>
            <a:r>
              <a:rPr sz="2200" spc="-25" dirty="0">
                <a:solidFill>
                  <a:srgbClr val="404040"/>
                </a:solidFill>
                <a:latin typeface="Times New Roman"/>
                <a:cs typeface="Times New Roman"/>
              </a:rPr>
              <a:t>une</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connexion</a:t>
            </a:r>
            <a:r>
              <a:rPr sz="2200" spc="40" dirty="0">
                <a:solidFill>
                  <a:srgbClr val="404040"/>
                </a:solidFill>
                <a:latin typeface="Times New Roman"/>
                <a:cs typeface="Times New Roman"/>
              </a:rPr>
              <a:t> </a:t>
            </a:r>
            <a:r>
              <a:rPr sz="2200" spc="-35" dirty="0">
                <a:solidFill>
                  <a:srgbClr val="404040"/>
                </a:solidFill>
                <a:latin typeface="Times New Roman"/>
                <a:cs typeface="Times New Roman"/>
              </a:rPr>
              <a:t>de</a:t>
            </a:r>
            <a:r>
              <a:rPr sz="2200" spc="-5" dirty="0">
                <a:solidFill>
                  <a:srgbClr val="404040"/>
                </a:solidFill>
                <a:latin typeface="Times New Roman"/>
                <a:cs typeface="Times New Roman"/>
              </a:rPr>
              <a:t> </a:t>
            </a:r>
            <a:r>
              <a:rPr sz="2200" spc="-55" dirty="0">
                <a:solidFill>
                  <a:srgbClr val="404040"/>
                </a:solidFill>
                <a:latin typeface="Times New Roman"/>
                <a:cs typeface="Times New Roman"/>
              </a:rPr>
              <a:t>type</a:t>
            </a:r>
            <a:r>
              <a:rPr sz="2200" spc="25" dirty="0">
                <a:solidFill>
                  <a:srgbClr val="404040"/>
                </a:solidFill>
                <a:latin typeface="Times New Roman"/>
                <a:cs typeface="Times New Roman"/>
              </a:rPr>
              <a:t> </a:t>
            </a:r>
            <a:r>
              <a:rPr sz="2200" spc="-65" dirty="0">
                <a:solidFill>
                  <a:srgbClr val="404040"/>
                </a:solidFill>
                <a:latin typeface="Times New Roman"/>
                <a:cs typeface="Times New Roman"/>
              </a:rPr>
              <a:t>shell</a:t>
            </a:r>
            <a:r>
              <a:rPr sz="2200" dirty="0">
                <a:solidFill>
                  <a:srgbClr val="404040"/>
                </a:solidFill>
                <a:latin typeface="Times New Roman"/>
                <a:cs typeface="Times New Roman"/>
              </a:rPr>
              <a:t> </a:t>
            </a:r>
            <a:r>
              <a:rPr sz="2200" spc="-30" dirty="0">
                <a:solidFill>
                  <a:srgbClr val="404040"/>
                </a:solidFill>
                <a:latin typeface="Times New Roman"/>
                <a:cs typeface="Times New Roman"/>
              </a:rPr>
              <a:t>sur</a:t>
            </a:r>
            <a:r>
              <a:rPr sz="2200"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spc="20" dirty="0">
                <a:solidFill>
                  <a:srgbClr val="404040"/>
                </a:solidFill>
                <a:latin typeface="Times New Roman"/>
                <a:cs typeface="Times New Roman"/>
              </a:rPr>
              <a:t> </a:t>
            </a:r>
            <a:r>
              <a:rPr sz="2200" spc="-45" dirty="0">
                <a:solidFill>
                  <a:srgbClr val="404040"/>
                </a:solidFill>
                <a:latin typeface="Times New Roman"/>
                <a:cs typeface="Times New Roman"/>
              </a:rPr>
              <a:t>tablette.</a:t>
            </a:r>
            <a:endParaRPr sz="2200">
              <a:latin typeface="Times New Roman"/>
              <a:cs typeface="Times New Roman"/>
            </a:endParaRPr>
          </a:p>
          <a:p>
            <a:pPr marL="12700" marR="5080">
              <a:lnSpc>
                <a:spcPts val="2380"/>
              </a:lnSpc>
              <a:spcBef>
                <a:spcPts val="1645"/>
              </a:spcBef>
            </a:pPr>
            <a:r>
              <a:rPr sz="2200" spc="-70" dirty="0">
                <a:solidFill>
                  <a:srgbClr val="404040"/>
                </a:solidFill>
                <a:latin typeface="Times New Roman"/>
                <a:cs typeface="Times New Roman"/>
              </a:rPr>
              <a:t>Ce</a:t>
            </a:r>
            <a:r>
              <a:rPr sz="2200" spc="40" dirty="0">
                <a:solidFill>
                  <a:srgbClr val="404040"/>
                </a:solidFill>
                <a:latin typeface="Times New Roman"/>
                <a:cs typeface="Times New Roman"/>
              </a:rPr>
              <a:t> </a:t>
            </a:r>
            <a:r>
              <a:rPr sz="2200" spc="-65" dirty="0">
                <a:solidFill>
                  <a:srgbClr val="404040"/>
                </a:solidFill>
                <a:latin typeface="Times New Roman"/>
                <a:cs typeface="Times New Roman"/>
              </a:rPr>
              <a:t>shell</a:t>
            </a:r>
            <a:r>
              <a:rPr sz="2200" spc="35" dirty="0">
                <a:solidFill>
                  <a:srgbClr val="404040"/>
                </a:solidFill>
                <a:latin typeface="Times New Roman"/>
                <a:cs typeface="Times New Roman"/>
              </a:rPr>
              <a:t> </a:t>
            </a:r>
            <a:r>
              <a:rPr sz="2200" spc="-30" dirty="0">
                <a:solidFill>
                  <a:srgbClr val="404040"/>
                </a:solidFill>
                <a:latin typeface="Times New Roman"/>
                <a:cs typeface="Times New Roman"/>
              </a:rPr>
              <a:t>est</a:t>
            </a:r>
            <a:r>
              <a:rPr sz="2200" spc="35" dirty="0">
                <a:solidFill>
                  <a:srgbClr val="404040"/>
                </a:solidFill>
                <a:latin typeface="Times New Roman"/>
                <a:cs typeface="Times New Roman"/>
              </a:rPr>
              <a:t> </a:t>
            </a:r>
            <a:r>
              <a:rPr sz="2200" spc="5" dirty="0">
                <a:solidFill>
                  <a:srgbClr val="404040"/>
                </a:solidFill>
                <a:latin typeface="Times New Roman"/>
                <a:cs typeface="Times New Roman"/>
              </a:rPr>
              <a:t>un</a:t>
            </a:r>
            <a:r>
              <a:rPr sz="2200" spc="35" dirty="0">
                <a:solidFill>
                  <a:srgbClr val="404040"/>
                </a:solidFill>
                <a:latin typeface="Times New Roman"/>
                <a:cs typeface="Times New Roman"/>
              </a:rPr>
              <a:t> </a:t>
            </a:r>
            <a:r>
              <a:rPr sz="2200" spc="-20" dirty="0">
                <a:solidFill>
                  <a:srgbClr val="404040"/>
                </a:solidFill>
                <a:latin typeface="Times New Roman"/>
                <a:cs typeface="Times New Roman"/>
              </a:rPr>
              <a:t>interpréteur</a:t>
            </a:r>
            <a:r>
              <a:rPr sz="2200" spc="65" dirty="0">
                <a:solidFill>
                  <a:srgbClr val="404040"/>
                </a:solidFill>
                <a:latin typeface="Times New Roman"/>
                <a:cs typeface="Times New Roman"/>
              </a:rPr>
              <a:t> </a:t>
            </a:r>
            <a:r>
              <a:rPr sz="2200" spc="-20" dirty="0">
                <a:solidFill>
                  <a:srgbClr val="404040"/>
                </a:solidFill>
                <a:latin typeface="Times New Roman"/>
                <a:cs typeface="Times New Roman"/>
              </a:rPr>
              <a:t>sh</a:t>
            </a:r>
            <a:r>
              <a:rPr sz="2200" spc="35" dirty="0">
                <a:solidFill>
                  <a:srgbClr val="404040"/>
                </a:solidFill>
                <a:latin typeface="Times New Roman"/>
                <a:cs typeface="Times New Roman"/>
              </a:rPr>
              <a:t> </a:t>
            </a:r>
            <a:r>
              <a:rPr sz="2200" spc="-70" dirty="0">
                <a:solidFill>
                  <a:srgbClr val="404040"/>
                </a:solidFill>
                <a:latin typeface="Times New Roman"/>
                <a:cs typeface="Times New Roman"/>
              </a:rPr>
              <a:t>simplifié</a:t>
            </a:r>
            <a:r>
              <a:rPr sz="2200" spc="40" dirty="0">
                <a:solidFill>
                  <a:srgbClr val="404040"/>
                </a:solidFill>
                <a:latin typeface="Times New Roman"/>
                <a:cs typeface="Times New Roman"/>
              </a:rPr>
              <a:t> </a:t>
            </a:r>
            <a:r>
              <a:rPr sz="2200" spc="-85" dirty="0">
                <a:solidFill>
                  <a:srgbClr val="404040"/>
                </a:solidFill>
                <a:latin typeface="Times New Roman"/>
                <a:cs typeface="Times New Roman"/>
              </a:rPr>
              <a:t>à</a:t>
            </a:r>
            <a:r>
              <a:rPr sz="2200" spc="50" dirty="0">
                <a:solidFill>
                  <a:srgbClr val="404040"/>
                </a:solidFill>
                <a:latin typeface="Times New Roman"/>
                <a:cs typeface="Times New Roman"/>
              </a:rPr>
              <a:t> </a:t>
            </a:r>
            <a:r>
              <a:rPr sz="2200" spc="-65" dirty="0">
                <a:solidFill>
                  <a:srgbClr val="404040"/>
                </a:solidFill>
                <a:latin typeface="Times New Roman"/>
                <a:cs typeface="Times New Roman"/>
              </a:rPr>
              <a:t>l’intérieur</a:t>
            </a:r>
            <a:r>
              <a:rPr sz="2200" spc="60" dirty="0">
                <a:solidFill>
                  <a:srgbClr val="404040"/>
                </a:solidFill>
                <a:latin typeface="Times New Roman"/>
                <a:cs typeface="Times New Roman"/>
              </a:rPr>
              <a:t> </a:t>
            </a:r>
            <a:r>
              <a:rPr sz="2200" spc="-15" dirty="0">
                <a:solidFill>
                  <a:srgbClr val="404040"/>
                </a:solidFill>
                <a:latin typeface="Times New Roman"/>
                <a:cs typeface="Times New Roman"/>
              </a:rPr>
              <a:t>du</a:t>
            </a:r>
            <a:r>
              <a:rPr sz="2200" spc="45" dirty="0">
                <a:solidFill>
                  <a:srgbClr val="404040"/>
                </a:solidFill>
                <a:latin typeface="Times New Roman"/>
                <a:cs typeface="Times New Roman"/>
              </a:rPr>
              <a:t> </a:t>
            </a:r>
            <a:r>
              <a:rPr sz="2200" spc="-60" dirty="0">
                <a:solidFill>
                  <a:srgbClr val="404040"/>
                </a:solidFill>
                <a:latin typeface="Times New Roman"/>
                <a:cs typeface="Times New Roman"/>
              </a:rPr>
              <a:t>système</a:t>
            </a:r>
            <a:r>
              <a:rPr sz="2200" spc="40" dirty="0">
                <a:solidFill>
                  <a:srgbClr val="404040"/>
                </a:solidFill>
                <a:latin typeface="Times New Roman"/>
                <a:cs typeface="Times New Roman"/>
              </a:rPr>
              <a:t> </a:t>
            </a:r>
            <a:r>
              <a:rPr sz="2200" spc="-60" dirty="0">
                <a:solidFill>
                  <a:srgbClr val="404040"/>
                </a:solidFill>
                <a:latin typeface="Times New Roman"/>
                <a:cs typeface="Times New Roman"/>
              </a:rPr>
              <a:t>Unix</a:t>
            </a:r>
            <a:r>
              <a:rPr sz="2200" spc="70" dirty="0">
                <a:solidFill>
                  <a:srgbClr val="404040"/>
                </a:solidFill>
                <a:latin typeface="Times New Roman"/>
                <a:cs typeface="Times New Roman"/>
              </a:rPr>
              <a:t> </a:t>
            </a:r>
            <a:r>
              <a:rPr sz="2200" spc="-30" dirty="0">
                <a:solidFill>
                  <a:srgbClr val="404040"/>
                </a:solidFill>
                <a:latin typeface="Times New Roman"/>
                <a:cs typeface="Times New Roman"/>
              </a:rPr>
              <a:t>de</a:t>
            </a:r>
            <a:r>
              <a:rPr sz="2200" spc="40"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spc="35" dirty="0">
                <a:solidFill>
                  <a:srgbClr val="404040"/>
                </a:solidFill>
                <a:latin typeface="Times New Roman"/>
                <a:cs typeface="Times New Roman"/>
              </a:rPr>
              <a:t> </a:t>
            </a:r>
            <a:r>
              <a:rPr sz="2200" spc="-40" dirty="0">
                <a:solidFill>
                  <a:srgbClr val="404040"/>
                </a:solidFill>
                <a:latin typeface="Times New Roman"/>
                <a:cs typeface="Times New Roman"/>
              </a:rPr>
              <a:t>tablette.</a:t>
            </a:r>
            <a:r>
              <a:rPr sz="2200" spc="50" dirty="0">
                <a:solidFill>
                  <a:srgbClr val="404040"/>
                </a:solidFill>
                <a:latin typeface="Times New Roman"/>
                <a:cs typeface="Times New Roman"/>
              </a:rPr>
              <a:t> </a:t>
            </a:r>
            <a:r>
              <a:rPr sz="2200" spc="-35" dirty="0">
                <a:solidFill>
                  <a:srgbClr val="404040"/>
                </a:solidFill>
                <a:latin typeface="Times New Roman"/>
                <a:cs typeface="Times New Roman"/>
              </a:rPr>
              <a:t>Il</a:t>
            </a:r>
            <a:r>
              <a:rPr sz="2200" spc="40" dirty="0">
                <a:solidFill>
                  <a:srgbClr val="404040"/>
                </a:solidFill>
                <a:latin typeface="Times New Roman"/>
                <a:cs typeface="Times New Roman"/>
              </a:rPr>
              <a:t> </a:t>
            </a:r>
            <a:r>
              <a:rPr sz="2200" spc="-30" dirty="0">
                <a:solidFill>
                  <a:srgbClr val="404040"/>
                </a:solidFill>
                <a:latin typeface="Times New Roman"/>
                <a:cs typeface="Times New Roman"/>
              </a:rPr>
              <a:t>connaît </a:t>
            </a:r>
            <a:r>
              <a:rPr sz="2200" spc="-535"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spc="-10" dirty="0">
                <a:solidFill>
                  <a:srgbClr val="404040"/>
                </a:solidFill>
                <a:latin typeface="Times New Roman"/>
                <a:cs typeface="Times New Roman"/>
              </a:rPr>
              <a:t> </a:t>
            </a:r>
            <a:r>
              <a:rPr sz="2200" spc="-35" dirty="0">
                <a:solidFill>
                  <a:srgbClr val="404040"/>
                </a:solidFill>
                <a:latin typeface="Times New Roman"/>
                <a:cs typeface="Times New Roman"/>
              </a:rPr>
              <a:t>commandes</a:t>
            </a:r>
            <a:r>
              <a:rPr sz="2200" spc="40" dirty="0">
                <a:solidFill>
                  <a:srgbClr val="404040"/>
                </a:solidFill>
                <a:latin typeface="Times New Roman"/>
                <a:cs typeface="Times New Roman"/>
              </a:rPr>
              <a:t> </a:t>
            </a:r>
            <a:r>
              <a:rPr sz="2200" spc="-25" dirty="0">
                <a:solidFill>
                  <a:srgbClr val="404040"/>
                </a:solidFill>
                <a:latin typeface="Times New Roman"/>
                <a:cs typeface="Times New Roman"/>
              </a:rPr>
              <a:t>standard</a:t>
            </a:r>
            <a:r>
              <a:rPr sz="2200" spc="35" dirty="0">
                <a:solidFill>
                  <a:srgbClr val="404040"/>
                </a:solidFill>
                <a:latin typeface="Times New Roman"/>
                <a:cs typeface="Times New Roman"/>
              </a:rPr>
              <a:t> </a:t>
            </a:r>
            <a:r>
              <a:rPr sz="2200" spc="-60" dirty="0">
                <a:solidFill>
                  <a:srgbClr val="404040"/>
                </a:solidFill>
                <a:latin typeface="Times New Roman"/>
                <a:cs typeface="Times New Roman"/>
              </a:rPr>
              <a:t>Unix</a:t>
            </a:r>
            <a:r>
              <a:rPr sz="2200" spc="15" dirty="0">
                <a:solidFill>
                  <a:srgbClr val="404040"/>
                </a:solidFill>
                <a:latin typeface="Times New Roman"/>
                <a:cs typeface="Times New Roman"/>
              </a:rPr>
              <a:t> </a:t>
            </a:r>
            <a:r>
              <a:rPr sz="2200" spc="-30" dirty="0">
                <a:solidFill>
                  <a:srgbClr val="404040"/>
                </a:solidFill>
                <a:latin typeface="Times New Roman"/>
                <a:cs typeface="Times New Roman"/>
              </a:rPr>
              <a:t>de</a:t>
            </a:r>
            <a:r>
              <a:rPr sz="2200" spc="-5" dirty="0">
                <a:solidFill>
                  <a:srgbClr val="404040"/>
                </a:solidFill>
                <a:latin typeface="Times New Roman"/>
                <a:cs typeface="Times New Roman"/>
              </a:rPr>
              <a:t> </a:t>
            </a:r>
            <a:r>
              <a:rPr sz="2200" spc="-50" dirty="0">
                <a:solidFill>
                  <a:srgbClr val="404040"/>
                </a:solidFill>
                <a:latin typeface="Times New Roman"/>
                <a:cs typeface="Times New Roman"/>
              </a:rPr>
              <a:t>base</a:t>
            </a:r>
            <a:r>
              <a:rPr sz="2200" spc="10"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10" dirty="0">
                <a:solidFill>
                  <a:srgbClr val="404040"/>
                </a:solidFill>
                <a:latin typeface="Times New Roman"/>
                <a:cs typeface="Times New Roman"/>
              </a:rPr>
              <a:t> </a:t>
            </a:r>
            <a:r>
              <a:rPr sz="2200" spc="-105" dirty="0">
                <a:solidFill>
                  <a:srgbClr val="404040"/>
                </a:solidFill>
                <a:latin typeface="Times New Roman"/>
                <a:cs typeface="Times New Roman"/>
              </a:rPr>
              <a:t>ls,</a:t>
            </a:r>
            <a:r>
              <a:rPr sz="2200" dirty="0">
                <a:solidFill>
                  <a:srgbClr val="404040"/>
                </a:solidFill>
                <a:latin typeface="Times New Roman"/>
                <a:cs typeface="Times New Roman"/>
              </a:rPr>
              <a:t> </a:t>
            </a:r>
            <a:r>
              <a:rPr sz="2200" spc="-45" dirty="0">
                <a:solidFill>
                  <a:srgbClr val="404040"/>
                </a:solidFill>
                <a:latin typeface="Times New Roman"/>
                <a:cs typeface="Times New Roman"/>
              </a:rPr>
              <a:t>cd,</a:t>
            </a:r>
            <a:r>
              <a:rPr sz="2200" dirty="0">
                <a:solidFill>
                  <a:srgbClr val="404040"/>
                </a:solidFill>
                <a:latin typeface="Times New Roman"/>
                <a:cs typeface="Times New Roman"/>
              </a:rPr>
              <a:t> </a:t>
            </a:r>
            <a:r>
              <a:rPr sz="2200" spc="-80" dirty="0">
                <a:solidFill>
                  <a:srgbClr val="404040"/>
                </a:solidFill>
                <a:latin typeface="Times New Roman"/>
                <a:cs typeface="Times New Roman"/>
              </a:rPr>
              <a:t>cp,</a:t>
            </a:r>
            <a:r>
              <a:rPr sz="2200" spc="10" dirty="0">
                <a:solidFill>
                  <a:srgbClr val="404040"/>
                </a:solidFill>
                <a:latin typeface="Times New Roman"/>
                <a:cs typeface="Times New Roman"/>
              </a:rPr>
              <a:t> </a:t>
            </a:r>
            <a:r>
              <a:rPr sz="2200" spc="-140" dirty="0">
                <a:solidFill>
                  <a:srgbClr val="404040"/>
                </a:solidFill>
                <a:latin typeface="Times New Roman"/>
                <a:cs typeface="Times New Roman"/>
              </a:rPr>
              <a:t>mv,</a:t>
            </a:r>
            <a:r>
              <a:rPr sz="2200" spc="25" dirty="0">
                <a:solidFill>
                  <a:srgbClr val="404040"/>
                </a:solidFill>
                <a:latin typeface="Times New Roman"/>
                <a:cs typeface="Times New Roman"/>
              </a:rPr>
              <a:t> </a:t>
            </a:r>
            <a:r>
              <a:rPr sz="2200" spc="-65" dirty="0">
                <a:solidFill>
                  <a:srgbClr val="404040"/>
                </a:solidFill>
                <a:latin typeface="Times New Roman"/>
                <a:cs typeface="Times New Roman"/>
              </a:rPr>
              <a:t>ps.</a:t>
            </a:r>
            <a:r>
              <a:rPr sz="2200" spc="10" dirty="0">
                <a:solidFill>
                  <a:srgbClr val="404040"/>
                </a:solidFill>
                <a:latin typeface="Times New Roman"/>
                <a:cs typeface="Times New Roman"/>
              </a:rPr>
              <a:t> </a:t>
            </a:r>
            <a:r>
              <a:rPr sz="2200" spc="-70" dirty="0">
                <a:solidFill>
                  <a:srgbClr val="404040"/>
                </a:solidFill>
                <a:latin typeface="Times New Roman"/>
                <a:cs typeface="Times New Roman"/>
              </a:rPr>
              <a:t>.</a:t>
            </a:r>
            <a:r>
              <a:rPr sz="2200" dirty="0">
                <a:solidFill>
                  <a:srgbClr val="404040"/>
                </a:solidFill>
                <a:latin typeface="Times New Roman"/>
                <a:cs typeface="Times New Roman"/>
              </a:rPr>
              <a:t> </a:t>
            </a:r>
            <a:r>
              <a:rPr sz="2200" spc="-70" dirty="0">
                <a:solidFill>
                  <a:srgbClr val="404040"/>
                </a:solidFill>
                <a:latin typeface="Times New Roman"/>
                <a:cs typeface="Times New Roman"/>
              </a:rPr>
              <a:t>.</a:t>
            </a:r>
            <a:endParaRPr sz="2200">
              <a:latin typeface="Times New Roman"/>
              <a:cs typeface="Times New Roman"/>
            </a:endParaRPr>
          </a:p>
        </p:txBody>
      </p:sp>
      <p:pic>
        <p:nvPicPr>
          <p:cNvPr id="5" name="object 5"/>
          <p:cNvPicPr/>
          <p:nvPr/>
        </p:nvPicPr>
        <p:blipFill>
          <a:blip r:embed="rId2" cstate="print"/>
          <a:stretch>
            <a:fillRect/>
          </a:stretch>
        </p:blipFill>
        <p:spPr>
          <a:xfrm>
            <a:off x="3755135" y="1257300"/>
            <a:ext cx="4034027" cy="1065106"/>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41</a:t>
            </a:fld>
            <a:endParaRPr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521970"/>
            <a:ext cx="3998595" cy="574040"/>
          </a:xfrm>
          <a:prstGeom prst="rect">
            <a:avLst/>
          </a:prstGeom>
        </p:spPr>
        <p:txBody>
          <a:bodyPr vert="horz" wrap="square" lIns="0" tIns="12700" rIns="0" bIns="0" rtlCol="0">
            <a:spAutoFit/>
          </a:bodyPr>
          <a:lstStyle/>
          <a:p>
            <a:pPr marL="12700">
              <a:lnSpc>
                <a:spcPct val="100000"/>
              </a:lnSpc>
              <a:spcBef>
                <a:spcPts val="100"/>
              </a:spcBef>
            </a:pPr>
            <a:r>
              <a:rPr spc="-85" dirty="0"/>
              <a:t>Android</a:t>
            </a:r>
            <a:r>
              <a:rPr spc="-135" dirty="0"/>
              <a:t> </a:t>
            </a:r>
            <a:r>
              <a:rPr spc="-65" dirty="0"/>
              <a:t>Debug</a:t>
            </a:r>
            <a:r>
              <a:rPr spc="-130" dirty="0"/>
              <a:t> </a:t>
            </a:r>
            <a:r>
              <a:rPr spc="-145" dirty="0"/>
              <a:t>Bridge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42</a:t>
            </a:fld>
            <a:endParaRPr dirty="0"/>
          </a:p>
        </p:txBody>
      </p:sp>
      <p:sp>
        <p:nvSpPr>
          <p:cNvPr id="3" name="object 3"/>
          <p:cNvSpPr txBox="1"/>
          <p:nvPr/>
        </p:nvSpPr>
        <p:spPr>
          <a:xfrm>
            <a:off x="1176324" y="1145819"/>
            <a:ext cx="9892030" cy="4938395"/>
          </a:xfrm>
          <a:prstGeom prst="rect">
            <a:avLst/>
          </a:prstGeom>
        </p:spPr>
        <p:txBody>
          <a:bodyPr vert="horz" wrap="square" lIns="0" tIns="29209" rIns="0" bIns="0" rtlCol="0">
            <a:spAutoFit/>
          </a:bodyPr>
          <a:lstStyle/>
          <a:p>
            <a:pPr marL="12700">
              <a:lnSpc>
                <a:spcPct val="100000"/>
              </a:lnSpc>
              <a:spcBef>
                <a:spcPts val="229"/>
              </a:spcBef>
            </a:pPr>
            <a:r>
              <a:rPr sz="2200" spc="70" dirty="0">
                <a:solidFill>
                  <a:srgbClr val="404040"/>
                </a:solidFill>
                <a:latin typeface="Times New Roman"/>
                <a:cs typeface="Times New Roman"/>
              </a:rPr>
              <a:t>On</a:t>
            </a:r>
            <a:r>
              <a:rPr sz="2200" dirty="0">
                <a:solidFill>
                  <a:srgbClr val="404040"/>
                </a:solidFill>
                <a:latin typeface="Times New Roman"/>
                <a:cs typeface="Times New Roman"/>
              </a:rPr>
              <a:t> </a:t>
            </a:r>
            <a:r>
              <a:rPr sz="2200" spc="-30" dirty="0">
                <a:solidFill>
                  <a:srgbClr val="404040"/>
                </a:solidFill>
                <a:latin typeface="Times New Roman"/>
                <a:cs typeface="Times New Roman"/>
              </a:rPr>
              <a:t>retrouve</a:t>
            </a:r>
            <a:r>
              <a:rPr sz="2200" spc="20" dirty="0">
                <a:solidFill>
                  <a:srgbClr val="404040"/>
                </a:solidFill>
                <a:latin typeface="Times New Roman"/>
                <a:cs typeface="Times New Roman"/>
              </a:rPr>
              <a:t> </a:t>
            </a:r>
            <a:r>
              <a:rPr sz="2200" spc="-60" dirty="0">
                <a:solidFill>
                  <a:srgbClr val="404040"/>
                </a:solidFill>
                <a:latin typeface="Times New Roman"/>
                <a:cs typeface="Times New Roman"/>
              </a:rPr>
              <a:t>l’architecture</a:t>
            </a:r>
            <a:r>
              <a:rPr sz="2200" spc="20" dirty="0">
                <a:solidFill>
                  <a:srgbClr val="404040"/>
                </a:solidFill>
                <a:latin typeface="Times New Roman"/>
                <a:cs typeface="Times New Roman"/>
              </a:rPr>
              <a:t> </a:t>
            </a:r>
            <a:r>
              <a:rPr sz="2200" spc="-40" dirty="0">
                <a:solidFill>
                  <a:srgbClr val="404040"/>
                </a:solidFill>
                <a:latin typeface="Times New Roman"/>
                <a:cs typeface="Times New Roman"/>
              </a:rPr>
              <a:t>des</a:t>
            </a:r>
            <a:r>
              <a:rPr sz="2200" spc="-10" dirty="0">
                <a:solidFill>
                  <a:srgbClr val="404040"/>
                </a:solidFill>
                <a:latin typeface="Times New Roman"/>
                <a:cs typeface="Times New Roman"/>
              </a:rPr>
              <a:t> </a:t>
            </a:r>
            <a:r>
              <a:rPr sz="2200" spc="-40" dirty="0">
                <a:solidFill>
                  <a:srgbClr val="404040"/>
                </a:solidFill>
                <a:latin typeface="Times New Roman"/>
                <a:cs typeface="Times New Roman"/>
              </a:rPr>
              <a:t>dossiers</a:t>
            </a:r>
            <a:r>
              <a:rPr sz="2200" spc="-5" dirty="0">
                <a:solidFill>
                  <a:srgbClr val="404040"/>
                </a:solidFill>
                <a:latin typeface="Times New Roman"/>
                <a:cs typeface="Times New Roman"/>
              </a:rPr>
              <a:t> </a:t>
            </a:r>
            <a:r>
              <a:rPr sz="2200" spc="-65" dirty="0">
                <a:solidFill>
                  <a:srgbClr val="404040"/>
                </a:solidFill>
                <a:latin typeface="Times New Roman"/>
                <a:cs typeface="Times New Roman"/>
              </a:rPr>
              <a:t>Unix,</a:t>
            </a:r>
            <a:r>
              <a:rPr sz="2200" spc="15" dirty="0">
                <a:solidFill>
                  <a:srgbClr val="404040"/>
                </a:solidFill>
                <a:latin typeface="Times New Roman"/>
                <a:cs typeface="Times New Roman"/>
              </a:rPr>
              <a:t> </a:t>
            </a:r>
            <a:r>
              <a:rPr sz="2200" spc="-90" dirty="0">
                <a:solidFill>
                  <a:srgbClr val="404040"/>
                </a:solidFill>
                <a:latin typeface="Times New Roman"/>
                <a:cs typeface="Times New Roman"/>
              </a:rPr>
              <a:t>avec</a:t>
            </a:r>
            <a:r>
              <a:rPr sz="2200" spc="-10" dirty="0">
                <a:solidFill>
                  <a:srgbClr val="404040"/>
                </a:solidFill>
                <a:latin typeface="Times New Roman"/>
                <a:cs typeface="Times New Roman"/>
              </a:rPr>
              <a:t> </a:t>
            </a:r>
            <a:r>
              <a:rPr sz="2200" spc="-40" dirty="0">
                <a:solidFill>
                  <a:srgbClr val="404040"/>
                </a:solidFill>
                <a:latin typeface="Times New Roman"/>
                <a:cs typeface="Times New Roman"/>
              </a:rPr>
              <a:t>des</a:t>
            </a:r>
            <a:r>
              <a:rPr sz="2200" spc="-15" dirty="0">
                <a:solidFill>
                  <a:srgbClr val="404040"/>
                </a:solidFill>
                <a:latin typeface="Times New Roman"/>
                <a:cs typeface="Times New Roman"/>
              </a:rPr>
              <a:t> </a:t>
            </a:r>
            <a:r>
              <a:rPr sz="2200" spc="-55" dirty="0">
                <a:solidFill>
                  <a:srgbClr val="404040"/>
                </a:solidFill>
                <a:latin typeface="Times New Roman"/>
                <a:cs typeface="Times New Roman"/>
              </a:rPr>
              <a:t>variantes</a:t>
            </a:r>
            <a:r>
              <a:rPr sz="2200" spc="35" dirty="0">
                <a:solidFill>
                  <a:srgbClr val="404040"/>
                </a:solidFill>
                <a:latin typeface="Times New Roman"/>
                <a:cs typeface="Times New Roman"/>
              </a:rPr>
              <a:t> </a:t>
            </a:r>
            <a:r>
              <a:rPr sz="2200" spc="-135" dirty="0">
                <a:solidFill>
                  <a:srgbClr val="404040"/>
                </a:solidFill>
                <a:latin typeface="Times New Roman"/>
                <a:cs typeface="Times New Roman"/>
              </a:rPr>
              <a:t>:</a:t>
            </a:r>
            <a:endParaRPr sz="2200">
              <a:latin typeface="Times New Roman"/>
              <a:cs typeface="Times New Roman"/>
            </a:endParaRPr>
          </a:p>
          <a:p>
            <a:pPr marL="710565" indent="-223520">
              <a:lnSpc>
                <a:spcPct val="100000"/>
              </a:lnSpc>
              <a:spcBef>
                <a:spcPts val="135"/>
              </a:spcBef>
              <a:buClr>
                <a:srgbClr val="1CACE3"/>
              </a:buClr>
              <a:buSzPct val="95454"/>
              <a:buFont typeface="Wingdings"/>
              <a:buChar char=""/>
              <a:tabLst>
                <a:tab pos="711200" algn="l"/>
              </a:tabLst>
            </a:pPr>
            <a:r>
              <a:rPr sz="2200" spc="-30" dirty="0">
                <a:solidFill>
                  <a:srgbClr val="404040"/>
                </a:solidFill>
                <a:latin typeface="Times New Roman"/>
                <a:cs typeface="Times New Roman"/>
              </a:rPr>
              <a:t>Dossiers</a:t>
            </a:r>
            <a:r>
              <a:rPr sz="2200" spc="-5" dirty="0">
                <a:solidFill>
                  <a:srgbClr val="404040"/>
                </a:solidFill>
                <a:latin typeface="Times New Roman"/>
                <a:cs typeface="Times New Roman"/>
              </a:rPr>
              <a:t> </a:t>
            </a:r>
            <a:r>
              <a:rPr sz="2200" spc="-55" dirty="0">
                <a:solidFill>
                  <a:srgbClr val="404040"/>
                </a:solidFill>
                <a:latin typeface="Times New Roman"/>
                <a:cs typeface="Times New Roman"/>
              </a:rPr>
              <a:t>Unix</a:t>
            </a:r>
            <a:r>
              <a:rPr sz="2200" spc="10" dirty="0">
                <a:solidFill>
                  <a:srgbClr val="404040"/>
                </a:solidFill>
                <a:latin typeface="Times New Roman"/>
                <a:cs typeface="Times New Roman"/>
              </a:rPr>
              <a:t> </a:t>
            </a:r>
            <a:r>
              <a:rPr sz="2200" spc="-65" dirty="0">
                <a:solidFill>
                  <a:srgbClr val="404040"/>
                </a:solidFill>
                <a:latin typeface="Times New Roman"/>
                <a:cs typeface="Times New Roman"/>
              </a:rPr>
              <a:t>classiques</a:t>
            </a:r>
            <a:r>
              <a:rPr sz="2200" spc="-10"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5" dirty="0">
                <a:solidFill>
                  <a:srgbClr val="404040"/>
                </a:solidFill>
                <a:latin typeface="Times New Roman"/>
                <a:cs typeface="Times New Roman"/>
              </a:rPr>
              <a:t> </a:t>
            </a:r>
            <a:r>
              <a:rPr sz="2200" spc="55" dirty="0">
                <a:solidFill>
                  <a:srgbClr val="404040"/>
                </a:solidFill>
                <a:latin typeface="Times New Roman"/>
                <a:cs typeface="Times New Roman"/>
              </a:rPr>
              <a:t>/usr,</a:t>
            </a:r>
            <a:r>
              <a:rPr sz="2200" dirty="0">
                <a:solidFill>
                  <a:srgbClr val="404040"/>
                </a:solidFill>
                <a:latin typeface="Times New Roman"/>
                <a:cs typeface="Times New Roman"/>
              </a:rPr>
              <a:t> </a:t>
            </a:r>
            <a:r>
              <a:rPr sz="2200" spc="5" dirty="0">
                <a:solidFill>
                  <a:srgbClr val="404040"/>
                </a:solidFill>
                <a:latin typeface="Times New Roman"/>
                <a:cs typeface="Times New Roman"/>
              </a:rPr>
              <a:t>/dev,</a:t>
            </a:r>
            <a:r>
              <a:rPr sz="2200" spc="10" dirty="0">
                <a:solidFill>
                  <a:srgbClr val="404040"/>
                </a:solidFill>
                <a:latin typeface="Times New Roman"/>
                <a:cs typeface="Times New Roman"/>
              </a:rPr>
              <a:t> </a:t>
            </a:r>
            <a:r>
              <a:rPr sz="2200" spc="50" dirty="0">
                <a:solidFill>
                  <a:srgbClr val="404040"/>
                </a:solidFill>
                <a:latin typeface="Times New Roman"/>
                <a:cs typeface="Times New Roman"/>
              </a:rPr>
              <a:t>/etc,</a:t>
            </a:r>
            <a:r>
              <a:rPr sz="2200" spc="15" dirty="0">
                <a:solidFill>
                  <a:srgbClr val="404040"/>
                </a:solidFill>
                <a:latin typeface="Times New Roman"/>
                <a:cs typeface="Times New Roman"/>
              </a:rPr>
              <a:t> </a:t>
            </a:r>
            <a:r>
              <a:rPr sz="2200" spc="20" dirty="0">
                <a:solidFill>
                  <a:srgbClr val="404040"/>
                </a:solidFill>
                <a:latin typeface="Times New Roman"/>
                <a:cs typeface="Times New Roman"/>
              </a:rPr>
              <a:t>/lib,</a:t>
            </a:r>
            <a:r>
              <a:rPr sz="2200" dirty="0">
                <a:solidFill>
                  <a:srgbClr val="404040"/>
                </a:solidFill>
                <a:latin typeface="Times New Roman"/>
                <a:cs typeface="Times New Roman"/>
              </a:rPr>
              <a:t> </a:t>
            </a:r>
            <a:r>
              <a:rPr sz="2200" spc="45" dirty="0">
                <a:solidFill>
                  <a:srgbClr val="404040"/>
                </a:solidFill>
                <a:latin typeface="Times New Roman"/>
                <a:cs typeface="Times New Roman"/>
              </a:rPr>
              <a:t>/sbin.</a:t>
            </a:r>
            <a:r>
              <a:rPr sz="2200" spc="10" dirty="0">
                <a:solidFill>
                  <a:srgbClr val="404040"/>
                </a:solidFill>
                <a:latin typeface="Times New Roman"/>
                <a:cs typeface="Times New Roman"/>
              </a:rPr>
              <a:t> </a:t>
            </a:r>
            <a:r>
              <a:rPr sz="2200" spc="-70" dirty="0">
                <a:solidFill>
                  <a:srgbClr val="404040"/>
                </a:solidFill>
                <a:latin typeface="Times New Roman"/>
                <a:cs typeface="Times New Roman"/>
              </a:rPr>
              <a:t>.</a:t>
            </a:r>
            <a:r>
              <a:rPr sz="2200" spc="5" dirty="0">
                <a:solidFill>
                  <a:srgbClr val="404040"/>
                </a:solidFill>
                <a:latin typeface="Times New Roman"/>
                <a:cs typeface="Times New Roman"/>
              </a:rPr>
              <a:t> </a:t>
            </a:r>
            <a:r>
              <a:rPr sz="2200" spc="-70" dirty="0">
                <a:solidFill>
                  <a:srgbClr val="404040"/>
                </a:solidFill>
                <a:latin typeface="Times New Roman"/>
                <a:cs typeface="Times New Roman"/>
              </a:rPr>
              <a:t>.</a:t>
            </a:r>
            <a:endParaRPr sz="2200">
              <a:latin typeface="Times New Roman"/>
              <a:cs typeface="Times New Roman"/>
            </a:endParaRPr>
          </a:p>
          <a:p>
            <a:pPr marL="710565" indent="-223520">
              <a:lnSpc>
                <a:spcPts val="2510"/>
              </a:lnSpc>
              <a:spcBef>
                <a:spcPts val="335"/>
              </a:spcBef>
              <a:buClr>
                <a:srgbClr val="1CACE3"/>
              </a:buClr>
              <a:buSzPct val="95454"/>
              <a:buFont typeface="Wingdings"/>
              <a:buChar char=""/>
              <a:tabLst>
                <a:tab pos="711200" algn="l"/>
              </a:tabLst>
            </a:pPr>
            <a:r>
              <a:rPr sz="2200" spc="-70" dirty="0">
                <a:solidFill>
                  <a:srgbClr val="404040"/>
                </a:solidFill>
                <a:latin typeface="Times New Roman"/>
                <a:cs typeface="Times New Roman"/>
              </a:rPr>
              <a:t>Les</a:t>
            </a:r>
            <a:r>
              <a:rPr sz="2200" dirty="0">
                <a:solidFill>
                  <a:srgbClr val="404040"/>
                </a:solidFill>
                <a:latin typeface="Times New Roman"/>
                <a:cs typeface="Times New Roman"/>
              </a:rPr>
              <a:t> </a:t>
            </a:r>
            <a:r>
              <a:rPr sz="2200" spc="-55" dirty="0">
                <a:solidFill>
                  <a:srgbClr val="404040"/>
                </a:solidFill>
                <a:latin typeface="Times New Roman"/>
                <a:cs typeface="Times New Roman"/>
              </a:rPr>
              <a:t>volumes</a:t>
            </a:r>
            <a:r>
              <a:rPr sz="2200" spc="-5" dirty="0">
                <a:solidFill>
                  <a:srgbClr val="404040"/>
                </a:solidFill>
                <a:latin typeface="Times New Roman"/>
                <a:cs typeface="Times New Roman"/>
              </a:rPr>
              <a:t> </a:t>
            </a:r>
            <a:r>
              <a:rPr sz="2200" dirty="0">
                <a:solidFill>
                  <a:srgbClr val="404040"/>
                </a:solidFill>
                <a:latin typeface="Times New Roman"/>
                <a:cs typeface="Times New Roman"/>
              </a:rPr>
              <a:t>sont </a:t>
            </a:r>
            <a:r>
              <a:rPr sz="2200" spc="-15" dirty="0">
                <a:solidFill>
                  <a:srgbClr val="404040"/>
                </a:solidFill>
                <a:latin typeface="Times New Roman"/>
                <a:cs typeface="Times New Roman"/>
              </a:rPr>
              <a:t>montés</a:t>
            </a:r>
            <a:r>
              <a:rPr sz="2200" spc="30" dirty="0">
                <a:solidFill>
                  <a:srgbClr val="404040"/>
                </a:solidFill>
                <a:latin typeface="Times New Roman"/>
                <a:cs typeface="Times New Roman"/>
              </a:rPr>
              <a:t> </a:t>
            </a:r>
            <a:r>
              <a:rPr sz="2200" spc="-35" dirty="0">
                <a:solidFill>
                  <a:srgbClr val="404040"/>
                </a:solidFill>
                <a:latin typeface="Times New Roman"/>
                <a:cs typeface="Times New Roman"/>
              </a:rPr>
              <a:t>dans</a:t>
            </a:r>
            <a:r>
              <a:rPr sz="2200" spc="10" dirty="0">
                <a:solidFill>
                  <a:srgbClr val="404040"/>
                </a:solidFill>
                <a:latin typeface="Times New Roman"/>
                <a:cs typeface="Times New Roman"/>
              </a:rPr>
              <a:t> </a:t>
            </a:r>
            <a:r>
              <a:rPr sz="2200" spc="90" dirty="0">
                <a:solidFill>
                  <a:srgbClr val="404040"/>
                </a:solidFill>
                <a:latin typeface="Times New Roman"/>
                <a:cs typeface="Times New Roman"/>
              </a:rPr>
              <a:t>/mnt,</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par</a:t>
            </a:r>
            <a:r>
              <a:rPr sz="2200" spc="40" dirty="0">
                <a:solidFill>
                  <a:srgbClr val="404040"/>
                </a:solidFill>
                <a:latin typeface="Times New Roman"/>
                <a:cs typeface="Times New Roman"/>
              </a:rPr>
              <a:t> </a:t>
            </a:r>
            <a:r>
              <a:rPr sz="2200" spc="-65" dirty="0">
                <a:solidFill>
                  <a:srgbClr val="404040"/>
                </a:solidFill>
                <a:latin typeface="Times New Roman"/>
                <a:cs typeface="Times New Roman"/>
              </a:rPr>
              <a:t>exemple</a:t>
            </a:r>
            <a:r>
              <a:rPr sz="2200" dirty="0">
                <a:solidFill>
                  <a:srgbClr val="404040"/>
                </a:solidFill>
                <a:latin typeface="Times New Roman"/>
                <a:cs typeface="Times New Roman"/>
              </a:rPr>
              <a:t> </a:t>
            </a:r>
            <a:r>
              <a:rPr sz="2200" spc="70" dirty="0">
                <a:solidFill>
                  <a:srgbClr val="404040"/>
                </a:solidFill>
                <a:latin typeface="Times New Roman"/>
                <a:cs typeface="Times New Roman"/>
              </a:rPr>
              <a:t>/mnt/sdcard</a:t>
            </a:r>
            <a:r>
              <a:rPr sz="2200" spc="30" dirty="0">
                <a:solidFill>
                  <a:srgbClr val="404040"/>
                </a:solidFill>
                <a:latin typeface="Times New Roman"/>
                <a:cs typeface="Times New Roman"/>
              </a:rPr>
              <a:t> </a:t>
            </a:r>
            <a:r>
              <a:rPr sz="2200" spc="-45" dirty="0">
                <a:solidFill>
                  <a:srgbClr val="404040"/>
                </a:solidFill>
                <a:latin typeface="Times New Roman"/>
                <a:cs typeface="Times New Roman"/>
              </a:rPr>
              <a:t>(mémoire</a:t>
            </a:r>
            <a:r>
              <a:rPr sz="2200" spc="15" dirty="0">
                <a:solidFill>
                  <a:srgbClr val="404040"/>
                </a:solidFill>
                <a:latin typeface="Times New Roman"/>
                <a:cs typeface="Times New Roman"/>
              </a:rPr>
              <a:t> </a:t>
            </a:r>
            <a:r>
              <a:rPr sz="2200" spc="-45" dirty="0">
                <a:solidFill>
                  <a:srgbClr val="404040"/>
                </a:solidFill>
                <a:latin typeface="Times New Roman"/>
                <a:cs typeface="Times New Roman"/>
              </a:rPr>
              <a:t>flash</a:t>
            </a:r>
            <a:endParaRPr sz="2200">
              <a:latin typeface="Times New Roman"/>
              <a:cs typeface="Times New Roman"/>
            </a:endParaRPr>
          </a:p>
          <a:p>
            <a:pPr marL="670560">
              <a:lnSpc>
                <a:spcPts val="2510"/>
              </a:lnSpc>
            </a:pPr>
            <a:r>
              <a:rPr sz="2200" spc="-35" dirty="0">
                <a:solidFill>
                  <a:srgbClr val="404040"/>
                </a:solidFill>
                <a:latin typeface="Times New Roman"/>
                <a:cs typeface="Times New Roman"/>
              </a:rPr>
              <a:t>interne)</a:t>
            </a:r>
            <a:r>
              <a:rPr sz="2200" spc="15" dirty="0">
                <a:solidFill>
                  <a:srgbClr val="404040"/>
                </a:solidFill>
                <a:latin typeface="Times New Roman"/>
                <a:cs typeface="Times New Roman"/>
              </a:rPr>
              <a:t> </a:t>
            </a:r>
            <a:r>
              <a:rPr sz="2200" spc="-20" dirty="0">
                <a:solidFill>
                  <a:srgbClr val="404040"/>
                </a:solidFill>
                <a:latin typeface="Times New Roman"/>
                <a:cs typeface="Times New Roman"/>
              </a:rPr>
              <a:t>et</a:t>
            </a:r>
            <a:r>
              <a:rPr sz="2200" spc="-5" dirty="0">
                <a:solidFill>
                  <a:srgbClr val="404040"/>
                </a:solidFill>
                <a:latin typeface="Times New Roman"/>
                <a:cs typeface="Times New Roman"/>
              </a:rPr>
              <a:t> </a:t>
            </a:r>
            <a:r>
              <a:rPr sz="2200" spc="35" dirty="0">
                <a:solidFill>
                  <a:srgbClr val="404040"/>
                </a:solidFill>
                <a:latin typeface="Times New Roman"/>
                <a:cs typeface="Times New Roman"/>
              </a:rPr>
              <a:t>/mnt/extSdCard</a:t>
            </a:r>
            <a:r>
              <a:rPr sz="2200" spc="50" dirty="0">
                <a:solidFill>
                  <a:srgbClr val="404040"/>
                </a:solidFill>
                <a:latin typeface="Times New Roman"/>
                <a:cs typeface="Times New Roman"/>
              </a:rPr>
              <a:t> </a:t>
            </a:r>
            <a:r>
              <a:rPr sz="2200" spc="-50" dirty="0">
                <a:solidFill>
                  <a:srgbClr val="404040"/>
                </a:solidFill>
                <a:latin typeface="Times New Roman"/>
                <a:cs typeface="Times New Roman"/>
              </a:rPr>
              <a:t>(SDcard</a:t>
            </a:r>
            <a:r>
              <a:rPr sz="2200" spc="25" dirty="0">
                <a:solidFill>
                  <a:srgbClr val="404040"/>
                </a:solidFill>
                <a:latin typeface="Times New Roman"/>
                <a:cs typeface="Times New Roman"/>
              </a:rPr>
              <a:t> </a:t>
            </a:r>
            <a:r>
              <a:rPr sz="2200" spc="-65" dirty="0">
                <a:solidFill>
                  <a:srgbClr val="404040"/>
                </a:solidFill>
                <a:latin typeface="Times New Roman"/>
                <a:cs typeface="Times New Roman"/>
              </a:rPr>
              <a:t>amovible)</a:t>
            </a:r>
            <a:endParaRPr sz="2200">
              <a:latin typeface="Times New Roman"/>
              <a:cs typeface="Times New Roman"/>
            </a:endParaRPr>
          </a:p>
          <a:p>
            <a:pPr marL="670560" marR="277495" indent="-182880">
              <a:lnSpc>
                <a:spcPts val="2380"/>
              </a:lnSpc>
              <a:spcBef>
                <a:spcPts val="635"/>
              </a:spcBef>
              <a:buClr>
                <a:srgbClr val="1CACE3"/>
              </a:buClr>
              <a:buSzPct val="95454"/>
              <a:buFont typeface="Wingdings"/>
              <a:buChar char=""/>
              <a:tabLst>
                <a:tab pos="711200" algn="l"/>
              </a:tabLst>
            </a:pPr>
            <a:r>
              <a:rPr sz="2200" spc="-70" dirty="0">
                <a:solidFill>
                  <a:srgbClr val="404040"/>
                </a:solidFill>
                <a:latin typeface="Times New Roman"/>
                <a:cs typeface="Times New Roman"/>
              </a:rPr>
              <a:t>Les</a:t>
            </a:r>
            <a:r>
              <a:rPr sz="2200" spc="5" dirty="0">
                <a:solidFill>
                  <a:srgbClr val="404040"/>
                </a:solidFill>
                <a:latin typeface="Times New Roman"/>
                <a:cs typeface="Times New Roman"/>
              </a:rPr>
              <a:t> </a:t>
            </a:r>
            <a:r>
              <a:rPr sz="2200" spc="-50" dirty="0">
                <a:solidFill>
                  <a:srgbClr val="404040"/>
                </a:solidFill>
                <a:latin typeface="Times New Roman"/>
                <a:cs typeface="Times New Roman"/>
              </a:rPr>
              <a:t>applications</a:t>
            </a:r>
            <a:r>
              <a:rPr sz="2200" spc="50" dirty="0">
                <a:solidFill>
                  <a:srgbClr val="404040"/>
                </a:solidFill>
                <a:latin typeface="Times New Roman"/>
                <a:cs typeface="Times New Roman"/>
              </a:rPr>
              <a:t> </a:t>
            </a:r>
            <a:r>
              <a:rPr sz="2200" dirty="0">
                <a:solidFill>
                  <a:srgbClr val="404040"/>
                </a:solidFill>
                <a:latin typeface="Times New Roman"/>
                <a:cs typeface="Times New Roman"/>
              </a:rPr>
              <a:t>sont</a:t>
            </a:r>
            <a:r>
              <a:rPr sz="2200" spc="20" dirty="0">
                <a:solidFill>
                  <a:srgbClr val="404040"/>
                </a:solidFill>
                <a:latin typeface="Times New Roman"/>
                <a:cs typeface="Times New Roman"/>
              </a:rPr>
              <a:t> </a:t>
            </a:r>
            <a:r>
              <a:rPr sz="2200" spc="-35" dirty="0">
                <a:solidFill>
                  <a:srgbClr val="404040"/>
                </a:solidFill>
                <a:latin typeface="Times New Roman"/>
                <a:cs typeface="Times New Roman"/>
              </a:rPr>
              <a:t>dans</a:t>
            </a:r>
            <a:r>
              <a:rPr sz="2200" spc="15" dirty="0">
                <a:solidFill>
                  <a:srgbClr val="404040"/>
                </a:solidFill>
                <a:latin typeface="Times New Roman"/>
                <a:cs typeface="Times New Roman"/>
              </a:rPr>
              <a:t> </a:t>
            </a:r>
            <a:r>
              <a:rPr sz="2200" spc="-135" dirty="0">
                <a:solidFill>
                  <a:srgbClr val="404040"/>
                </a:solidFill>
                <a:latin typeface="Times New Roman"/>
                <a:cs typeface="Times New Roman"/>
              </a:rPr>
              <a:t>:</a:t>
            </a:r>
            <a:r>
              <a:rPr sz="2200" spc="20" dirty="0">
                <a:solidFill>
                  <a:srgbClr val="404040"/>
                </a:solidFill>
                <a:latin typeface="Times New Roman"/>
                <a:cs typeface="Times New Roman"/>
              </a:rPr>
              <a:t> </a:t>
            </a:r>
            <a:r>
              <a:rPr sz="2200" spc="50" dirty="0">
                <a:solidFill>
                  <a:srgbClr val="404040"/>
                </a:solidFill>
                <a:latin typeface="Times New Roman"/>
                <a:cs typeface="Times New Roman"/>
              </a:rPr>
              <a:t>/system/app</a:t>
            </a:r>
            <a:r>
              <a:rPr sz="2200" spc="30" dirty="0">
                <a:solidFill>
                  <a:srgbClr val="404040"/>
                </a:solidFill>
                <a:latin typeface="Times New Roman"/>
                <a:cs typeface="Times New Roman"/>
              </a:rPr>
              <a:t> </a:t>
            </a:r>
            <a:r>
              <a:rPr sz="2200" dirty="0">
                <a:solidFill>
                  <a:srgbClr val="404040"/>
                </a:solidFill>
                <a:latin typeface="Times New Roman"/>
                <a:cs typeface="Times New Roman"/>
              </a:rPr>
              <a:t>pour</a:t>
            </a:r>
            <a:r>
              <a:rPr sz="2200" spc="25"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dirty="0">
                <a:solidFill>
                  <a:srgbClr val="404040"/>
                </a:solidFill>
                <a:latin typeface="Times New Roman"/>
                <a:cs typeface="Times New Roman"/>
              </a:rPr>
              <a:t> </a:t>
            </a:r>
            <a:r>
              <a:rPr sz="2200" spc="-55" dirty="0">
                <a:solidFill>
                  <a:srgbClr val="404040"/>
                </a:solidFill>
                <a:latin typeface="Times New Roman"/>
                <a:cs typeface="Times New Roman"/>
              </a:rPr>
              <a:t>pré-installées</a:t>
            </a:r>
            <a:r>
              <a:rPr sz="2200" spc="35" dirty="0">
                <a:solidFill>
                  <a:srgbClr val="404040"/>
                </a:solidFill>
                <a:latin typeface="Times New Roman"/>
                <a:cs typeface="Times New Roman"/>
              </a:rPr>
              <a:t> </a:t>
            </a:r>
            <a:r>
              <a:rPr sz="2200" spc="-20" dirty="0">
                <a:solidFill>
                  <a:srgbClr val="404040"/>
                </a:solidFill>
                <a:latin typeface="Times New Roman"/>
                <a:cs typeface="Times New Roman"/>
              </a:rPr>
              <a:t>et</a:t>
            </a:r>
            <a:r>
              <a:rPr sz="2200" dirty="0">
                <a:solidFill>
                  <a:srgbClr val="404040"/>
                </a:solidFill>
                <a:latin typeface="Times New Roman"/>
                <a:cs typeface="Times New Roman"/>
              </a:rPr>
              <a:t> </a:t>
            </a:r>
            <a:r>
              <a:rPr sz="2200" spc="-35" dirty="0">
                <a:solidFill>
                  <a:srgbClr val="404040"/>
                </a:solidFill>
                <a:latin typeface="Times New Roman"/>
                <a:cs typeface="Times New Roman"/>
              </a:rPr>
              <a:t>dans</a:t>
            </a:r>
            <a:r>
              <a:rPr sz="2200" spc="25" dirty="0">
                <a:solidFill>
                  <a:srgbClr val="404040"/>
                </a:solidFill>
                <a:latin typeface="Times New Roman"/>
                <a:cs typeface="Times New Roman"/>
              </a:rPr>
              <a:t> </a:t>
            </a:r>
            <a:r>
              <a:rPr sz="2200" spc="85" dirty="0">
                <a:solidFill>
                  <a:srgbClr val="404040"/>
                </a:solidFill>
                <a:latin typeface="Times New Roman"/>
                <a:cs typeface="Times New Roman"/>
              </a:rPr>
              <a:t>/data/app </a:t>
            </a:r>
            <a:r>
              <a:rPr sz="2200" spc="-535" dirty="0">
                <a:solidFill>
                  <a:srgbClr val="404040"/>
                </a:solidFill>
                <a:latin typeface="Times New Roman"/>
                <a:cs typeface="Times New Roman"/>
              </a:rPr>
              <a:t> </a:t>
            </a:r>
            <a:r>
              <a:rPr sz="2200" dirty="0">
                <a:solidFill>
                  <a:srgbClr val="404040"/>
                </a:solidFill>
                <a:latin typeface="Times New Roman"/>
                <a:cs typeface="Times New Roman"/>
              </a:rPr>
              <a:t>pour</a:t>
            </a:r>
            <a:r>
              <a:rPr sz="2200" spc="10" dirty="0">
                <a:solidFill>
                  <a:srgbClr val="404040"/>
                </a:solidFill>
                <a:latin typeface="Times New Roman"/>
                <a:cs typeface="Times New Roman"/>
              </a:rPr>
              <a:t> </a:t>
            </a:r>
            <a:r>
              <a:rPr sz="2200" spc="-80" dirty="0">
                <a:solidFill>
                  <a:srgbClr val="404040"/>
                </a:solidFill>
                <a:latin typeface="Times New Roman"/>
                <a:cs typeface="Times New Roman"/>
              </a:rPr>
              <a:t>les</a:t>
            </a:r>
            <a:r>
              <a:rPr sz="2200" spc="-5" dirty="0">
                <a:solidFill>
                  <a:srgbClr val="404040"/>
                </a:solidFill>
                <a:latin typeface="Times New Roman"/>
                <a:cs typeface="Times New Roman"/>
              </a:rPr>
              <a:t> </a:t>
            </a:r>
            <a:r>
              <a:rPr sz="2200" spc="-50" dirty="0">
                <a:solidFill>
                  <a:srgbClr val="404040"/>
                </a:solidFill>
                <a:latin typeface="Times New Roman"/>
                <a:cs typeface="Times New Roman"/>
              </a:rPr>
              <a:t>applications</a:t>
            </a:r>
            <a:r>
              <a:rPr sz="2200" spc="35" dirty="0">
                <a:solidFill>
                  <a:srgbClr val="404040"/>
                </a:solidFill>
                <a:latin typeface="Times New Roman"/>
                <a:cs typeface="Times New Roman"/>
              </a:rPr>
              <a:t> </a:t>
            </a:r>
            <a:r>
              <a:rPr sz="2200" spc="-30" dirty="0">
                <a:solidFill>
                  <a:srgbClr val="404040"/>
                </a:solidFill>
                <a:latin typeface="Times New Roman"/>
                <a:cs typeface="Times New Roman"/>
              </a:rPr>
              <a:t>normales</a:t>
            </a:r>
            <a:endParaRPr sz="2200">
              <a:latin typeface="Times New Roman"/>
              <a:cs typeface="Times New Roman"/>
            </a:endParaRPr>
          </a:p>
          <a:p>
            <a:pPr marL="710565" indent="-223520">
              <a:lnSpc>
                <a:spcPct val="100000"/>
              </a:lnSpc>
              <a:spcBef>
                <a:spcPts val="295"/>
              </a:spcBef>
              <a:buClr>
                <a:srgbClr val="1CACE3"/>
              </a:buClr>
              <a:buSzPct val="95454"/>
              <a:buFont typeface="Wingdings"/>
              <a:buChar char=""/>
              <a:tabLst>
                <a:tab pos="711200" algn="l"/>
              </a:tabLst>
            </a:pPr>
            <a:r>
              <a:rPr sz="2200" spc="-70" dirty="0">
                <a:solidFill>
                  <a:srgbClr val="404040"/>
                </a:solidFill>
                <a:latin typeface="Times New Roman"/>
                <a:cs typeface="Times New Roman"/>
              </a:rPr>
              <a:t>Les</a:t>
            </a:r>
            <a:r>
              <a:rPr sz="2200" dirty="0">
                <a:solidFill>
                  <a:srgbClr val="404040"/>
                </a:solidFill>
                <a:latin typeface="Times New Roman"/>
                <a:cs typeface="Times New Roman"/>
              </a:rPr>
              <a:t> </a:t>
            </a:r>
            <a:r>
              <a:rPr sz="2200" spc="-25" dirty="0">
                <a:solidFill>
                  <a:srgbClr val="404040"/>
                </a:solidFill>
                <a:latin typeface="Times New Roman"/>
                <a:cs typeface="Times New Roman"/>
              </a:rPr>
              <a:t>données</a:t>
            </a:r>
            <a:r>
              <a:rPr sz="2200" spc="15" dirty="0">
                <a:solidFill>
                  <a:srgbClr val="404040"/>
                </a:solidFill>
                <a:latin typeface="Times New Roman"/>
                <a:cs typeface="Times New Roman"/>
              </a:rPr>
              <a:t> </a:t>
            </a:r>
            <a:r>
              <a:rPr sz="2200" spc="-40" dirty="0">
                <a:solidFill>
                  <a:srgbClr val="404040"/>
                </a:solidFill>
                <a:latin typeface="Times New Roman"/>
                <a:cs typeface="Times New Roman"/>
              </a:rPr>
              <a:t>des</a:t>
            </a:r>
            <a:r>
              <a:rPr sz="2200" dirty="0">
                <a:solidFill>
                  <a:srgbClr val="404040"/>
                </a:solidFill>
                <a:latin typeface="Times New Roman"/>
                <a:cs typeface="Times New Roman"/>
              </a:rPr>
              <a:t> </a:t>
            </a:r>
            <a:r>
              <a:rPr sz="2200" spc="-50" dirty="0">
                <a:solidFill>
                  <a:srgbClr val="404040"/>
                </a:solidFill>
                <a:latin typeface="Times New Roman"/>
                <a:cs typeface="Times New Roman"/>
              </a:rPr>
              <a:t>applications</a:t>
            </a:r>
            <a:r>
              <a:rPr sz="2200" spc="50" dirty="0">
                <a:solidFill>
                  <a:srgbClr val="404040"/>
                </a:solidFill>
                <a:latin typeface="Times New Roman"/>
                <a:cs typeface="Times New Roman"/>
              </a:rPr>
              <a:t> </a:t>
            </a:r>
            <a:r>
              <a:rPr sz="2200" dirty="0">
                <a:solidFill>
                  <a:srgbClr val="404040"/>
                </a:solidFill>
                <a:latin typeface="Times New Roman"/>
                <a:cs typeface="Times New Roman"/>
              </a:rPr>
              <a:t>sont</a:t>
            </a:r>
            <a:r>
              <a:rPr sz="2200" spc="20" dirty="0">
                <a:solidFill>
                  <a:srgbClr val="404040"/>
                </a:solidFill>
                <a:latin typeface="Times New Roman"/>
                <a:cs typeface="Times New Roman"/>
              </a:rPr>
              <a:t> </a:t>
            </a:r>
            <a:r>
              <a:rPr sz="2200" spc="-35" dirty="0">
                <a:solidFill>
                  <a:srgbClr val="404040"/>
                </a:solidFill>
                <a:latin typeface="Times New Roman"/>
                <a:cs typeface="Times New Roman"/>
              </a:rPr>
              <a:t>dans</a:t>
            </a:r>
            <a:r>
              <a:rPr sz="2200" spc="15" dirty="0">
                <a:solidFill>
                  <a:srgbClr val="404040"/>
                </a:solidFill>
                <a:latin typeface="Times New Roman"/>
                <a:cs typeface="Times New Roman"/>
              </a:rPr>
              <a:t> </a:t>
            </a:r>
            <a:r>
              <a:rPr sz="2200" dirty="0">
                <a:solidFill>
                  <a:srgbClr val="404040"/>
                </a:solidFill>
                <a:latin typeface="Times New Roman"/>
                <a:cs typeface="Times New Roman"/>
              </a:rPr>
              <a:t>/data/data/nom.du.paquetage.java.</a:t>
            </a:r>
            <a:endParaRPr sz="2200">
              <a:latin typeface="Times New Roman"/>
              <a:cs typeface="Times New Roman"/>
            </a:endParaRPr>
          </a:p>
          <a:p>
            <a:pPr marL="12700">
              <a:lnSpc>
                <a:spcPct val="100000"/>
              </a:lnSpc>
              <a:spcBef>
                <a:spcPts val="1335"/>
              </a:spcBef>
            </a:pPr>
            <a:r>
              <a:rPr sz="2200" spc="-25" dirty="0">
                <a:solidFill>
                  <a:srgbClr val="404040"/>
                </a:solidFill>
                <a:latin typeface="Times New Roman"/>
                <a:cs typeface="Times New Roman"/>
              </a:rPr>
              <a:t>Pour</a:t>
            </a:r>
            <a:r>
              <a:rPr sz="2200" spc="10" dirty="0">
                <a:solidFill>
                  <a:srgbClr val="404040"/>
                </a:solidFill>
                <a:latin typeface="Times New Roman"/>
                <a:cs typeface="Times New Roman"/>
              </a:rPr>
              <a:t> </a:t>
            </a:r>
            <a:r>
              <a:rPr sz="2200" spc="-50" dirty="0">
                <a:solidFill>
                  <a:srgbClr val="404040"/>
                </a:solidFill>
                <a:latin typeface="Times New Roman"/>
                <a:cs typeface="Times New Roman"/>
              </a:rPr>
              <a:t>échanger</a:t>
            </a:r>
            <a:r>
              <a:rPr sz="2200" spc="20" dirty="0">
                <a:solidFill>
                  <a:srgbClr val="404040"/>
                </a:solidFill>
                <a:latin typeface="Times New Roman"/>
                <a:cs typeface="Times New Roman"/>
              </a:rPr>
              <a:t> </a:t>
            </a:r>
            <a:r>
              <a:rPr sz="2200" spc="-40" dirty="0">
                <a:solidFill>
                  <a:srgbClr val="404040"/>
                </a:solidFill>
                <a:latin typeface="Times New Roman"/>
                <a:cs typeface="Times New Roman"/>
              </a:rPr>
              <a:t>des</a:t>
            </a:r>
            <a:r>
              <a:rPr sz="2200" spc="10" dirty="0">
                <a:solidFill>
                  <a:srgbClr val="404040"/>
                </a:solidFill>
                <a:latin typeface="Times New Roman"/>
                <a:cs typeface="Times New Roman"/>
              </a:rPr>
              <a:t> </a:t>
            </a:r>
            <a:r>
              <a:rPr sz="2200" spc="-60" dirty="0">
                <a:solidFill>
                  <a:srgbClr val="404040"/>
                </a:solidFill>
                <a:latin typeface="Times New Roman"/>
                <a:cs typeface="Times New Roman"/>
              </a:rPr>
              <a:t>fichiers</a:t>
            </a:r>
            <a:r>
              <a:rPr sz="2200" spc="-5" dirty="0">
                <a:solidFill>
                  <a:srgbClr val="404040"/>
                </a:solidFill>
                <a:latin typeface="Times New Roman"/>
                <a:cs typeface="Times New Roman"/>
              </a:rPr>
              <a:t> </a:t>
            </a:r>
            <a:r>
              <a:rPr sz="2200" spc="-90" dirty="0">
                <a:solidFill>
                  <a:srgbClr val="404040"/>
                </a:solidFill>
                <a:latin typeface="Times New Roman"/>
                <a:cs typeface="Times New Roman"/>
              </a:rPr>
              <a:t>avec</a:t>
            </a:r>
            <a:r>
              <a:rPr sz="2200" spc="-10" dirty="0">
                <a:solidFill>
                  <a:srgbClr val="404040"/>
                </a:solidFill>
                <a:latin typeface="Times New Roman"/>
                <a:cs typeface="Times New Roman"/>
              </a:rPr>
              <a:t> </a:t>
            </a:r>
            <a:r>
              <a:rPr sz="2200" spc="-25" dirty="0">
                <a:solidFill>
                  <a:srgbClr val="404040"/>
                </a:solidFill>
                <a:latin typeface="Times New Roman"/>
                <a:cs typeface="Times New Roman"/>
              </a:rPr>
              <a:t>une</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tablette</a:t>
            </a:r>
            <a:r>
              <a:rPr sz="2200" spc="15" dirty="0">
                <a:solidFill>
                  <a:srgbClr val="404040"/>
                </a:solidFill>
                <a:latin typeface="Times New Roman"/>
                <a:cs typeface="Times New Roman"/>
              </a:rPr>
              <a:t> </a:t>
            </a:r>
            <a:r>
              <a:rPr sz="2200" spc="-135" dirty="0">
                <a:solidFill>
                  <a:srgbClr val="404040"/>
                </a:solidFill>
                <a:latin typeface="Times New Roman"/>
                <a:cs typeface="Times New Roman"/>
              </a:rPr>
              <a:t>:</a:t>
            </a:r>
            <a:endParaRPr sz="2200">
              <a:latin typeface="Times New Roman"/>
              <a:cs typeface="Times New Roman"/>
            </a:endParaRPr>
          </a:p>
          <a:p>
            <a:pPr marL="710565" indent="-223520">
              <a:lnSpc>
                <a:spcPct val="100000"/>
              </a:lnSpc>
              <a:spcBef>
                <a:spcPts val="145"/>
              </a:spcBef>
              <a:buClr>
                <a:srgbClr val="1CACE3"/>
              </a:buClr>
              <a:buSzPct val="95454"/>
              <a:buFont typeface="Wingdings"/>
              <a:buChar char=""/>
              <a:tabLst>
                <a:tab pos="711200" algn="l"/>
              </a:tabLst>
            </a:pPr>
            <a:r>
              <a:rPr sz="2200" spc="-30" dirty="0">
                <a:solidFill>
                  <a:srgbClr val="404040"/>
                </a:solidFill>
                <a:latin typeface="Times New Roman"/>
                <a:cs typeface="Times New Roman"/>
              </a:rPr>
              <a:t>adb</a:t>
            </a:r>
            <a:r>
              <a:rPr sz="2200" spc="10" dirty="0">
                <a:solidFill>
                  <a:srgbClr val="404040"/>
                </a:solidFill>
                <a:latin typeface="Times New Roman"/>
                <a:cs typeface="Times New Roman"/>
              </a:rPr>
              <a:t> </a:t>
            </a:r>
            <a:r>
              <a:rPr sz="2200" spc="-15" dirty="0">
                <a:solidFill>
                  <a:srgbClr val="404040"/>
                </a:solidFill>
                <a:latin typeface="Times New Roman"/>
                <a:cs typeface="Times New Roman"/>
              </a:rPr>
              <a:t>push</a:t>
            </a:r>
            <a:r>
              <a:rPr sz="2200" spc="15" dirty="0">
                <a:solidFill>
                  <a:srgbClr val="404040"/>
                </a:solidFill>
                <a:latin typeface="Times New Roman"/>
                <a:cs typeface="Times New Roman"/>
              </a:rPr>
              <a:t> </a:t>
            </a:r>
            <a:r>
              <a:rPr sz="2200" spc="-45" dirty="0">
                <a:solidFill>
                  <a:srgbClr val="404040"/>
                </a:solidFill>
                <a:latin typeface="Times New Roman"/>
                <a:cs typeface="Times New Roman"/>
              </a:rPr>
              <a:t>nom_fichier_local</a:t>
            </a:r>
            <a:r>
              <a:rPr sz="2200" spc="50" dirty="0">
                <a:solidFill>
                  <a:srgbClr val="404040"/>
                </a:solidFill>
                <a:latin typeface="Times New Roman"/>
                <a:cs typeface="Times New Roman"/>
              </a:rPr>
              <a:t> </a:t>
            </a:r>
            <a:r>
              <a:rPr sz="2200" spc="70" dirty="0">
                <a:solidFill>
                  <a:srgbClr val="404040"/>
                </a:solidFill>
                <a:latin typeface="Times New Roman"/>
                <a:cs typeface="Times New Roman"/>
              </a:rPr>
              <a:t>/nom/complet/dest</a:t>
            </a:r>
            <a:r>
              <a:rPr sz="2200" spc="25" dirty="0">
                <a:solidFill>
                  <a:srgbClr val="404040"/>
                </a:solidFill>
                <a:latin typeface="Times New Roman"/>
                <a:cs typeface="Times New Roman"/>
              </a:rPr>
              <a:t> </a:t>
            </a:r>
            <a:r>
              <a:rPr sz="2200" spc="-55" dirty="0">
                <a:solidFill>
                  <a:srgbClr val="404040"/>
                </a:solidFill>
                <a:latin typeface="Times New Roman"/>
                <a:cs typeface="Times New Roman"/>
              </a:rPr>
              <a:t>envoi</a:t>
            </a:r>
            <a:r>
              <a:rPr sz="2200" spc="10" dirty="0">
                <a:solidFill>
                  <a:srgbClr val="404040"/>
                </a:solidFill>
                <a:latin typeface="Times New Roman"/>
                <a:cs typeface="Times New Roman"/>
              </a:rPr>
              <a:t> </a:t>
            </a:r>
            <a:r>
              <a:rPr sz="2200" spc="-15" dirty="0">
                <a:solidFill>
                  <a:srgbClr val="404040"/>
                </a:solidFill>
                <a:latin typeface="Times New Roman"/>
                <a:cs typeface="Times New Roman"/>
              </a:rPr>
              <a:t>du</a:t>
            </a:r>
            <a:r>
              <a:rPr sz="2200" spc="-5" dirty="0">
                <a:solidFill>
                  <a:srgbClr val="404040"/>
                </a:solidFill>
                <a:latin typeface="Times New Roman"/>
                <a:cs typeface="Times New Roman"/>
              </a:rPr>
              <a:t> </a:t>
            </a:r>
            <a:r>
              <a:rPr sz="2200" spc="-60" dirty="0">
                <a:solidFill>
                  <a:srgbClr val="404040"/>
                </a:solidFill>
                <a:latin typeface="Times New Roman"/>
                <a:cs typeface="Times New Roman"/>
              </a:rPr>
              <a:t>fichier</a:t>
            </a:r>
            <a:r>
              <a:rPr sz="2200" dirty="0">
                <a:solidFill>
                  <a:srgbClr val="404040"/>
                </a:solidFill>
                <a:latin typeface="Times New Roman"/>
                <a:cs typeface="Times New Roman"/>
              </a:rPr>
              <a:t> </a:t>
            </a:r>
            <a:r>
              <a:rPr sz="2200" spc="-75" dirty="0">
                <a:solidFill>
                  <a:srgbClr val="404040"/>
                </a:solidFill>
                <a:latin typeface="Times New Roman"/>
                <a:cs typeface="Times New Roman"/>
              </a:rPr>
              <a:t>local</a:t>
            </a:r>
            <a:r>
              <a:rPr sz="2200" dirty="0">
                <a:solidFill>
                  <a:srgbClr val="404040"/>
                </a:solidFill>
                <a:latin typeface="Times New Roman"/>
                <a:cs typeface="Times New Roman"/>
              </a:rPr>
              <a:t> </a:t>
            </a:r>
            <a:r>
              <a:rPr sz="2200" spc="-25" dirty="0">
                <a:solidFill>
                  <a:srgbClr val="404040"/>
                </a:solidFill>
                <a:latin typeface="Times New Roman"/>
                <a:cs typeface="Times New Roman"/>
              </a:rPr>
              <a:t>sur</a:t>
            </a:r>
            <a:r>
              <a:rPr sz="2200" spc="-5"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spc="15" dirty="0">
                <a:solidFill>
                  <a:srgbClr val="404040"/>
                </a:solidFill>
                <a:latin typeface="Times New Roman"/>
                <a:cs typeface="Times New Roman"/>
              </a:rPr>
              <a:t> </a:t>
            </a:r>
            <a:r>
              <a:rPr sz="2200" spc="-35" dirty="0">
                <a:solidFill>
                  <a:srgbClr val="404040"/>
                </a:solidFill>
                <a:latin typeface="Times New Roman"/>
                <a:cs typeface="Times New Roman"/>
              </a:rPr>
              <a:t>tablette</a:t>
            </a:r>
            <a:endParaRPr sz="2200">
              <a:latin typeface="Times New Roman"/>
              <a:cs typeface="Times New Roman"/>
            </a:endParaRPr>
          </a:p>
          <a:p>
            <a:pPr marL="710565" indent="-223520">
              <a:lnSpc>
                <a:spcPct val="100000"/>
              </a:lnSpc>
              <a:spcBef>
                <a:spcPts val="335"/>
              </a:spcBef>
              <a:buClr>
                <a:srgbClr val="1CACE3"/>
              </a:buClr>
              <a:buSzPct val="95454"/>
              <a:buFont typeface="Wingdings"/>
              <a:buChar char=""/>
              <a:tabLst>
                <a:tab pos="711200" algn="l"/>
              </a:tabLst>
            </a:pPr>
            <a:r>
              <a:rPr sz="2200" spc="-30" dirty="0">
                <a:solidFill>
                  <a:srgbClr val="404040"/>
                </a:solidFill>
                <a:latin typeface="Times New Roman"/>
                <a:cs typeface="Times New Roman"/>
              </a:rPr>
              <a:t>adb</a:t>
            </a:r>
            <a:r>
              <a:rPr sz="2200" spc="5" dirty="0">
                <a:solidFill>
                  <a:srgbClr val="404040"/>
                </a:solidFill>
                <a:latin typeface="Times New Roman"/>
                <a:cs typeface="Times New Roman"/>
              </a:rPr>
              <a:t> </a:t>
            </a:r>
            <a:r>
              <a:rPr sz="2200" spc="-60" dirty="0">
                <a:solidFill>
                  <a:srgbClr val="404040"/>
                </a:solidFill>
                <a:latin typeface="Times New Roman"/>
                <a:cs typeface="Times New Roman"/>
              </a:rPr>
              <a:t>pull</a:t>
            </a:r>
            <a:r>
              <a:rPr sz="2200" spc="-10" dirty="0">
                <a:solidFill>
                  <a:srgbClr val="404040"/>
                </a:solidFill>
                <a:latin typeface="Times New Roman"/>
                <a:cs typeface="Times New Roman"/>
              </a:rPr>
              <a:t> </a:t>
            </a:r>
            <a:r>
              <a:rPr sz="2200" spc="45" dirty="0">
                <a:solidFill>
                  <a:srgbClr val="404040"/>
                </a:solidFill>
                <a:latin typeface="Times New Roman"/>
                <a:cs typeface="Times New Roman"/>
              </a:rPr>
              <a:t>/nom/complet/fichier</a:t>
            </a:r>
            <a:r>
              <a:rPr sz="2200" spc="20" dirty="0">
                <a:solidFill>
                  <a:srgbClr val="404040"/>
                </a:solidFill>
                <a:latin typeface="Times New Roman"/>
                <a:cs typeface="Times New Roman"/>
              </a:rPr>
              <a:t> </a:t>
            </a:r>
            <a:r>
              <a:rPr sz="2200" spc="-35" dirty="0">
                <a:solidFill>
                  <a:srgbClr val="404040"/>
                </a:solidFill>
                <a:latin typeface="Times New Roman"/>
                <a:cs typeface="Times New Roman"/>
              </a:rPr>
              <a:t>récupère</a:t>
            </a:r>
            <a:r>
              <a:rPr sz="2200" spc="35" dirty="0">
                <a:solidFill>
                  <a:srgbClr val="404040"/>
                </a:solidFill>
                <a:latin typeface="Times New Roman"/>
                <a:cs typeface="Times New Roman"/>
              </a:rPr>
              <a:t> </a:t>
            </a:r>
            <a:r>
              <a:rPr sz="2200" spc="-65" dirty="0">
                <a:solidFill>
                  <a:srgbClr val="404040"/>
                </a:solidFill>
                <a:latin typeface="Times New Roman"/>
                <a:cs typeface="Times New Roman"/>
              </a:rPr>
              <a:t>ce</a:t>
            </a:r>
            <a:r>
              <a:rPr sz="2200" spc="-15" dirty="0">
                <a:solidFill>
                  <a:srgbClr val="404040"/>
                </a:solidFill>
                <a:latin typeface="Times New Roman"/>
                <a:cs typeface="Times New Roman"/>
              </a:rPr>
              <a:t> </a:t>
            </a:r>
            <a:r>
              <a:rPr sz="2200" spc="-55" dirty="0">
                <a:solidFill>
                  <a:srgbClr val="404040"/>
                </a:solidFill>
                <a:latin typeface="Times New Roman"/>
                <a:cs typeface="Times New Roman"/>
              </a:rPr>
              <a:t>fichier</a:t>
            </a:r>
            <a:r>
              <a:rPr sz="2200" spc="-10" dirty="0">
                <a:solidFill>
                  <a:srgbClr val="404040"/>
                </a:solidFill>
                <a:latin typeface="Times New Roman"/>
                <a:cs typeface="Times New Roman"/>
              </a:rPr>
              <a:t> </a:t>
            </a:r>
            <a:r>
              <a:rPr sz="2200" spc="-35" dirty="0">
                <a:solidFill>
                  <a:srgbClr val="404040"/>
                </a:solidFill>
                <a:latin typeface="Times New Roman"/>
                <a:cs typeface="Times New Roman"/>
              </a:rPr>
              <a:t>de</a:t>
            </a:r>
            <a:r>
              <a:rPr sz="2200" spc="-10" dirty="0">
                <a:solidFill>
                  <a:srgbClr val="404040"/>
                </a:solidFill>
                <a:latin typeface="Times New Roman"/>
                <a:cs typeface="Times New Roman"/>
              </a:rPr>
              <a:t> </a:t>
            </a:r>
            <a:r>
              <a:rPr sz="2200" spc="-100" dirty="0">
                <a:solidFill>
                  <a:srgbClr val="404040"/>
                </a:solidFill>
                <a:latin typeface="Times New Roman"/>
                <a:cs typeface="Times New Roman"/>
              </a:rPr>
              <a:t>la</a:t>
            </a:r>
            <a:r>
              <a:rPr sz="2200" spc="-10" dirty="0">
                <a:solidFill>
                  <a:srgbClr val="404040"/>
                </a:solidFill>
                <a:latin typeface="Times New Roman"/>
                <a:cs typeface="Times New Roman"/>
              </a:rPr>
              <a:t> </a:t>
            </a:r>
            <a:r>
              <a:rPr sz="2200" spc="-30" dirty="0">
                <a:solidFill>
                  <a:srgbClr val="404040"/>
                </a:solidFill>
                <a:latin typeface="Times New Roman"/>
                <a:cs typeface="Times New Roman"/>
              </a:rPr>
              <a:t>tablette</a:t>
            </a:r>
            <a:endParaRPr sz="2200">
              <a:latin typeface="Times New Roman"/>
              <a:cs typeface="Times New Roman"/>
            </a:endParaRPr>
          </a:p>
          <a:p>
            <a:pPr marL="12700">
              <a:lnSpc>
                <a:spcPct val="100000"/>
              </a:lnSpc>
              <a:spcBef>
                <a:spcPts val="1330"/>
              </a:spcBef>
            </a:pPr>
            <a:r>
              <a:rPr sz="2200" spc="-25" dirty="0">
                <a:solidFill>
                  <a:srgbClr val="404040"/>
                </a:solidFill>
                <a:latin typeface="Times New Roman"/>
                <a:cs typeface="Times New Roman"/>
              </a:rPr>
              <a:t>Pour</a:t>
            </a:r>
            <a:r>
              <a:rPr sz="2200" dirty="0">
                <a:solidFill>
                  <a:srgbClr val="404040"/>
                </a:solidFill>
                <a:latin typeface="Times New Roman"/>
                <a:cs typeface="Times New Roman"/>
              </a:rPr>
              <a:t> </a:t>
            </a:r>
            <a:r>
              <a:rPr sz="2200" spc="-55" dirty="0">
                <a:solidFill>
                  <a:srgbClr val="404040"/>
                </a:solidFill>
                <a:latin typeface="Times New Roman"/>
                <a:cs typeface="Times New Roman"/>
              </a:rPr>
              <a:t>gérer</a:t>
            </a:r>
            <a:r>
              <a:rPr sz="2200" spc="5" dirty="0">
                <a:solidFill>
                  <a:srgbClr val="404040"/>
                </a:solidFill>
                <a:latin typeface="Times New Roman"/>
                <a:cs typeface="Times New Roman"/>
              </a:rPr>
              <a:t> </a:t>
            </a:r>
            <a:r>
              <a:rPr sz="2200" spc="-75" dirty="0">
                <a:solidFill>
                  <a:srgbClr val="404040"/>
                </a:solidFill>
                <a:latin typeface="Times New Roman"/>
                <a:cs typeface="Times New Roman"/>
              </a:rPr>
              <a:t>les</a:t>
            </a:r>
            <a:r>
              <a:rPr sz="2200" spc="-15" dirty="0">
                <a:solidFill>
                  <a:srgbClr val="404040"/>
                </a:solidFill>
                <a:latin typeface="Times New Roman"/>
                <a:cs typeface="Times New Roman"/>
              </a:rPr>
              <a:t> </a:t>
            </a:r>
            <a:r>
              <a:rPr sz="2200" spc="-80" dirty="0">
                <a:solidFill>
                  <a:srgbClr val="404040"/>
                </a:solidFill>
                <a:latin typeface="Times New Roman"/>
                <a:cs typeface="Times New Roman"/>
              </a:rPr>
              <a:t>logiciels</a:t>
            </a:r>
            <a:r>
              <a:rPr sz="2200" spc="-20" dirty="0">
                <a:solidFill>
                  <a:srgbClr val="404040"/>
                </a:solidFill>
                <a:latin typeface="Times New Roman"/>
                <a:cs typeface="Times New Roman"/>
              </a:rPr>
              <a:t> </a:t>
            </a:r>
            <a:r>
              <a:rPr sz="2200" spc="-65" dirty="0">
                <a:solidFill>
                  <a:srgbClr val="404040"/>
                </a:solidFill>
                <a:latin typeface="Times New Roman"/>
                <a:cs typeface="Times New Roman"/>
              </a:rPr>
              <a:t>installés</a:t>
            </a:r>
            <a:r>
              <a:rPr sz="2200" dirty="0">
                <a:solidFill>
                  <a:srgbClr val="404040"/>
                </a:solidFill>
                <a:latin typeface="Times New Roman"/>
                <a:cs typeface="Times New Roman"/>
              </a:rPr>
              <a:t> </a:t>
            </a:r>
            <a:r>
              <a:rPr sz="2200" spc="-135" dirty="0">
                <a:solidFill>
                  <a:srgbClr val="404040"/>
                </a:solidFill>
                <a:latin typeface="Times New Roman"/>
                <a:cs typeface="Times New Roman"/>
              </a:rPr>
              <a:t>:</a:t>
            </a:r>
            <a:endParaRPr sz="2200">
              <a:latin typeface="Times New Roman"/>
              <a:cs typeface="Times New Roman"/>
            </a:endParaRPr>
          </a:p>
          <a:p>
            <a:pPr marL="710565" indent="-223520">
              <a:lnSpc>
                <a:spcPct val="100000"/>
              </a:lnSpc>
              <a:spcBef>
                <a:spcPts val="135"/>
              </a:spcBef>
              <a:buClr>
                <a:srgbClr val="1CACE3"/>
              </a:buClr>
              <a:buSzPct val="95454"/>
              <a:buFont typeface="Wingdings"/>
              <a:buChar char=""/>
              <a:tabLst>
                <a:tab pos="711200" algn="l"/>
              </a:tabLst>
            </a:pPr>
            <a:r>
              <a:rPr sz="2200" spc="-30" dirty="0">
                <a:solidFill>
                  <a:srgbClr val="404040"/>
                </a:solidFill>
                <a:latin typeface="Times New Roman"/>
                <a:cs typeface="Times New Roman"/>
              </a:rPr>
              <a:t>adb</a:t>
            </a:r>
            <a:r>
              <a:rPr sz="2200" spc="-5" dirty="0">
                <a:solidFill>
                  <a:srgbClr val="404040"/>
                </a:solidFill>
                <a:latin typeface="Times New Roman"/>
                <a:cs typeface="Times New Roman"/>
              </a:rPr>
              <a:t> </a:t>
            </a:r>
            <a:r>
              <a:rPr sz="2200" spc="-65" dirty="0">
                <a:solidFill>
                  <a:srgbClr val="404040"/>
                </a:solidFill>
                <a:latin typeface="Times New Roman"/>
                <a:cs typeface="Times New Roman"/>
              </a:rPr>
              <a:t>install</a:t>
            </a:r>
            <a:r>
              <a:rPr sz="2200" spc="5" dirty="0">
                <a:solidFill>
                  <a:srgbClr val="404040"/>
                </a:solidFill>
                <a:latin typeface="Times New Roman"/>
                <a:cs typeface="Times New Roman"/>
              </a:rPr>
              <a:t> </a:t>
            </a:r>
            <a:r>
              <a:rPr sz="2200" spc="-40" dirty="0">
                <a:solidFill>
                  <a:srgbClr val="404040"/>
                </a:solidFill>
                <a:latin typeface="Times New Roman"/>
                <a:cs typeface="Times New Roman"/>
              </a:rPr>
              <a:t>paquet.apk</a:t>
            </a:r>
            <a:endParaRPr sz="2200">
              <a:latin typeface="Times New Roman"/>
              <a:cs typeface="Times New Roman"/>
            </a:endParaRPr>
          </a:p>
          <a:p>
            <a:pPr marL="710565" indent="-223520">
              <a:lnSpc>
                <a:spcPct val="100000"/>
              </a:lnSpc>
              <a:spcBef>
                <a:spcPts val="335"/>
              </a:spcBef>
              <a:buClr>
                <a:srgbClr val="1CACE3"/>
              </a:buClr>
              <a:buSzPct val="95454"/>
              <a:buFont typeface="Wingdings"/>
              <a:buChar char=""/>
              <a:tabLst>
                <a:tab pos="711200" algn="l"/>
              </a:tabLst>
            </a:pPr>
            <a:r>
              <a:rPr sz="2200" spc="-30" dirty="0">
                <a:solidFill>
                  <a:srgbClr val="404040"/>
                </a:solidFill>
                <a:latin typeface="Times New Roman"/>
                <a:cs typeface="Times New Roman"/>
              </a:rPr>
              <a:t>adb</a:t>
            </a:r>
            <a:r>
              <a:rPr sz="2200" spc="15" dirty="0">
                <a:solidFill>
                  <a:srgbClr val="404040"/>
                </a:solidFill>
                <a:latin typeface="Times New Roman"/>
                <a:cs typeface="Times New Roman"/>
              </a:rPr>
              <a:t> </a:t>
            </a:r>
            <a:r>
              <a:rPr sz="2200" spc="-50" dirty="0">
                <a:solidFill>
                  <a:srgbClr val="404040"/>
                </a:solidFill>
                <a:latin typeface="Times New Roman"/>
                <a:cs typeface="Times New Roman"/>
              </a:rPr>
              <a:t>uninstall</a:t>
            </a:r>
            <a:r>
              <a:rPr sz="2200" spc="20" dirty="0">
                <a:solidFill>
                  <a:srgbClr val="404040"/>
                </a:solidFill>
                <a:latin typeface="Times New Roman"/>
                <a:cs typeface="Times New Roman"/>
              </a:rPr>
              <a:t> </a:t>
            </a:r>
            <a:r>
              <a:rPr sz="2200" spc="-55" dirty="0">
                <a:solidFill>
                  <a:srgbClr val="404040"/>
                </a:solidFill>
                <a:latin typeface="Times New Roman"/>
                <a:cs typeface="Times New Roman"/>
              </a:rPr>
              <a:t>nom.du.paquetage.java</a:t>
            </a:r>
            <a:endParaRPr sz="2200">
              <a:latin typeface="Times New Roman"/>
              <a:cs typeface="Times New Roman"/>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DAC1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2012</TotalTime>
  <Words>3385</Words>
  <Application>Microsoft Office PowerPoint</Application>
  <PresentationFormat>Grand écran</PresentationFormat>
  <Paragraphs>407</Paragraphs>
  <Slides>42</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42</vt:i4>
      </vt:variant>
    </vt:vector>
  </HeadingPairs>
  <TitlesOfParts>
    <vt:vector size="50" baseType="lpstr">
      <vt:lpstr>Arial Black</vt:lpstr>
      <vt:lpstr>Arial MT</vt:lpstr>
      <vt:lpstr>Calibri</vt:lpstr>
      <vt:lpstr>Courier New</vt:lpstr>
      <vt:lpstr>Times New Roman</vt:lpstr>
      <vt:lpstr>Udemy Sans</vt:lpstr>
      <vt:lpstr>Wingdings</vt:lpstr>
      <vt:lpstr>Office Theme</vt:lpstr>
      <vt:lpstr>Web Avancé et Développement mobile</vt:lpstr>
      <vt:lpstr>Objectifs de Cours</vt:lpstr>
      <vt:lpstr>Assements</vt:lpstr>
      <vt:lpstr>Développement Mobile sous Android</vt:lpstr>
      <vt:lpstr>Introduction</vt:lpstr>
      <vt:lpstr>Introduction</vt:lpstr>
      <vt:lpstr>Introduction</vt:lpstr>
      <vt:lpstr>Introduction</vt:lpstr>
      <vt:lpstr>Environnement de développement d'Android</vt:lpstr>
      <vt:lpstr>Android pour qui ?</vt:lpstr>
      <vt:lpstr>A propos des versions d’API</vt:lpstr>
      <vt:lpstr>Histoire d'Android</vt:lpstr>
      <vt:lpstr>Histoire d'Android</vt:lpstr>
      <vt:lpstr>Histoire d'Android</vt:lpstr>
      <vt:lpstr>Qu’est-ce qu’Android ?</vt:lpstr>
      <vt:lpstr>Environnement de développement d'Android</vt:lpstr>
      <vt:lpstr>Langage Kotlin</vt:lpstr>
      <vt:lpstr>Langage Kotlin</vt:lpstr>
      <vt:lpstr>Outils utilisés</vt:lpstr>
      <vt:lpstr>Android Studio</vt:lpstr>
      <vt:lpstr>Android Studio</vt:lpstr>
      <vt:lpstr>Android Studio : Lancement et configuration (dernière  version)</vt:lpstr>
      <vt:lpstr>Android Studio : SDK Manager</vt:lpstr>
      <vt:lpstr>Android Studio : Création d’un nouveau projet</vt:lpstr>
      <vt:lpstr>Android Studio : Création d’un nouveau projet</vt:lpstr>
      <vt:lpstr>Android Studio : Arborescence du projet</vt:lpstr>
      <vt:lpstr>Android Studio : Éditeurs spécifiques des ressources</vt:lpstr>
      <vt:lpstr>Android Studio : Éditeurs spécifiques des ressources</vt:lpstr>
      <vt:lpstr>Android Studio : Éditeurs spécifiques des ressources</vt:lpstr>
      <vt:lpstr>Android Studio : Source XML</vt:lpstr>
      <vt:lpstr>Android Studio : Gradle</vt:lpstr>
      <vt:lpstr>Android Studio : Gradle</vt:lpstr>
      <vt:lpstr>Android Studio : Gradle</vt:lpstr>
      <vt:lpstr>Présentation PowerPoint</vt:lpstr>
      <vt:lpstr>Android Studio : Exécution de l'application</vt:lpstr>
      <vt:lpstr>Android Studio : Exécution de l'application</vt:lpstr>
      <vt:lpstr>Android Studio : Exécution de l'application</vt:lpstr>
      <vt:lpstr>Android Studio : Exécution de l'application</vt:lpstr>
      <vt:lpstr>Android Studio : Lancement de l'application</vt:lpstr>
      <vt:lpstr>Android Debug Bridge</vt:lpstr>
      <vt:lpstr>Android Debug Bridge</vt:lpstr>
      <vt:lpstr>Android Debug Bridge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 Hatim</dc:creator>
  <cp:lastModifiedBy>Compte Microsoft</cp:lastModifiedBy>
  <cp:revision>26</cp:revision>
  <dcterms:created xsi:type="dcterms:W3CDTF">2024-02-07T21:48:02Z</dcterms:created>
  <dcterms:modified xsi:type="dcterms:W3CDTF">2026-01-23T06:49:19Z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2023-04-03T00:00:00Z</vt:filetime>
  </property>
  <property fmtid="{D5CDD505-2E9C-101B-9397-08002B2CF9AE}" pid="3" name="Creator">
    <vt:lpwstr>Microsoft® PowerPoint® 2016</vt:lpwstr>
  </property>
  <property fmtid="{D5CDD505-2E9C-101B-9397-08002B2CF9AE}" pid="4" name="LastSaved">
    <vt:filetime>2024-02-07T00:00:00Z</vt:filetime>
  </property>
</Properties>
</file>